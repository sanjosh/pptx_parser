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4"/>
  </p:notesMasterIdLst>
  <p:sldIdLst>
    <p:sldId id="362" r:id="rId5"/>
    <p:sldId id="364" r:id="rId6"/>
    <p:sldId id="365" r:id="rId7"/>
    <p:sldId id="366" r:id="rId8"/>
    <p:sldId id="367" r:id="rId9"/>
    <p:sldId id="368" r:id="rId10"/>
    <p:sldId id="411" r:id="rId11"/>
    <p:sldId id="370" r:id="rId12"/>
    <p:sldId id="371" r:id="rId13"/>
    <p:sldId id="372" r:id="rId14"/>
    <p:sldId id="373" r:id="rId15"/>
    <p:sldId id="374" r:id="rId16"/>
    <p:sldId id="375" r:id="rId17"/>
    <p:sldId id="377" r:id="rId18"/>
    <p:sldId id="378" r:id="rId19"/>
    <p:sldId id="379" r:id="rId20"/>
    <p:sldId id="381" r:id="rId21"/>
    <p:sldId id="382" r:id="rId22"/>
    <p:sldId id="383" r:id="rId23"/>
    <p:sldId id="384" r:id="rId24"/>
    <p:sldId id="387" r:id="rId25"/>
    <p:sldId id="389" r:id="rId26"/>
    <p:sldId id="390" r:id="rId27"/>
    <p:sldId id="391" r:id="rId28"/>
    <p:sldId id="412" r:id="rId29"/>
    <p:sldId id="413" r:id="rId30"/>
    <p:sldId id="414" r:id="rId31"/>
    <p:sldId id="415" r:id="rId32"/>
    <p:sldId id="416" r:id="rId33"/>
    <p:sldId id="398" r:id="rId34"/>
    <p:sldId id="417" r:id="rId35"/>
    <p:sldId id="419" r:id="rId36"/>
    <p:sldId id="420" r:id="rId37"/>
    <p:sldId id="427" r:id="rId38"/>
    <p:sldId id="428" r:id="rId39"/>
    <p:sldId id="422" r:id="rId40"/>
    <p:sldId id="426" r:id="rId41"/>
    <p:sldId id="424" r:id="rId42"/>
    <p:sldId id="342"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CC2ED8-0750-4F24-A1C8-16DF2FDC5023}" v="38" dt="2023-04-04T13:21:46.668"/>
    <p1510:client id="{D999275C-2D2B-0CC8-4BD2-EF1F34361195}" v="342" dt="2023-04-04T16:06:58.251"/>
    <p1510:client id="{FAACCBE6-9855-45C5-9A37-7873A734BFFD}" v="4" dt="2023-04-06T16:55:28.5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8" autoAdjust="0"/>
    <p:restoredTop sz="94660"/>
  </p:normalViewPr>
  <p:slideViewPr>
    <p:cSldViewPr snapToGrid="0">
      <p:cViewPr varScale="1">
        <p:scale>
          <a:sx n="72" d="100"/>
          <a:sy n="72" d="100"/>
        </p:scale>
        <p:origin x="576" y="6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AD18648-CD6A-4AAF-B0B0-08893D1ED7DA}" type="doc">
      <dgm:prSet loTypeId="urn:microsoft.com/office/officeart/2005/8/layout/matrix2" loCatId="matrix" qsTypeId="urn:microsoft.com/office/officeart/2005/8/quickstyle/3d1" qsCatId="3D" csTypeId="urn:microsoft.com/office/officeart/2005/8/colors/accent1_3" csCatId="accent1" phldr="1"/>
      <dgm:spPr/>
      <dgm:t>
        <a:bodyPr/>
        <a:lstStyle/>
        <a:p>
          <a:endParaRPr lang="en-US"/>
        </a:p>
      </dgm:t>
    </dgm:pt>
    <dgm:pt modelId="{CD5C3051-901E-49EE-A39B-F79B37450A97}">
      <dgm:prSet phldrT="[Text]" custT="1"/>
      <dgm:spPr>
        <a:xfrm>
          <a:off x="1750395" y="256518"/>
          <a:ext cx="1578578" cy="1578578"/>
        </a:xfrm>
      </dgm:spPr>
      <dgm:t>
        <a:bodyPr/>
        <a:lstStyle/>
        <a:p>
          <a:pPr algn="l"/>
          <a:r>
            <a:rPr lang="en-US" sz="1200" dirty="0">
              <a:ea typeface="ＭＳ Ｐゴシック" charset="-128"/>
            </a:rPr>
            <a:t>-Company reputation on the market;</a:t>
          </a:r>
        </a:p>
        <a:p>
          <a:pPr algn="l"/>
          <a:r>
            <a:rPr lang="en-US" sz="1200" dirty="0">
              <a:ea typeface="ＭＳ Ｐゴシック" charset="-128"/>
            </a:rPr>
            <a:t>-Higher workload for the team caused by increasing claims from vendors;</a:t>
          </a:r>
        </a:p>
        <a:p>
          <a:pPr algn="l"/>
          <a:r>
            <a:rPr lang="en-US" sz="1200" dirty="0">
              <a:ea typeface="ＭＳ Ｐゴシック" charset="-128"/>
            </a:rPr>
            <a:t>-Dissatisfied suppliers;</a:t>
          </a:r>
        </a:p>
        <a:p>
          <a:pPr algn="l"/>
          <a:r>
            <a:rPr lang="en-US" sz="1200" dirty="0">
              <a:ea typeface="ＭＳ Ｐゴシック" charset="-128"/>
            </a:rPr>
            <a:t>-Permanent or temporary cessation of services provided by the suppliers;</a:t>
          </a:r>
        </a:p>
        <a:p>
          <a:pPr algn="l"/>
          <a:r>
            <a:rPr lang="en-US" sz="1200" dirty="0">
              <a:ea typeface="ＭＳ Ｐゴシック" charset="-128"/>
            </a:rPr>
            <a:t>-Higher risks by adopting another payment procedures.</a:t>
          </a:r>
        </a:p>
        <a:p>
          <a:pPr algn="l"/>
          <a:endParaRPr lang="en-US" sz="1200" dirty="0">
            <a:ea typeface="ＭＳ Ｐゴシック" charset="-128"/>
          </a:endParaRPr>
        </a:p>
      </dgm:t>
    </dgm:pt>
    <dgm:pt modelId="{44504511-AD7D-494A-B655-3FAA73A4189D}" type="parTrans" cxnId="{51647576-15EF-47FD-84DB-BD55FA8370CE}">
      <dgm:prSet/>
      <dgm:spPr/>
      <dgm:t>
        <a:bodyPr/>
        <a:lstStyle/>
        <a:p>
          <a:endParaRPr lang="en-US"/>
        </a:p>
      </dgm:t>
    </dgm:pt>
    <dgm:pt modelId="{DEE61DAF-6D9A-476E-9389-5AE912DDA205}" type="sibTrans" cxnId="{51647576-15EF-47FD-84DB-BD55FA8370CE}">
      <dgm:prSet/>
      <dgm:spPr/>
      <dgm:t>
        <a:bodyPr/>
        <a:lstStyle/>
        <a:p>
          <a:endParaRPr lang="en-US"/>
        </a:p>
      </dgm:t>
    </dgm:pt>
    <dgm:pt modelId="{C8EAD817-4B95-4C81-86F3-9AEBBDFA12C5}">
      <dgm:prSet phldrT="[Text]" custT="1"/>
      <dgm:spPr>
        <a:xfrm>
          <a:off x="3605225" y="2111348"/>
          <a:ext cx="1578578" cy="1578578"/>
        </a:xfrm>
      </dgm:spPr>
      <dgm:t>
        <a:bodyPr/>
        <a:lstStyle/>
        <a:p>
          <a:endParaRPr lang="en-US"/>
        </a:p>
      </dgm:t>
    </dgm:pt>
    <dgm:pt modelId="{1A6A0CE6-4827-479C-8FC6-A58E72693FC2}" type="sibTrans" cxnId="{01E3E992-4390-4886-A6F9-C87379165990}">
      <dgm:prSet/>
      <dgm:spPr/>
      <dgm:t>
        <a:bodyPr/>
        <a:lstStyle/>
        <a:p>
          <a:endParaRPr lang="en-US"/>
        </a:p>
      </dgm:t>
    </dgm:pt>
    <dgm:pt modelId="{88B83C4F-3948-4245-94BC-9B76DF43A80A}" type="parTrans" cxnId="{01E3E992-4390-4886-A6F9-C87379165990}">
      <dgm:prSet/>
      <dgm:spPr/>
      <dgm:t>
        <a:bodyPr/>
        <a:lstStyle/>
        <a:p>
          <a:endParaRPr lang="en-US"/>
        </a:p>
      </dgm:t>
    </dgm:pt>
    <dgm:pt modelId="{8B32038E-5723-47FA-A3DA-8F892C82C920}">
      <dgm:prSet phldrT="[Text]" custT="1"/>
      <dgm:spPr>
        <a:xfrm>
          <a:off x="1750395" y="2111348"/>
          <a:ext cx="1578578" cy="1578578"/>
        </a:xfrm>
      </dgm:spPr>
      <dgm:t>
        <a:bodyPr/>
        <a:lstStyle/>
        <a:p>
          <a:endParaRPr lang="en-US"/>
        </a:p>
      </dgm:t>
    </dgm:pt>
    <dgm:pt modelId="{0C3700D5-8C92-4BA6-BEAC-D31BD3626F68}" type="sibTrans" cxnId="{545EF838-6BE7-4865-8A07-0A356D8ADE8C}">
      <dgm:prSet/>
      <dgm:spPr/>
      <dgm:t>
        <a:bodyPr/>
        <a:lstStyle/>
        <a:p>
          <a:endParaRPr lang="en-US"/>
        </a:p>
      </dgm:t>
    </dgm:pt>
    <dgm:pt modelId="{16ACE5AA-21F6-4C37-AE2A-E3007D721FAE}" type="parTrans" cxnId="{545EF838-6BE7-4865-8A07-0A356D8ADE8C}">
      <dgm:prSet/>
      <dgm:spPr/>
      <dgm:t>
        <a:bodyPr/>
        <a:lstStyle/>
        <a:p>
          <a:endParaRPr lang="en-US"/>
        </a:p>
      </dgm:t>
    </dgm:pt>
    <dgm:pt modelId="{BD2709F9-81FD-4CFE-80E9-96B2B8293DFC}">
      <dgm:prSet custT="1"/>
      <dgm:spPr/>
      <dgm:t>
        <a:bodyPr/>
        <a:lstStyle/>
        <a:p>
          <a:pPr algn="l"/>
          <a:r>
            <a:rPr lang="en-US" sz="1200" b="0" dirty="0"/>
            <a:t>-Company good reputation;</a:t>
          </a:r>
        </a:p>
        <a:p>
          <a:pPr algn="l"/>
          <a:r>
            <a:rPr lang="en-US" sz="1200" b="0" dirty="0"/>
            <a:t>-Satisfied suppliers;</a:t>
          </a:r>
        </a:p>
        <a:p>
          <a:pPr algn="l"/>
          <a:r>
            <a:rPr lang="en-US" sz="1200" b="0" dirty="0"/>
            <a:t>- Decrease of vendor claims – decrease in helpdesk queries;</a:t>
          </a:r>
        </a:p>
        <a:p>
          <a:pPr algn="l"/>
          <a:r>
            <a:rPr lang="en-US" sz="1200" b="0" dirty="0"/>
            <a:t>-No interruption from the services provided by the suppliers.                                                             </a:t>
          </a:r>
        </a:p>
      </dgm:t>
    </dgm:pt>
    <dgm:pt modelId="{22BA02A4-50FD-4D82-A0DE-F9187EFD0BB9}" type="parTrans" cxnId="{C9910A8D-9893-4B9D-B853-D9D35077C1FB}">
      <dgm:prSet/>
      <dgm:spPr/>
      <dgm:t>
        <a:bodyPr/>
        <a:lstStyle/>
        <a:p>
          <a:endParaRPr lang="en-US"/>
        </a:p>
      </dgm:t>
    </dgm:pt>
    <dgm:pt modelId="{9B546B85-0D07-4358-9D16-AC71A2D07B7E}" type="sibTrans" cxnId="{C9910A8D-9893-4B9D-B853-D9D35077C1FB}">
      <dgm:prSet/>
      <dgm:spPr/>
      <dgm:t>
        <a:bodyPr/>
        <a:lstStyle/>
        <a:p>
          <a:endParaRPr lang="en-US"/>
        </a:p>
      </dgm:t>
    </dgm:pt>
    <dgm:pt modelId="{D98EFBB0-E586-44FE-9CF1-320B7138CCD4}">
      <dgm:prSet custT="1"/>
      <dgm:spPr/>
      <dgm:t>
        <a:bodyPr/>
        <a:lstStyle/>
        <a:p>
          <a:pPr algn="l"/>
          <a:r>
            <a:rPr lang="en-US" sz="1200" b="0" dirty="0"/>
            <a:t>-Loss of suppliers;</a:t>
          </a:r>
        </a:p>
        <a:p>
          <a:pPr algn="l"/>
          <a:r>
            <a:rPr lang="en-US" sz="1200" b="0" dirty="0"/>
            <a:t>-Negative financial impact caused by the legal fees applied for late payments;</a:t>
          </a:r>
        </a:p>
        <a:p>
          <a:pPr algn="l"/>
          <a:r>
            <a:rPr lang="en-US" sz="1200" b="0" dirty="0"/>
            <a:t>-Lack of transparency regarding costs.</a:t>
          </a:r>
        </a:p>
      </dgm:t>
    </dgm:pt>
    <dgm:pt modelId="{23534C64-3B07-4B42-9ED1-1B933867D8BB}" type="parTrans" cxnId="{DA21BA15-4708-4B7F-925C-DCA0C2EFD4B3}">
      <dgm:prSet/>
      <dgm:spPr/>
      <dgm:t>
        <a:bodyPr/>
        <a:lstStyle/>
        <a:p>
          <a:endParaRPr lang="en-US"/>
        </a:p>
      </dgm:t>
    </dgm:pt>
    <dgm:pt modelId="{3D8290C5-B9D2-4506-ADE1-79BDBA3A97C7}" type="sibTrans" cxnId="{DA21BA15-4708-4B7F-925C-DCA0C2EFD4B3}">
      <dgm:prSet/>
      <dgm:spPr/>
      <dgm:t>
        <a:bodyPr/>
        <a:lstStyle/>
        <a:p>
          <a:endParaRPr lang="en-US"/>
        </a:p>
      </dgm:t>
    </dgm:pt>
    <dgm:pt modelId="{4D7E026E-150F-4B37-85ED-7AE2B5FFE3C8}">
      <dgm:prSet custT="1"/>
      <dgm:spPr/>
      <dgm:t>
        <a:bodyPr/>
        <a:lstStyle/>
        <a:p>
          <a:pPr algn="l"/>
          <a:r>
            <a:rPr lang="en-US" sz="1200" dirty="0"/>
            <a:t>-No fees;</a:t>
          </a:r>
        </a:p>
        <a:p>
          <a:pPr algn="l"/>
          <a:r>
            <a:rPr lang="en-US" sz="1200" dirty="0"/>
            <a:t>-Control of costs and budgets;</a:t>
          </a:r>
        </a:p>
        <a:p>
          <a:pPr algn="l"/>
          <a:r>
            <a:rPr lang="en-US" sz="1200" dirty="0"/>
            <a:t>-Correct allocation of costs and budget planning in accounting periods;</a:t>
          </a:r>
        </a:p>
        <a:p>
          <a:pPr algn="l"/>
          <a:r>
            <a:rPr lang="en-US" sz="1200" dirty="0"/>
            <a:t>-Positive financial impact.</a:t>
          </a:r>
        </a:p>
      </dgm:t>
    </dgm:pt>
    <dgm:pt modelId="{AB078C08-40B5-41A8-B26E-8E2EEC987FE3}" type="parTrans" cxnId="{456DBF7A-D042-4B70-8F13-8A82E462536E}">
      <dgm:prSet/>
      <dgm:spPr/>
      <dgm:t>
        <a:bodyPr/>
        <a:lstStyle/>
        <a:p>
          <a:endParaRPr lang="en-US"/>
        </a:p>
      </dgm:t>
    </dgm:pt>
    <dgm:pt modelId="{4DD33A05-BB7F-403B-B8BC-87FF44FD50CC}" type="sibTrans" cxnId="{456DBF7A-D042-4B70-8F13-8A82E462536E}">
      <dgm:prSet/>
      <dgm:spPr/>
      <dgm:t>
        <a:bodyPr/>
        <a:lstStyle/>
        <a:p>
          <a:endParaRPr lang="en-US"/>
        </a:p>
      </dgm:t>
    </dgm:pt>
    <dgm:pt modelId="{1A13AB29-2442-463D-AA3E-37D4D786A3BE}" type="pres">
      <dgm:prSet presAssocID="{AAD18648-CD6A-4AAF-B0B0-08893D1ED7DA}" presName="matrix" presStyleCnt="0">
        <dgm:presLayoutVars>
          <dgm:chMax val="1"/>
          <dgm:dir/>
          <dgm:resizeHandles val="exact"/>
        </dgm:presLayoutVars>
      </dgm:prSet>
      <dgm:spPr/>
    </dgm:pt>
    <dgm:pt modelId="{E6D805BD-DC70-4C99-92B6-D60E06AA1E35}" type="pres">
      <dgm:prSet presAssocID="{AAD18648-CD6A-4AAF-B0B0-08893D1ED7DA}" presName="axisShape" presStyleLbl="bgShp" presStyleIdx="0" presStyleCnt="1" custScaleX="112779"/>
      <dgm:spPr>
        <a:xfrm>
          <a:off x="1493877" y="0"/>
          <a:ext cx="3946446" cy="3946446"/>
        </a:xfrm>
        <a:prstGeom prst="quadArrow">
          <a:avLst>
            <a:gd name="adj1" fmla="val 2000"/>
            <a:gd name="adj2" fmla="val 4000"/>
            <a:gd name="adj3" fmla="val 5000"/>
          </a:avLst>
        </a:prstGeom>
      </dgm:spPr>
    </dgm:pt>
    <dgm:pt modelId="{99899A1F-509F-40C4-A230-3DDFBC613E93}" type="pres">
      <dgm:prSet presAssocID="{AAD18648-CD6A-4AAF-B0B0-08893D1ED7DA}" presName="rect1" presStyleLbl="node1" presStyleIdx="0" presStyleCnt="4" custScaleX="131598" custLinFactNeighborX="-10088" custLinFactNeighborY="759">
        <dgm:presLayoutVars>
          <dgm:chMax val="0"/>
          <dgm:chPref val="0"/>
          <dgm:bulletEnabled val="1"/>
        </dgm:presLayoutVars>
      </dgm:prSet>
      <dgm:spPr>
        <a:prstGeom prst="roundRect">
          <a:avLst/>
        </a:prstGeom>
      </dgm:spPr>
    </dgm:pt>
    <dgm:pt modelId="{499E2347-A064-44F6-B945-2851A68E1D39}" type="pres">
      <dgm:prSet presAssocID="{AAD18648-CD6A-4AAF-B0B0-08893D1ED7DA}" presName="rect2" presStyleLbl="node1" presStyleIdx="1" presStyleCnt="4" custScaleX="127529" custLinFactNeighborX="7659" custLinFactNeighborY="159">
        <dgm:presLayoutVars>
          <dgm:chMax val="0"/>
          <dgm:chPref val="0"/>
          <dgm:bulletEnabled val="1"/>
        </dgm:presLayoutVars>
      </dgm:prSet>
      <dgm:spPr>
        <a:prstGeom prst="roundRect">
          <a:avLst/>
        </a:prstGeom>
      </dgm:spPr>
    </dgm:pt>
    <dgm:pt modelId="{CAA0C6F3-266B-44C7-B154-6311A7B1DD2E}" type="pres">
      <dgm:prSet presAssocID="{AAD18648-CD6A-4AAF-B0B0-08893D1ED7DA}" presName="rect3" presStyleLbl="node1" presStyleIdx="2" presStyleCnt="4" custScaleX="131520" custLinFactNeighborX="-10127" custLinFactNeighborY="2052">
        <dgm:presLayoutVars>
          <dgm:chMax val="0"/>
          <dgm:chPref val="0"/>
          <dgm:bulletEnabled val="1"/>
        </dgm:presLayoutVars>
      </dgm:prSet>
      <dgm:spPr>
        <a:prstGeom prst="roundRect">
          <a:avLst/>
        </a:prstGeom>
      </dgm:spPr>
    </dgm:pt>
    <dgm:pt modelId="{71CE2560-77BB-4263-B1EE-808E6B273CF2}" type="pres">
      <dgm:prSet presAssocID="{AAD18648-CD6A-4AAF-B0B0-08893D1ED7DA}" presName="rect4" presStyleLbl="node1" presStyleIdx="3" presStyleCnt="4" custScaleX="131045" custLinFactNeighborX="15558" custLinFactNeighborY="575">
        <dgm:presLayoutVars>
          <dgm:chMax val="0"/>
          <dgm:chPref val="0"/>
          <dgm:bulletEnabled val="1"/>
        </dgm:presLayoutVars>
      </dgm:prSet>
      <dgm:spPr>
        <a:prstGeom prst="roundRect">
          <a:avLst/>
        </a:prstGeom>
      </dgm:spPr>
    </dgm:pt>
  </dgm:ptLst>
  <dgm:cxnLst>
    <dgm:cxn modelId="{42A82C07-5572-4934-B82F-8538073ECEE6}" type="presOf" srcId="{AAD18648-CD6A-4AAF-B0B0-08893D1ED7DA}" destId="{1A13AB29-2442-463D-AA3E-37D4D786A3BE}" srcOrd="0" destOrd="0" presId="urn:microsoft.com/office/officeart/2005/8/layout/matrix2"/>
    <dgm:cxn modelId="{9E1DD40A-E23E-46C1-A541-4399AE8C9C2F}" type="presOf" srcId="{4D7E026E-150F-4B37-85ED-7AE2B5FFE3C8}" destId="{71CE2560-77BB-4263-B1EE-808E6B273CF2}" srcOrd="0" destOrd="0" presId="urn:microsoft.com/office/officeart/2005/8/layout/matrix2"/>
    <dgm:cxn modelId="{DA21BA15-4708-4B7F-925C-DCA0C2EFD4B3}" srcId="{AAD18648-CD6A-4AAF-B0B0-08893D1ED7DA}" destId="{D98EFBB0-E586-44FE-9CF1-320B7138CCD4}" srcOrd="2" destOrd="0" parTransId="{23534C64-3B07-4B42-9ED1-1B933867D8BB}" sibTransId="{3D8290C5-B9D2-4506-ADE1-79BDBA3A97C7}"/>
    <dgm:cxn modelId="{820DCC2B-D604-47E0-B68B-1D91DB5684B9}" type="presOf" srcId="{BD2709F9-81FD-4CFE-80E9-96B2B8293DFC}" destId="{499E2347-A064-44F6-B945-2851A68E1D39}" srcOrd="0" destOrd="0" presId="urn:microsoft.com/office/officeart/2005/8/layout/matrix2"/>
    <dgm:cxn modelId="{545EF838-6BE7-4865-8A07-0A356D8ADE8C}" srcId="{AAD18648-CD6A-4AAF-B0B0-08893D1ED7DA}" destId="{8B32038E-5723-47FA-A3DA-8F892C82C920}" srcOrd="4" destOrd="0" parTransId="{16ACE5AA-21F6-4C37-AE2A-E3007D721FAE}" sibTransId="{0C3700D5-8C92-4BA6-BEAC-D31BD3626F68}"/>
    <dgm:cxn modelId="{C4044C69-1CE0-48C4-A29A-C43F9F9104AC}" type="presOf" srcId="{D98EFBB0-E586-44FE-9CF1-320B7138CCD4}" destId="{CAA0C6F3-266B-44C7-B154-6311A7B1DD2E}" srcOrd="0" destOrd="0" presId="urn:microsoft.com/office/officeart/2005/8/layout/matrix2"/>
    <dgm:cxn modelId="{F409E971-A12A-4DFB-B267-D0B5BB34AC64}" type="presOf" srcId="{CD5C3051-901E-49EE-A39B-F79B37450A97}" destId="{99899A1F-509F-40C4-A230-3DDFBC613E93}" srcOrd="0" destOrd="0" presId="urn:microsoft.com/office/officeart/2005/8/layout/matrix2"/>
    <dgm:cxn modelId="{51647576-15EF-47FD-84DB-BD55FA8370CE}" srcId="{AAD18648-CD6A-4AAF-B0B0-08893D1ED7DA}" destId="{CD5C3051-901E-49EE-A39B-F79B37450A97}" srcOrd="0" destOrd="0" parTransId="{44504511-AD7D-494A-B655-3FAA73A4189D}" sibTransId="{DEE61DAF-6D9A-476E-9389-5AE912DDA205}"/>
    <dgm:cxn modelId="{456DBF7A-D042-4B70-8F13-8A82E462536E}" srcId="{AAD18648-CD6A-4AAF-B0B0-08893D1ED7DA}" destId="{4D7E026E-150F-4B37-85ED-7AE2B5FFE3C8}" srcOrd="3" destOrd="0" parTransId="{AB078C08-40B5-41A8-B26E-8E2EEC987FE3}" sibTransId="{4DD33A05-BB7F-403B-B8BC-87FF44FD50CC}"/>
    <dgm:cxn modelId="{C9910A8D-9893-4B9D-B853-D9D35077C1FB}" srcId="{AAD18648-CD6A-4AAF-B0B0-08893D1ED7DA}" destId="{BD2709F9-81FD-4CFE-80E9-96B2B8293DFC}" srcOrd="1" destOrd="0" parTransId="{22BA02A4-50FD-4D82-A0DE-F9187EFD0BB9}" sibTransId="{9B546B85-0D07-4358-9D16-AC71A2D07B7E}"/>
    <dgm:cxn modelId="{01E3E992-4390-4886-A6F9-C87379165990}" srcId="{AAD18648-CD6A-4AAF-B0B0-08893D1ED7DA}" destId="{C8EAD817-4B95-4C81-86F3-9AEBBDFA12C5}" srcOrd="5" destOrd="0" parTransId="{88B83C4F-3948-4245-94BC-9B76DF43A80A}" sibTransId="{1A6A0CE6-4827-479C-8FC6-A58E72693FC2}"/>
    <dgm:cxn modelId="{35696945-CE50-45AA-B557-C765D28C4BFC}" type="presParOf" srcId="{1A13AB29-2442-463D-AA3E-37D4D786A3BE}" destId="{E6D805BD-DC70-4C99-92B6-D60E06AA1E35}" srcOrd="0" destOrd="0" presId="urn:microsoft.com/office/officeart/2005/8/layout/matrix2"/>
    <dgm:cxn modelId="{8C83F53A-51A3-4D47-B732-BFF735DC3D21}" type="presParOf" srcId="{1A13AB29-2442-463D-AA3E-37D4D786A3BE}" destId="{99899A1F-509F-40C4-A230-3DDFBC613E93}" srcOrd="1" destOrd="0" presId="urn:microsoft.com/office/officeart/2005/8/layout/matrix2"/>
    <dgm:cxn modelId="{FA022772-8AC6-4788-96F8-6B9DA065B743}" type="presParOf" srcId="{1A13AB29-2442-463D-AA3E-37D4D786A3BE}" destId="{499E2347-A064-44F6-B945-2851A68E1D39}" srcOrd="2" destOrd="0" presId="urn:microsoft.com/office/officeart/2005/8/layout/matrix2"/>
    <dgm:cxn modelId="{AAB852A9-0204-427B-855B-164B0C17AC72}" type="presParOf" srcId="{1A13AB29-2442-463D-AA3E-37D4D786A3BE}" destId="{CAA0C6F3-266B-44C7-B154-6311A7B1DD2E}" srcOrd="3" destOrd="0" presId="urn:microsoft.com/office/officeart/2005/8/layout/matrix2"/>
    <dgm:cxn modelId="{0AEA9FD8-22C1-4B3A-8A74-CA96B0EE2291}" type="presParOf" srcId="{1A13AB29-2442-463D-AA3E-37D4D786A3BE}" destId="{71CE2560-77BB-4263-B1EE-808E6B273CF2}" srcOrd="4" destOrd="0" presId="urn:microsoft.com/office/officeart/2005/8/layout/matrix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D805BD-DC70-4C99-92B6-D60E06AA1E35}">
      <dsp:nvSpPr>
        <dsp:cNvPr id="0" name=""/>
        <dsp:cNvSpPr/>
      </dsp:nvSpPr>
      <dsp:spPr>
        <a:xfrm>
          <a:off x="1579474" y="0"/>
          <a:ext cx="5985051" cy="5306885"/>
        </a:xfrm>
        <a:prstGeom prst="quadArrow">
          <a:avLst>
            <a:gd name="adj1" fmla="val 2000"/>
            <a:gd name="adj2" fmla="val 4000"/>
            <a:gd name="adj3" fmla="val 5000"/>
          </a:avLst>
        </a:prstGeom>
        <a:gradFill rotWithShape="0">
          <a:gsLst>
            <a:gs pos="0">
              <a:schemeClr val="accent1">
                <a:tint val="40000"/>
                <a:hueOff val="0"/>
                <a:satOff val="0"/>
                <a:lumOff val="0"/>
                <a:alphaOff val="0"/>
                <a:shade val="51000"/>
                <a:satMod val="130000"/>
              </a:schemeClr>
            </a:gs>
            <a:gs pos="80000">
              <a:schemeClr val="accent1">
                <a:tint val="40000"/>
                <a:hueOff val="0"/>
                <a:satOff val="0"/>
                <a:lumOff val="0"/>
                <a:alphaOff val="0"/>
                <a:shade val="93000"/>
                <a:satMod val="130000"/>
              </a:schemeClr>
            </a:gs>
            <a:gs pos="100000">
              <a:schemeClr val="accent1">
                <a:tint val="40000"/>
                <a:hueOff val="0"/>
                <a:satOff val="0"/>
                <a:lumOff val="0"/>
                <a:alphaOff val="0"/>
                <a:shade val="94000"/>
                <a:satMod val="135000"/>
              </a:schemeClr>
            </a:gs>
          </a:gsLst>
          <a:lin ang="16200000" scaled="0"/>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99899A1F-509F-40C4-A230-3DDFBC613E93}">
      <dsp:nvSpPr>
        <dsp:cNvPr id="0" name=""/>
        <dsp:cNvSpPr/>
      </dsp:nvSpPr>
      <dsp:spPr>
        <a:xfrm>
          <a:off x="1713987" y="361059"/>
          <a:ext cx="2793501" cy="2122754"/>
        </a:xfrm>
        <a:prstGeom prst="roundRect">
          <a:avLst/>
        </a:prstGeom>
        <a:gradFill rotWithShape="0">
          <a:gsLst>
            <a:gs pos="0">
              <a:schemeClr val="accent1">
                <a:shade val="80000"/>
                <a:hueOff val="0"/>
                <a:satOff val="0"/>
                <a:lumOff val="0"/>
                <a:alphaOff val="0"/>
                <a:shade val="51000"/>
                <a:satMod val="130000"/>
              </a:schemeClr>
            </a:gs>
            <a:gs pos="80000">
              <a:schemeClr val="accent1">
                <a:shade val="80000"/>
                <a:hueOff val="0"/>
                <a:satOff val="0"/>
                <a:lumOff val="0"/>
                <a:alphaOff val="0"/>
                <a:shade val="93000"/>
                <a:satMod val="130000"/>
              </a:schemeClr>
            </a:gs>
            <a:gs pos="100000">
              <a:schemeClr val="accent1">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ea typeface="ＭＳ Ｐゴシック" charset="-128"/>
            </a:rPr>
            <a:t>-Company reputation on the market;</a:t>
          </a:r>
        </a:p>
        <a:p>
          <a:pPr marL="0" lvl="0" indent="0" algn="l" defTabSz="533400">
            <a:lnSpc>
              <a:spcPct val="90000"/>
            </a:lnSpc>
            <a:spcBef>
              <a:spcPct val="0"/>
            </a:spcBef>
            <a:spcAft>
              <a:spcPct val="35000"/>
            </a:spcAft>
            <a:buNone/>
          </a:pPr>
          <a:r>
            <a:rPr lang="en-US" sz="1200" kern="1200" dirty="0">
              <a:ea typeface="ＭＳ Ｐゴシック" charset="-128"/>
            </a:rPr>
            <a:t>-Higher workload for the team caused by increasing claims from vendors;</a:t>
          </a:r>
        </a:p>
        <a:p>
          <a:pPr marL="0" lvl="0" indent="0" algn="l" defTabSz="533400">
            <a:lnSpc>
              <a:spcPct val="90000"/>
            </a:lnSpc>
            <a:spcBef>
              <a:spcPct val="0"/>
            </a:spcBef>
            <a:spcAft>
              <a:spcPct val="35000"/>
            </a:spcAft>
            <a:buNone/>
          </a:pPr>
          <a:r>
            <a:rPr lang="en-US" sz="1200" kern="1200" dirty="0">
              <a:ea typeface="ＭＳ Ｐゴシック" charset="-128"/>
            </a:rPr>
            <a:t>-Dissatisfied suppliers;</a:t>
          </a:r>
        </a:p>
        <a:p>
          <a:pPr marL="0" lvl="0" indent="0" algn="l" defTabSz="533400">
            <a:lnSpc>
              <a:spcPct val="90000"/>
            </a:lnSpc>
            <a:spcBef>
              <a:spcPct val="0"/>
            </a:spcBef>
            <a:spcAft>
              <a:spcPct val="35000"/>
            </a:spcAft>
            <a:buNone/>
          </a:pPr>
          <a:r>
            <a:rPr lang="en-US" sz="1200" kern="1200" dirty="0">
              <a:ea typeface="ＭＳ Ｐゴシック" charset="-128"/>
            </a:rPr>
            <a:t>-Permanent or temporary cessation of services provided by the suppliers;</a:t>
          </a:r>
        </a:p>
        <a:p>
          <a:pPr marL="0" lvl="0" indent="0" algn="l" defTabSz="533400">
            <a:lnSpc>
              <a:spcPct val="90000"/>
            </a:lnSpc>
            <a:spcBef>
              <a:spcPct val="0"/>
            </a:spcBef>
            <a:spcAft>
              <a:spcPct val="35000"/>
            </a:spcAft>
            <a:buNone/>
          </a:pPr>
          <a:r>
            <a:rPr lang="en-US" sz="1200" kern="1200" dirty="0">
              <a:ea typeface="ＭＳ Ｐゴシック" charset="-128"/>
            </a:rPr>
            <a:t>-Higher risks by adopting another payment procedures.</a:t>
          </a:r>
        </a:p>
        <a:p>
          <a:pPr marL="0" lvl="0" indent="0" algn="l" defTabSz="533400">
            <a:lnSpc>
              <a:spcPct val="90000"/>
            </a:lnSpc>
            <a:spcBef>
              <a:spcPct val="0"/>
            </a:spcBef>
            <a:spcAft>
              <a:spcPct val="35000"/>
            </a:spcAft>
            <a:buNone/>
          </a:pPr>
          <a:endParaRPr lang="en-US" sz="1200" kern="1200" dirty="0">
            <a:ea typeface="ＭＳ Ｐゴシック" charset="-128"/>
          </a:endParaRPr>
        </a:p>
      </dsp:txBody>
      <dsp:txXfrm>
        <a:off x="1817611" y="464683"/>
        <a:ext cx="2586253" cy="1915506"/>
      </dsp:txXfrm>
    </dsp:sp>
    <dsp:sp modelId="{499E2347-A064-44F6-B945-2851A68E1D39}">
      <dsp:nvSpPr>
        <dsp:cNvPr id="0" name=""/>
        <dsp:cNvSpPr/>
      </dsp:nvSpPr>
      <dsp:spPr>
        <a:xfrm>
          <a:off x="4628136" y="348322"/>
          <a:ext cx="2707126" cy="2122754"/>
        </a:xfrm>
        <a:prstGeom prst="roundRect">
          <a:avLst/>
        </a:prstGeom>
        <a:gradFill rotWithShape="0">
          <a:gsLst>
            <a:gs pos="0">
              <a:schemeClr val="accent1">
                <a:shade val="80000"/>
                <a:hueOff val="27840"/>
                <a:satOff val="7857"/>
                <a:lumOff val="7199"/>
                <a:alphaOff val="0"/>
                <a:shade val="51000"/>
                <a:satMod val="130000"/>
              </a:schemeClr>
            </a:gs>
            <a:gs pos="80000">
              <a:schemeClr val="accent1">
                <a:shade val="80000"/>
                <a:hueOff val="27840"/>
                <a:satOff val="7857"/>
                <a:lumOff val="7199"/>
                <a:alphaOff val="0"/>
                <a:shade val="93000"/>
                <a:satMod val="130000"/>
              </a:schemeClr>
            </a:gs>
            <a:gs pos="100000">
              <a:schemeClr val="accent1">
                <a:shade val="80000"/>
                <a:hueOff val="27840"/>
                <a:satOff val="7857"/>
                <a:lumOff val="719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b="0" kern="1200" dirty="0"/>
            <a:t>-Company good reputation;</a:t>
          </a:r>
        </a:p>
        <a:p>
          <a:pPr marL="0" lvl="0" indent="0" algn="l" defTabSz="533400">
            <a:lnSpc>
              <a:spcPct val="90000"/>
            </a:lnSpc>
            <a:spcBef>
              <a:spcPct val="0"/>
            </a:spcBef>
            <a:spcAft>
              <a:spcPct val="35000"/>
            </a:spcAft>
            <a:buNone/>
          </a:pPr>
          <a:r>
            <a:rPr lang="en-US" sz="1200" b="0" kern="1200" dirty="0"/>
            <a:t>-Satisfied suppliers;</a:t>
          </a:r>
        </a:p>
        <a:p>
          <a:pPr marL="0" lvl="0" indent="0" algn="l" defTabSz="533400">
            <a:lnSpc>
              <a:spcPct val="90000"/>
            </a:lnSpc>
            <a:spcBef>
              <a:spcPct val="0"/>
            </a:spcBef>
            <a:spcAft>
              <a:spcPct val="35000"/>
            </a:spcAft>
            <a:buNone/>
          </a:pPr>
          <a:r>
            <a:rPr lang="en-US" sz="1200" b="0" kern="1200" dirty="0"/>
            <a:t>- Decrease of vendor claims – decrease in helpdesk queries;</a:t>
          </a:r>
        </a:p>
        <a:p>
          <a:pPr marL="0" lvl="0" indent="0" algn="l" defTabSz="533400">
            <a:lnSpc>
              <a:spcPct val="90000"/>
            </a:lnSpc>
            <a:spcBef>
              <a:spcPct val="0"/>
            </a:spcBef>
            <a:spcAft>
              <a:spcPct val="35000"/>
            </a:spcAft>
            <a:buNone/>
          </a:pPr>
          <a:r>
            <a:rPr lang="en-US" sz="1200" b="0" kern="1200" dirty="0"/>
            <a:t>-No interruption from the services provided by the suppliers.                                                             </a:t>
          </a:r>
        </a:p>
      </dsp:txBody>
      <dsp:txXfrm>
        <a:off x="4731760" y="451946"/>
        <a:ext cx="2499878" cy="1915506"/>
      </dsp:txXfrm>
    </dsp:sp>
    <dsp:sp modelId="{CAA0C6F3-266B-44C7-B154-6311A7B1DD2E}">
      <dsp:nvSpPr>
        <dsp:cNvPr id="0" name=""/>
        <dsp:cNvSpPr/>
      </dsp:nvSpPr>
      <dsp:spPr>
        <a:xfrm>
          <a:off x="1713987" y="2882742"/>
          <a:ext cx="2791846" cy="2122754"/>
        </a:xfrm>
        <a:prstGeom prst="roundRect">
          <a:avLst/>
        </a:prstGeom>
        <a:gradFill rotWithShape="0">
          <a:gsLst>
            <a:gs pos="0">
              <a:schemeClr val="accent1">
                <a:shade val="80000"/>
                <a:hueOff val="55680"/>
                <a:satOff val="15713"/>
                <a:lumOff val="14397"/>
                <a:alphaOff val="0"/>
                <a:shade val="51000"/>
                <a:satMod val="130000"/>
              </a:schemeClr>
            </a:gs>
            <a:gs pos="80000">
              <a:schemeClr val="accent1">
                <a:shade val="80000"/>
                <a:hueOff val="55680"/>
                <a:satOff val="15713"/>
                <a:lumOff val="14397"/>
                <a:alphaOff val="0"/>
                <a:shade val="93000"/>
                <a:satMod val="130000"/>
              </a:schemeClr>
            </a:gs>
            <a:gs pos="100000">
              <a:schemeClr val="accent1">
                <a:shade val="80000"/>
                <a:hueOff val="55680"/>
                <a:satOff val="15713"/>
                <a:lumOff val="14397"/>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b="0" kern="1200" dirty="0"/>
            <a:t>-Loss of suppliers;</a:t>
          </a:r>
        </a:p>
        <a:p>
          <a:pPr marL="0" lvl="0" indent="0" algn="l" defTabSz="533400">
            <a:lnSpc>
              <a:spcPct val="90000"/>
            </a:lnSpc>
            <a:spcBef>
              <a:spcPct val="0"/>
            </a:spcBef>
            <a:spcAft>
              <a:spcPct val="35000"/>
            </a:spcAft>
            <a:buNone/>
          </a:pPr>
          <a:r>
            <a:rPr lang="en-US" sz="1200" b="0" kern="1200" dirty="0"/>
            <a:t>-Negative financial impact caused by the legal fees applied for late payments;</a:t>
          </a:r>
        </a:p>
        <a:p>
          <a:pPr marL="0" lvl="0" indent="0" algn="l" defTabSz="533400">
            <a:lnSpc>
              <a:spcPct val="90000"/>
            </a:lnSpc>
            <a:spcBef>
              <a:spcPct val="0"/>
            </a:spcBef>
            <a:spcAft>
              <a:spcPct val="35000"/>
            </a:spcAft>
            <a:buNone/>
          </a:pPr>
          <a:r>
            <a:rPr lang="en-US" sz="1200" b="0" kern="1200" dirty="0"/>
            <a:t>-Lack of transparency regarding costs.</a:t>
          </a:r>
        </a:p>
      </dsp:txBody>
      <dsp:txXfrm>
        <a:off x="1817611" y="2986366"/>
        <a:ext cx="2584598" cy="1915506"/>
      </dsp:txXfrm>
    </dsp:sp>
    <dsp:sp modelId="{71CE2560-77BB-4263-B1EE-808E6B273CF2}">
      <dsp:nvSpPr>
        <dsp:cNvPr id="0" name=""/>
        <dsp:cNvSpPr/>
      </dsp:nvSpPr>
      <dsp:spPr>
        <a:xfrm>
          <a:off x="4758494" y="2851389"/>
          <a:ext cx="2781762" cy="2122754"/>
        </a:xfrm>
        <a:prstGeom prst="roundRect">
          <a:avLst/>
        </a:prstGeom>
        <a:gradFill rotWithShape="0">
          <a:gsLst>
            <a:gs pos="0">
              <a:schemeClr val="accent1">
                <a:shade val="80000"/>
                <a:hueOff val="83520"/>
                <a:satOff val="23570"/>
                <a:lumOff val="21596"/>
                <a:alphaOff val="0"/>
                <a:shade val="51000"/>
                <a:satMod val="130000"/>
              </a:schemeClr>
            </a:gs>
            <a:gs pos="80000">
              <a:schemeClr val="accent1">
                <a:shade val="80000"/>
                <a:hueOff val="83520"/>
                <a:satOff val="23570"/>
                <a:lumOff val="21596"/>
                <a:alphaOff val="0"/>
                <a:shade val="93000"/>
                <a:satMod val="130000"/>
              </a:schemeClr>
            </a:gs>
            <a:gs pos="100000">
              <a:schemeClr val="accent1">
                <a:shade val="80000"/>
                <a:hueOff val="83520"/>
                <a:satOff val="23570"/>
                <a:lumOff val="21596"/>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t>-No fees;</a:t>
          </a:r>
        </a:p>
        <a:p>
          <a:pPr marL="0" lvl="0" indent="0" algn="l" defTabSz="533400">
            <a:lnSpc>
              <a:spcPct val="90000"/>
            </a:lnSpc>
            <a:spcBef>
              <a:spcPct val="0"/>
            </a:spcBef>
            <a:spcAft>
              <a:spcPct val="35000"/>
            </a:spcAft>
            <a:buNone/>
          </a:pPr>
          <a:r>
            <a:rPr lang="en-US" sz="1200" kern="1200" dirty="0"/>
            <a:t>-Control of costs and budgets;</a:t>
          </a:r>
        </a:p>
        <a:p>
          <a:pPr marL="0" lvl="0" indent="0" algn="l" defTabSz="533400">
            <a:lnSpc>
              <a:spcPct val="90000"/>
            </a:lnSpc>
            <a:spcBef>
              <a:spcPct val="0"/>
            </a:spcBef>
            <a:spcAft>
              <a:spcPct val="35000"/>
            </a:spcAft>
            <a:buNone/>
          </a:pPr>
          <a:r>
            <a:rPr lang="en-US" sz="1200" kern="1200" dirty="0"/>
            <a:t>-Correct allocation of costs and budget planning in accounting periods;</a:t>
          </a:r>
        </a:p>
        <a:p>
          <a:pPr marL="0" lvl="0" indent="0" algn="l" defTabSz="533400">
            <a:lnSpc>
              <a:spcPct val="90000"/>
            </a:lnSpc>
            <a:spcBef>
              <a:spcPct val="0"/>
            </a:spcBef>
            <a:spcAft>
              <a:spcPct val="35000"/>
            </a:spcAft>
            <a:buNone/>
          </a:pPr>
          <a:r>
            <a:rPr lang="en-US" sz="1200" kern="1200" dirty="0"/>
            <a:t>-Positive financial impact.</a:t>
          </a:r>
        </a:p>
      </dsp:txBody>
      <dsp:txXfrm>
        <a:off x="4862118" y="2955013"/>
        <a:ext cx="2574514" cy="1915506"/>
      </dsp:txXfrm>
    </dsp:sp>
  </dsp:spTree>
</dsp:drawing>
</file>

<file path=ppt/diagrams/layout1.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2E598E-A764-41BE-B60E-2B4B83A1D4A6}" type="datetimeFigureOut">
              <a:rPr lang="en-US" smtClean="0"/>
              <a:t>4/10/2023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F9EEA3-FB66-47C5-A2F7-86DE80C3F544}" type="slidenum">
              <a:rPr lang="en-US" smtClean="0"/>
              <a:t>‹#›</a:t>
            </a:fld>
            <a:endParaRPr lang="en-US"/>
          </a:p>
        </p:txBody>
      </p:sp>
    </p:spTree>
    <p:extLst>
      <p:ext uri="{BB962C8B-B14F-4D97-AF65-F5344CB8AC3E}">
        <p14:creationId xmlns:p14="http://schemas.microsoft.com/office/powerpoint/2010/main" val="8778331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E9718DD-4AAF-4D8A-BA7D-B91CCB27E3C3}" type="slidenum">
              <a:rPr lang="en-IN" smtClean="0"/>
              <a:t>7</a:t>
            </a:fld>
            <a:endParaRPr lang="en-IN"/>
          </a:p>
        </p:txBody>
      </p:sp>
    </p:spTree>
    <p:extLst>
      <p:ext uri="{BB962C8B-B14F-4D97-AF65-F5344CB8AC3E}">
        <p14:creationId xmlns:p14="http://schemas.microsoft.com/office/powerpoint/2010/main" val="274761980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Master" Target="../slideMasters/slideMaster1.xml"/><Relationship Id="rId4" Type="http://schemas.openxmlformats.org/officeDocument/2006/relationships/image" Target="../media/image5.tiff"/></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Master" Target="../slideMasters/slideMaster1.xml"/><Relationship Id="rId4" Type="http://schemas.openxmlformats.org/officeDocument/2006/relationships/image" Target="../media/image5.tiff"/></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3.emf"/><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4.emf"/><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3.emf"/><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4.emf"/><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tif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emf"/><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genda Slide Option 1">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 y="0"/>
            <a:ext cx="12188952" cy="6872513"/>
          </a:xfrm>
          <a:prstGeom prst="rect">
            <a:avLst/>
          </a:prstGeom>
        </p:spPr>
      </p:pic>
      <p:sp>
        <p:nvSpPr>
          <p:cNvPr id="4" name="Text Placeholder 3"/>
          <p:cNvSpPr>
            <a:spLocks noGrp="1"/>
          </p:cNvSpPr>
          <p:nvPr>
            <p:ph type="body" sz="quarter" idx="10" hasCustomPrompt="1"/>
          </p:nvPr>
        </p:nvSpPr>
        <p:spPr>
          <a:xfrm>
            <a:off x="464594" y="468090"/>
            <a:ext cx="4114800" cy="533400"/>
          </a:xfrm>
          <a:prstGeom prst="rect">
            <a:avLst/>
          </a:prstGeom>
        </p:spPr>
        <p:txBody>
          <a:bodyPr/>
          <a:lstStyle>
            <a:lvl1pPr>
              <a:defRPr sz="3200">
                <a:solidFill>
                  <a:schemeClr val="bg1"/>
                </a:solidFill>
                <a:latin typeface="+mj-lt"/>
              </a:defRPr>
            </a:lvl1pPr>
          </a:lstStyle>
          <a:p>
            <a:r>
              <a:rPr lang="en-US" sz="3200" dirty="0">
                <a:solidFill>
                  <a:schemeClr val="bg1"/>
                </a:solidFill>
              </a:rPr>
              <a:t>Agenda</a:t>
            </a:r>
            <a:r>
              <a:rPr lang="ko-KR" altLang="en-US" sz="3200" dirty="0">
                <a:solidFill>
                  <a:schemeClr val="bg1"/>
                </a:solidFill>
              </a:rPr>
              <a:t> </a:t>
            </a:r>
            <a:r>
              <a:rPr lang="en-US" altLang="ko-KR" sz="3200" dirty="0">
                <a:solidFill>
                  <a:schemeClr val="bg1"/>
                </a:solidFill>
              </a:rPr>
              <a:t>opt 1</a:t>
            </a:r>
            <a:endParaRPr lang="en-US" sz="3200" dirty="0">
              <a:solidFill>
                <a:schemeClr val="bg1"/>
              </a:solidFill>
            </a:endParaRPr>
          </a:p>
        </p:txBody>
      </p:sp>
      <p:pic>
        <p:nvPicPr>
          <p:cNvPr id="22" name="Picture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74375" y="6446360"/>
            <a:ext cx="868156" cy="340728"/>
          </a:xfrm>
          <a:prstGeom prst="rect">
            <a:avLst/>
          </a:prstGeom>
        </p:spPr>
      </p:pic>
      <p:sp>
        <p:nvSpPr>
          <p:cNvPr id="2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bg1"/>
                </a:solidFill>
                <a:latin typeface="+mn-lt"/>
              </a:rPr>
              <a:pPr/>
              <a:t>‹#›</a:t>
            </a:fld>
            <a:endParaRPr lang="en-US" b="1" dirty="0">
              <a:solidFill>
                <a:schemeClr val="bg1"/>
              </a:solidFill>
              <a:latin typeface="+mn-lt"/>
            </a:endParaRPr>
          </a:p>
        </p:txBody>
      </p:sp>
      <p:sp>
        <p:nvSpPr>
          <p:cNvPr id="27" name="TextBox 2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bg1"/>
                </a:solidFill>
                <a:latin typeface="+mn-lt"/>
                <a:ea typeface="Georgia" charset="0"/>
                <a:cs typeface="Georgia" charset="0"/>
              </a:rPr>
              <a:t>® 2017 Copyright  . All Rights Reserved.</a:t>
            </a:r>
          </a:p>
        </p:txBody>
      </p:sp>
      <p:sp>
        <p:nvSpPr>
          <p:cNvPr id="8" name="Text Placeholder 5"/>
          <p:cNvSpPr>
            <a:spLocks noGrp="1"/>
          </p:cNvSpPr>
          <p:nvPr>
            <p:ph type="body" sz="quarter" idx="11" hasCustomPrompt="1"/>
          </p:nvPr>
        </p:nvSpPr>
        <p:spPr>
          <a:xfrm>
            <a:off x="464594" y="1828800"/>
            <a:ext cx="9067800" cy="434340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Tx/>
              <a:buNone/>
              <a:tabLst/>
              <a:defRPr sz="2000">
                <a:solidFill>
                  <a:schemeClr val="bg1"/>
                </a:solidFill>
              </a:defRPr>
            </a:lvl1pPr>
            <a:lvl2pPr>
              <a:defRPr sz="2200">
                <a:solidFill>
                  <a:schemeClr val="bg1"/>
                </a:solidFill>
              </a:defRPr>
            </a:lvl2pPr>
            <a:lvl3pPr>
              <a:defRPr sz="1600">
                <a:solidFill>
                  <a:schemeClr val="bg1"/>
                </a:solidFill>
              </a:defRPr>
            </a:lvl3pPr>
            <a:lvl4pPr>
              <a:defRPr sz="2000">
                <a:solidFill>
                  <a:schemeClr val="bg1"/>
                </a:solidFill>
              </a:defRPr>
            </a:lvl4pPr>
            <a:lvl5pPr>
              <a:defRPr sz="2000">
                <a:solidFill>
                  <a:schemeClr val="bg1"/>
                </a:solidFill>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bg1"/>
                </a:solidFill>
                <a:effectLst/>
                <a:uLnTx/>
                <a:uFillTx/>
                <a:latin typeface="Georgia" charset="0"/>
                <a:ea typeface="Georgia" charset="0"/>
                <a:cs typeface="Georgia" charset="0"/>
              </a:rPr>
              <a:t>Lorem ipsum dolor sit </a:t>
            </a:r>
            <a:r>
              <a:rPr kumimoji="0" lang="en-US" sz="2000" b="0" i="0" u="none" strike="noStrike" kern="1200" cap="none" spc="0" normalizeH="0" baseline="0" noProof="0" dirty="0" err="1">
                <a:ln>
                  <a:noFill/>
                </a:ln>
                <a:solidFill>
                  <a:schemeClr val="bg1"/>
                </a:solidFill>
                <a:effectLst/>
                <a:uLnTx/>
                <a:uFillTx/>
                <a:latin typeface="Georgia" charset="0"/>
                <a:ea typeface="Georgia" charset="0"/>
                <a:cs typeface="Georgia" charset="0"/>
              </a:rPr>
              <a:t>amet</a:t>
            </a:r>
            <a:r>
              <a:rPr lang="en-US" dirty="0"/>
              <a:t>						1</a:t>
            </a:r>
          </a:p>
          <a:p>
            <a:pPr marL="914400" marR="0" lvl="2" indent="0" algn="l" defTabSz="914400" rtl="0" eaLnBrk="1" fontAlgn="auto" latinLnBrk="0" hangingPunct="1">
              <a:lnSpc>
                <a:spcPct val="100000"/>
              </a:lnSpc>
              <a:spcBef>
                <a:spcPts val="0"/>
              </a:spcBef>
              <a:spcAft>
                <a:spcPts val="0"/>
              </a:spcAft>
              <a:buClrTx/>
              <a:buSzTx/>
              <a:buFontTx/>
              <a:buNone/>
              <a:tabLst/>
              <a:defRPr/>
            </a:pPr>
            <a:endParaRPr lang="en-US" sz="2000" dirty="0">
              <a:solidFill>
                <a:schemeClr val="bg1"/>
              </a:solidFill>
              <a:latin typeface="Georgia" charset="0"/>
              <a:ea typeface="Georgia" charset="0"/>
              <a:cs typeface="Georgia" charset="0"/>
            </a:endParaRPr>
          </a:p>
        </p:txBody>
      </p:sp>
    </p:spTree>
    <p:extLst>
      <p:ext uri="{BB962C8B-B14F-4D97-AF65-F5344CB8AC3E}">
        <p14:creationId xmlns:p14="http://schemas.microsoft.com/office/powerpoint/2010/main" val="275446316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Slide Option 2">
    <p:spTree>
      <p:nvGrpSpPr>
        <p:cNvPr id="1" name=""/>
        <p:cNvGrpSpPr/>
        <p:nvPr/>
      </p:nvGrpSpPr>
      <p:grpSpPr>
        <a:xfrm>
          <a:off x="0" y="0"/>
          <a:ext cx="0" cy="0"/>
          <a:chOff x="0" y="0"/>
          <a:chExt cx="0" cy="0"/>
        </a:xfrm>
      </p:grpSpPr>
      <p:pic>
        <p:nvPicPr>
          <p:cNvPr id="16" name="Picture 1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4" name="Text Placeholder 3"/>
          <p:cNvSpPr>
            <a:spLocks noGrp="1"/>
          </p:cNvSpPr>
          <p:nvPr>
            <p:ph type="body" sz="quarter" idx="10" hasCustomPrompt="1"/>
          </p:nvPr>
        </p:nvSpPr>
        <p:spPr>
          <a:xfrm>
            <a:off x="464594" y="468090"/>
            <a:ext cx="4114800" cy="533400"/>
          </a:xfrm>
          <a:prstGeom prst="rect">
            <a:avLst/>
          </a:prstGeom>
        </p:spPr>
        <p:txBody>
          <a:bodyPr/>
          <a:lstStyle>
            <a:lvl1pPr>
              <a:defRPr sz="3200">
                <a:solidFill>
                  <a:schemeClr val="bg1"/>
                </a:solidFill>
                <a:latin typeface="+mj-lt"/>
              </a:defRPr>
            </a:lvl1pPr>
          </a:lstStyle>
          <a:p>
            <a:r>
              <a:rPr lang="en-US" sz="3200" dirty="0">
                <a:solidFill>
                  <a:schemeClr val="bg1"/>
                </a:solidFill>
              </a:rPr>
              <a:t>Agenda</a:t>
            </a:r>
            <a:r>
              <a:rPr lang="ko-KR" altLang="en-US" sz="3200" dirty="0">
                <a:solidFill>
                  <a:schemeClr val="bg1"/>
                </a:solidFill>
              </a:rPr>
              <a:t> </a:t>
            </a:r>
            <a:r>
              <a:rPr lang="en-US" altLang="ko-KR" sz="3200" dirty="0">
                <a:solidFill>
                  <a:schemeClr val="bg1"/>
                </a:solidFill>
              </a:rPr>
              <a:t>opt 1</a:t>
            </a:r>
            <a:endParaRPr lang="en-US" sz="3200" dirty="0">
              <a:solidFill>
                <a:schemeClr val="bg1"/>
              </a:solidFill>
            </a:endParaRPr>
          </a:p>
        </p:txBody>
      </p:sp>
      <p:pic>
        <p:nvPicPr>
          <p:cNvPr id="24" name="Pictur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74375" y="6446360"/>
            <a:ext cx="868156" cy="340728"/>
          </a:xfrm>
          <a:prstGeom prst="rect">
            <a:avLst/>
          </a:prstGeom>
        </p:spPr>
      </p:pic>
      <p:sp>
        <p:nvSpPr>
          <p:cNvPr id="2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bg1"/>
                </a:solidFill>
                <a:latin typeface="+mn-lt"/>
              </a:rPr>
              <a:pPr/>
              <a:t>‹#›</a:t>
            </a:fld>
            <a:endParaRPr lang="en-US" b="1" dirty="0">
              <a:solidFill>
                <a:schemeClr val="bg1"/>
              </a:solidFill>
              <a:latin typeface="+mn-lt"/>
            </a:endParaRPr>
          </a:p>
        </p:txBody>
      </p:sp>
      <p:sp>
        <p:nvSpPr>
          <p:cNvPr id="27" name="TextBox 2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bg1"/>
                </a:solidFill>
                <a:latin typeface="+mn-lt"/>
                <a:ea typeface="Georgia" charset="0"/>
                <a:cs typeface="Georgia" charset="0"/>
              </a:rPr>
              <a:t>® 2017 Copyright  . All Rights Reserved.</a:t>
            </a:r>
          </a:p>
        </p:txBody>
      </p:sp>
      <p:sp>
        <p:nvSpPr>
          <p:cNvPr id="9" name="Text Placeholder 2"/>
          <p:cNvSpPr>
            <a:spLocks noGrp="1"/>
          </p:cNvSpPr>
          <p:nvPr>
            <p:ph type="body" sz="quarter" idx="11" hasCustomPrompt="1"/>
          </p:nvPr>
        </p:nvSpPr>
        <p:spPr>
          <a:xfrm>
            <a:off x="464594" y="1828800"/>
            <a:ext cx="9067800" cy="4343400"/>
          </a:xfrm>
          <a:prstGeom prst="rect">
            <a:avLst/>
          </a:prstGeom>
        </p:spPr>
        <p:txBody>
          <a:bodyPr/>
          <a:lstStyle>
            <a:lvl1pPr>
              <a:defRPr sz="2000">
                <a:solidFill>
                  <a:schemeClr val="bg1"/>
                </a:solidFill>
              </a:defRPr>
            </a:lvl1pPr>
          </a:lstStyle>
          <a:p>
            <a:pPr lvl="0"/>
            <a:r>
              <a:rPr lang="en-US" dirty="0"/>
              <a:t>Lorem ipsum dolor sit </a:t>
            </a:r>
            <a:r>
              <a:rPr lang="en-US" dirty="0" err="1"/>
              <a:t>amet</a:t>
            </a:r>
            <a:r>
              <a:rPr lang="en-US" dirty="0"/>
              <a:t>					1</a:t>
            </a:r>
          </a:p>
          <a:p>
            <a:pPr lvl="2"/>
            <a:endParaRPr lang="en-US" dirty="0"/>
          </a:p>
          <a:p>
            <a:endParaRPr lang="en-US" dirty="0"/>
          </a:p>
        </p:txBody>
      </p:sp>
    </p:spTree>
    <p:extLst>
      <p:ext uri="{BB962C8B-B14F-4D97-AF65-F5344CB8AC3E}">
        <p14:creationId xmlns:p14="http://schemas.microsoft.com/office/powerpoint/2010/main" val="227695780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Slide Option 3">
    <p:spTree>
      <p:nvGrpSpPr>
        <p:cNvPr id="1" name=""/>
        <p:cNvGrpSpPr/>
        <p:nvPr/>
      </p:nvGrpSpPr>
      <p:grpSpPr>
        <a:xfrm>
          <a:off x="0" y="0"/>
          <a:ext cx="0" cy="0"/>
          <a:chOff x="0" y="0"/>
          <a:chExt cx="0" cy="0"/>
        </a:xfrm>
      </p:grpSpPr>
      <p:pic>
        <p:nvPicPr>
          <p:cNvPr id="23" name="Picture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5" y="0"/>
            <a:ext cx="12188950" cy="6857999"/>
          </a:xfrm>
          <a:prstGeom prst="rect">
            <a:avLst/>
          </a:prstGeom>
        </p:spPr>
      </p:pic>
      <p:pic>
        <p:nvPicPr>
          <p:cNvPr id="26" name="Picture 25"/>
          <p:cNvPicPr>
            <a:picLocks noChangeAspect="1"/>
          </p:cNvPicPr>
          <p:nvPr userDrawn="1"/>
        </p:nvPicPr>
        <p:blipFill>
          <a:blip r:embed="rId3"/>
          <a:stretch>
            <a:fillRect/>
          </a:stretch>
        </p:blipFill>
        <p:spPr>
          <a:xfrm>
            <a:off x="10893034" y="6462131"/>
            <a:ext cx="839972" cy="309081"/>
          </a:xfrm>
          <a:prstGeom prst="rect">
            <a:avLst/>
          </a:prstGeom>
        </p:spPr>
      </p:pic>
      <p:sp>
        <p:nvSpPr>
          <p:cNvPr id="29" name="Text Placeholder 28"/>
          <p:cNvSpPr>
            <a:spLocks noGrp="1"/>
          </p:cNvSpPr>
          <p:nvPr>
            <p:ph type="body" sz="quarter" idx="10" hasCustomPrompt="1"/>
          </p:nvPr>
        </p:nvSpPr>
        <p:spPr>
          <a:xfrm>
            <a:off x="464594" y="468090"/>
            <a:ext cx="3276600" cy="609600"/>
          </a:xfrm>
          <a:prstGeom prst="rect">
            <a:avLst/>
          </a:prstGeom>
        </p:spPr>
        <p:txBody>
          <a:bodyPr/>
          <a:lstStyle>
            <a:lvl1pPr>
              <a:defRPr sz="3200">
                <a:solidFill>
                  <a:schemeClr val="accent6"/>
                </a:solidFill>
              </a:defRPr>
            </a:lvl1pPr>
          </a:lstStyle>
          <a:p>
            <a:pPr lvl="0"/>
            <a:r>
              <a:rPr lang="en-US" dirty="0"/>
              <a:t>Agenda opt 3</a:t>
            </a:r>
            <a:endParaRPr lang="en-IN" dirty="0"/>
          </a:p>
        </p:txBody>
      </p:sp>
      <p:sp>
        <p:nvSpPr>
          <p:cNvPr id="32" name="Text Placeholder 31"/>
          <p:cNvSpPr>
            <a:spLocks noGrp="1"/>
          </p:cNvSpPr>
          <p:nvPr>
            <p:ph type="body" sz="quarter" idx="11" hasCustomPrompt="1"/>
          </p:nvPr>
        </p:nvSpPr>
        <p:spPr>
          <a:xfrm>
            <a:off x="464594" y="1828800"/>
            <a:ext cx="10283434" cy="3429000"/>
          </a:xfrm>
          <a:prstGeom prst="rect">
            <a:avLst/>
          </a:prstGeom>
        </p:spPr>
        <p:txBody>
          <a:bodyPr/>
          <a:lstStyle>
            <a:lvl1pPr>
              <a:defRPr sz="2000">
                <a:solidFill>
                  <a:schemeClr val="accent6"/>
                </a:solidFill>
              </a:defRPr>
            </a:lvl1pPr>
            <a:lvl2pPr>
              <a:defRPr sz="1800">
                <a:solidFill>
                  <a:srgbClr val="073262"/>
                </a:solidFill>
              </a:defRPr>
            </a:lvl2pPr>
            <a:lvl3pPr>
              <a:defRPr sz="1600">
                <a:solidFill>
                  <a:schemeClr val="tx2"/>
                </a:solidFill>
              </a:defRPr>
            </a:lvl3pPr>
            <a:lvl4pPr>
              <a:defRPr sz="2000">
                <a:solidFill>
                  <a:schemeClr val="tx2"/>
                </a:solidFill>
              </a:defRPr>
            </a:lvl4pPr>
            <a:lvl5pPr>
              <a:defRPr sz="2000">
                <a:solidFill>
                  <a:schemeClr val="tx2"/>
                </a:solidFill>
              </a:defRPr>
            </a:lvl5pPr>
          </a:lstStyle>
          <a:p>
            <a:pPr lvl="0"/>
            <a:r>
              <a:rPr lang="en-US" dirty="0"/>
              <a:t>Lorem ipsum dolor sit </a:t>
            </a:r>
            <a:r>
              <a:rPr lang="en-US" dirty="0" err="1"/>
              <a:t>amet</a:t>
            </a:r>
            <a:r>
              <a:rPr lang="en-US" dirty="0"/>
              <a:t>					1</a:t>
            </a:r>
          </a:p>
          <a:p>
            <a:pPr lvl="2"/>
            <a:endParaRPr lang="en-US" dirty="0"/>
          </a:p>
        </p:txBody>
      </p:sp>
      <p:sp>
        <p:nvSpPr>
          <p:cNvPr id="41"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42" name="TextBox 41"/>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 All Rights Reserved.</a:t>
            </a:r>
          </a:p>
        </p:txBody>
      </p:sp>
    </p:spTree>
    <p:extLst>
      <p:ext uri="{BB962C8B-B14F-4D97-AF65-F5344CB8AC3E}">
        <p14:creationId xmlns:p14="http://schemas.microsoft.com/office/powerpoint/2010/main" val="9531136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Slide Option 1">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6" y="0"/>
            <a:ext cx="12188948" cy="6872512"/>
          </a:xfrm>
          <a:prstGeom prst="rect">
            <a:avLst/>
          </a:prstGeom>
        </p:spPr>
      </p:pic>
      <p:sp>
        <p:nvSpPr>
          <p:cNvPr id="4"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bg1"/>
                </a:solidFill>
                <a:latin typeface="+mn-lt"/>
              </a:rPr>
              <a:pPr/>
              <a:t>‹#›</a:t>
            </a:fld>
            <a:endParaRPr lang="en-US" b="1" dirty="0">
              <a:solidFill>
                <a:schemeClr val="bg1"/>
              </a:solidFill>
              <a:latin typeface="+mn-lt"/>
            </a:endParaRPr>
          </a:p>
        </p:txBody>
      </p:sp>
      <p:sp>
        <p:nvSpPr>
          <p:cNvPr id="5" name="TextBox 4"/>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bg1"/>
                </a:solidFill>
                <a:latin typeface="+mn-lt"/>
                <a:ea typeface="Georgia" charset="0"/>
                <a:cs typeface="Georgia" charset="0"/>
              </a:rPr>
              <a:t>® 2017 Copyright  . All Rights Reserved.</a:t>
            </a:r>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74375" y="6446360"/>
            <a:ext cx="868156" cy="340728"/>
          </a:xfrm>
          <a:prstGeom prst="rect">
            <a:avLst/>
          </a:prstGeom>
        </p:spPr>
      </p:pic>
      <p:sp>
        <p:nvSpPr>
          <p:cNvPr id="8" name="Text Placeholder 7"/>
          <p:cNvSpPr>
            <a:spLocks noGrp="1"/>
          </p:cNvSpPr>
          <p:nvPr>
            <p:ph type="body" sz="quarter" idx="10" hasCustomPrompt="1"/>
          </p:nvPr>
        </p:nvSpPr>
        <p:spPr>
          <a:xfrm>
            <a:off x="464594" y="2473184"/>
            <a:ext cx="6397625" cy="1600200"/>
          </a:xfrm>
          <a:prstGeom prst="rect">
            <a:avLst/>
          </a:prstGeom>
        </p:spPr>
        <p:txBody>
          <a:bodyPr anchor="ctr"/>
          <a:lstStyle>
            <a:lvl1pPr>
              <a:defRPr sz="4800">
                <a:solidFill>
                  <a:schemeClr val="bg1"/>
                </a:solidFill>
              </a:defRPr>
            </a:lvl1pPr>
            <a:lvl2pPr>
              <a:defRPr sz="4800">
                <a:solidFill>
                  <a:schemeClr val="bg1"/>
                </a:solidFill>
              </a:defRPr>
            </a:lvl2pPr>
            <a:lvl3pPr>
              <a:defRPr sz="4800">
                <a:solidFill>
                  <a:schemeClr val="bg1"/>
                </a:solidFill>
              </a:defRPr>
            </a:lvl3pPr>
            <a:lvl4pPr>
              <a:defRPr sz="4800">
                <a:solidFill>
                  <a:schemeClr val="bg1"/>
                </a:solidFill>
              </a:defRPr>
            </a:lvl4pPr>
            <a:lvl5pPr>
              <a:defRPr sz="4800">
                <a:solidFill>
                  <a:schemeClr val="bg1"/>
                </a:solidFill>
              </a:defRPr>
            </a:lvl5pPr>
          </a:lstStyle>
          <a:p>
            <a:r>
              <a:rPr lang="en-US" sz="4800" dirty="0">
                <a:solidFill>
                  <a:schemeClr val="bg1"/>
                </a:solidFill>
              </a:rPr>
              <a:t>Divider slide options Lorem ipsum dolor</a:t>
            </a:r>
          </a:p>
        </p:txBody>
      </p:sp>
      <p:sp>
        <p:nvSpPr>
          <p:cNvPr id="11" name="Text Placeholder 10"/>
          <p:cNvSpPr>
            <a:spLocks noGrp="1"/>
          </p:cNvSpPr>
          <p:nvPr>
            <p:ph type="body" sz="quarter" idx="11" hasCustomPrompt="1"/>
          </p:nvPr>
        </p:nvSpPr>
        <p:spPr>
          <a:xfrm>
            <a:off x="464593" y="4267200"/>
            <a:ext cx="6397625" cy="381000"/>
          </a:xfrm>
          <a:prstGeom prst="rect">
            <a:avLst/>
          </a:prstGeom>
        </p:spPr>
        <p:txBody>
          <a:bodyPr anchor="ctr"/>
          <a:lstStyle>
            <a:lvl1pPr>
              <a:defRPr sz="1800">
                <a:solidFill>
                  <a:schemeClr val="bg1"/>
                </a:solidFill>
                <a:latin typeface="+mj-lt"/>
              </a:defRPr>
            </a:lvl1pPr>
            <a:lvl2pPr>
              <a:defRPr>
                <a:solidFill>
                  <a:schemeClr val="bg1"/>
                </a:solidFill>
                <a:latin typeface="Calibri" panose="020F0502020204030204" pitchFamily="34" charset="0"/>
              </a:defRPr>
            </a:lvl2pPr>
            <a:lvl3pPr>
              <a:defRPr>
                <a:solidFill>
                  <a:schemeClr val="bg1"/>
                </a:solidFill>
                <a:latin typeface="Calibri" panose="020F0502020204030204" pitchFamily="34" charset="0"/>
              </a:defRPr>
            </a:lvl3pPr>
            <a:lvl4pPr>
              <a:defRPr>
                <a:solidFill>
                  <a:schemeClr val="bg1"/>
                </a:solidFill>
                <a:latin typeface="Calibri" panose="020F0502020204030204" pitchFamily="34" charset="0"/>
              </a:defRPr>
            </a:lvl4pPr>
            <a:lvl5pPr>
              <a:defRPr>
                <a:solidFill>
                  <a:schemeClr val="bg1"/>
                </a:solidFill>
                <a:latin typeface="Calibri" panose="020F0502020204030204" pitchFamily="34" charset="0"/>
              </a:defRPr>
            </a:lvl5pPr>
          </a:lstStyle>
          <a:p>
            <a:pPr lvl="0"/>
            <a:r>
              <a:rPr lang="en-US" dirty="0"/>
              <a:t>Subtitle, if needed</a:t>
            </a:r>
            <a:endParaRPr lang="en-IN" dirty="0"/>
          </a:p>
        </p:txBody>
      </p:sp>
    </p:spTree>
    <p:extLst>
      <p:ext uri="{BB962C8B-B14F-4D97-AF65-F5344CB8AC3E}">
        <p14:creationId xmlns:p14="http://schemas.microsoft.com/office/powerpoint/2010/main" val="142890037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Slide Option 2">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7" y="0"/>
            <a:ext cx="12188946" cy="6872511"/>
          </a:xfrm>
          <a:prstGeom prst="rect">
            <a:avLst/>
          </a:prstGeom>
        </p:spPr>
      </p:pic>
      <p:sp>
        <p:nvSpPr>
          <p:cNvPr id="4"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prstClr val="white"/>
                </a:solidFill>
                <a:latin typeface="+mn-lt"/>
              </a:rPr>
              <a:pPr/>
              <a:t>‹#›</a:t>
            </a:fld>
            <a:endParaRPr lang="en-US" b="1" dirty="0">
              <a:solidFill>
                <a:prstClr val="white"/>
              </a:solidFill>
              <a:latin typeface="+mn-lt"/>
            </a:endParaRPr>
          </a:p>
        </p:txBody>
      </p:sp>
      <p:sp>
        <p:nvSpPr>
          <p:cNvPr id="5" name="TextBox 4"/>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prstClr val="white"/>
                </a:solidFill>
                <a:latin typeface="+mn-lt"/>
                <a:ea typeface="Georgia" charset="0"/>
                <a:cs typeface="Georgia" charset="0"/>
              </a:rPr>
              <a:t>® 2017 Copyright  . All Rights Reserved.</a:t>
            </a:r>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74375" y="6446360"/>
            <a:ext cx="868156" cy="340728"/>
          </a:xfrm>
          <a:prstGeom prst="rect">
            <a:avLst/>
          </a:prstGeom>
        </p:spPr>
      </p:pic>
      <p:sp>
        <p:nvSpPr>
          <p:cNvPr id="8" name="Text Placeholder 7"/>
          <p:cNvSpPr>
            <a:spLocks noGrp="1"/>
          </p:cNvSpPr>
          <p:nvPr>
            <p:ph type="body" sz="quarter" idx="10" hasCustomPrompt="1"/>
          </p:nvPr>
        </p:nvSpPr>
        <p:spPr>
          <a:xfrm>
            <a:off x="464594" y="2473184"/>
            <a:ext cx="6397625" cy="1600200"/>
          </a:xfrm>
          <a:prstGeom prst="rect">
            <a:avLst/>
          </a:prstGeom>
        </p:spPr>
        <p:txBody>
          <a:bodyPr anchor="ctr"/>
          <a:lstStyle>
            <a:lvl1pPr>
              <a:defRPr sz="4800">
                <a:solidFill>
                  <a:schemeClr val="bg1"/>
                </a:solidFill>
              </a:defRPr>
            </a:lvl1pPr>
            <a:lvl2pPr>
              <a:defRPr sz="4800">
                <a:solidFill>
                  <a:schemeClr val="bg1"/>
                </a:solidFill>
              </a:defRPr>
            </a:lvl2pPr>
            <a:lvl3pPr>
              <a:defRPr sz="4800">
                <a:solidFill>
                  <a:schemeClr val="bg1"/>
                </a:solidFill>
              </a:defRPr>
            </a:lvl3pPr>
            <a:lvl4pPr>
              <a:defRPr sz="4800">
                <a:solidFill>
                  <a:schemeClr val="bg1"/>
                </a:solidFill>
              </a:defRPr>
            </a:lvl4pPr>
            <a:lvl5pPr>
              <a:defRPr sz="4800">
                <a:solidFill>
                  <a:schemeClr val="bg1"/>
                </a:solidFill>
              </a:defRPr>
            </a:lvl5pPr>
          </a:lstStyle>
          <a:p>
            <a:r>
              <a:rPr lang="en-US" sz="4800" dirty="0">
                <a:solidFill>
                  <a:schemeClr val="bg1"/>
                </a:solidFill>
              </a:rPr>
              <a:t>Divider slide options</a:t>
            </a:r>
          </a:p>
          <a:p>
            <a:r>
              <a:rPr lang="en-US" sz="4800" dirty="0">
                <a:solidFill>
                  <a:schemeClr val="bg1"/>
                </a:solidFill>
              </a:rPr>
              <a:t>Lorem ipsum dolor</a:t>
            </a:r>
          </a:p>
        </p:txBody>
      </p:sp>
      <p:sp>
        <p:nvSpPr>
          <p:cNvPr id="11" name="Text Placeholder 10"/>
          <p:cNvSpPr>
            <a:spLocks noGrp="1"/>
          </p:cNvSpPr>
          <p:nvPr>
            <p:ph type="body" sz="quarter" idx="11" hasCustomPrompt="1"/>
          </p:nvPr>
        </p:nvSpPr>
        <p:spPr>
          <a:xfrm>
            <a:off x="464593" y="4267200"/>
            <a:ext cx="6397625" cy="381000"/>
          </a:xfrm>
          <a:prstGeom prst="rect">
            <a:avLst/>
          </a:prstGeom>
        </p:spPr>
        <p:txBody>
          <a:bodyPr anchor="ctr"/>
          <a:lstStyle>
            <a:lvl1pPr>
              <a:defRPr sz="1800">
                <a:solidFill>
                  <a:schemeClr val="bg1"/>
                </a:solidFill>
                <a:latin typeface="+mj-lt"/>
              </a:defRPr>
            </a:lvl1pPr>
            <a:lvl2pPr>
              <a:defRPr>
                <a:solidFill>
                  <a:schemeClr val="bg1"/>
                </a:solidFill>
                <a:latin typeface="Calibri" panose="020F0502020204030204" pitchFamily="34" charset="0"/>
              </a:defRPr>
            </a:lvl2pPr>
            <a:lvl3pPr>
              <a:defRPr>
                <a:solidFill>
                  <a:schemeClr val="bg1"/>
                </a:solidFill>
                <a:latin typeface="Calibri" panose="020F0502020204030204" pitchFamily="34" charset="0"/>
              </a:defRPr>
            </a:lvl3pPr>
            <a:lvl4pPr>
              <a:defRPr>
                <a:solidFill>
                  <a:schemeClr val="bg1"/>
                </a:solidFill>
                <a:latin typeface="Calibri" panose="020F0502020204030204" pitchFamily="34" charset="0"/>
              </a:defRPr>
            </a:lvl4pPr>
            <a:lvl5pPr>
              <a:defRPr>
                <a:solidFill>
                  <a:schemeClr val="bg1"/>
                </a:solidFill>
                <a:latin typeface="Calibri" panose="020F0502020204030204" pitchFamily="34" charset="0"/>
              </a:defRPr>
            </a:lvl5pPr>
          </a:lstStyle>
          <a:p>
            <a:pPr lvl="0"/>
            <a:r>
              <a:rPr lang="en-US" dirty="0"/>
              <a:t>Subtitle, if needed</a:t>
            </a:r>
            <a:endParaRPr lang="en-IN" dirty="0"/>
          </a:p>
        </p:txBody>
      </p:sp>
    </p:spTree>
    <p:extLst>
      <p:ext uri="{BB962C8B-B14F-4D97-AF65-F5344CB8AC3E}">
        <p14:creationId xmlns:p14="http://schemas.microsoft.com/office/powerpoint/2010/main" val="369700758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Slide Option 3">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7" y="0"/>
            <a:ext cx="12188946" cy="6872510"/>
          </a:xfrm>
          <a:prstGeom prst="rect">
            <a:avLst/>
          </a:prstGeom>
        </p:spPr>
      </p:pic>
      <p:sp>
        <p:nvSpPr>
          <p:cNvPr id="4"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bg1"/>
                </a:solidFill>
                <a:latin typeface="+mn-lt"/>
              </a:rPr>
              <a:pPr/>
              <a:t>‹#›</a:t>
            </a:fld>
            <a:endParaRPr lang="en-US" b="1" dirty="0">
              <a:solidFill>
                <a:schemeClr val="bg1"/>
              </a:solidFill>
              <a:latin typeface="+mn-lt"/>
            </a:endParaRPr>
          </a:p>
        </p:txBody>
      </p:sp>
      <p:sp>
        <p:nvSpPr>
          <p:cNvPr id="5" name="TextBox 4"/>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bg1"/>
                </a:solidFill>
                <a:latin typeface="+mn-lt"/>
                <a:ea typeface="Georgia" charset="0"/>
                <a:cs typeface="Georgia" charset="0"/>
              </a:rPr>
              <a:t>® 2017 Copyright  . All Rights Reserved.</a:t>
            </a:r>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74375" y="6446360"/>
            <a:ext cx="868156" cy="340728"/>
          </a:xfrm>
          <a:prstGeom prst="rect">
            <a:avLst/>
          </a:prstGeom>
        </p:spPr>
      </p:pic>
      <p:sp>
        <p:nvSpPr>
          <p:cNvPr id="8" name="Text Placeholder 7"/>
          <p:cNvSpPr>
            <a:spLocks noGrp="1"/>
          </p:cNvSpPr>
          <p:nvPr>
            <p:ph type="body" sz="quarter" idx="10" hasCustomPrompt="1"/>
          </p:nvPr>
        </p:nvSpPr>
        <p:spPr>
          <a:xfrm>
            <a:off x="464594" y="2473184"/>
            <a:ext cx="6397625" cy="1600200"/>
          </a:xfrm>
          <a:prstGeom prst="rect">
            <a:avLst/>
          </a:prstGeom>
        </p:spPr>
        <p:txBody>
          <a:bodyPr anchor="ctr"/>
          <a:lstStyle>
            <a:lvl1pPr>
              <a:defRPr sz="4800">
                <a:solidFill>
                  <a:schemeClr val="bg1"/>
                </a:solidFill>
              </a:defRPr>
            </a:lvl1pPr>
            <a:lvl2pPr>
              <a:defRPr sz="4800">
                <a:solidFill>
                  <a:schemeClr val="bg1"/>
                </a:solidFill>
              </a:defRPr>
            </a:lvl2pPr>
            <a:lvl3pPr>
              <a:defRPr sz="4800">
                <a:solidFill>
                  <a:schemeClr val="bg1"/>
                </a:solidFill>
              </a:defRPr>
            </a:lvl3pPr>
            <a:lvl4pPr>
              <a:defRPr sz="4800">
                <a:solidFill>
                  <a:schemeClr val="bg1"/>
                </a:solidFill>
              </a:defRPr>
            </a:lvl4pPr>
            <a:lvl5pPr>
              <a:defRPr sz="4800">
                <a:solidFill>
                  <a:schemeClr val="bg1"/>
                </a:solidFill>
              </a:defRPr>
            </a:lvl5pPr>
          </a:lstStyle>
          <a:p>
            <a:r>
              <a:rPr lang="en-US" sz="4800" dirty="0">
                <a:solidFill>
                  <a:schemeClr val="bg1"/>
                </a:solidFill>
              </a:rPr>
              <a:t>Divider slide options Lorem ipsum dolor</a:t>
            </a:r>
          </a:p>
        </p:txBody>
      </p:sp>
      <p:sp>
        <p:nvSpPr>
          <p:cNvPr id="11" name="Text Placeholder 10"/>
          <p:cNvSpPr>
            <a:spLocks noGrp="1"/>
          </p:cNvSpPr>
          <p:nvPr>
            <p:ph type="body" sz="quarter" idx="11" hasCustomPrompt="1"/>
          </p:nvPr>
        </p:nvSpPr>
        <p:spPr>
          <a:xfrm>
            <a:off x="464593" y="4267200"/>
            <a:ext cx="6397625" cy="381000"/>
          </a:xfrm>
          <a:prstGeom prst="rect">
            <a:avLst/>
          </a:prstGeom>
        </p:spPr>
        <p:txBody>
          <a:bodyPr anchor="ctr"/>
          <a:lstStyle>
            <a:lvl1pPr>
              <a:defRPr sz="1800">
                <a:solidFill>
                  <a:schemeClr val="bg1"/>
                </a:solidFill>
                <a:latin typeface="+mj-lt"/>
              </a:defRPr>
            </a:lvl1pPr>
            <a:lvl2pPr>
              <a:defRPr>
                <a:solidFill>
                  <a:schemeClr val="bg1"/>
                </a:solidFill>
                <a:latin typeface="Calibri" panose="020F0502020204030204" pitchFamily="34" charset="0"/>
              </a:defRPr>
            </a:lvl2pPr>
            <a:lvl3pPr>
              <a:defRPr>
                <a:solidFill>
                  <a:schemeClr val="bg1"/>
                </a:solidFill>
                <a:latin typeface="Calibri" panose="020F0502020204030204" pitchFamily="34" charset="0"/>
              </a:defRPr>
            </a:lvl3pPr>
            <a:lvl4pPr>
              <a:defRPr>
                <a:solidFill>
                  <a:schemeClr val="bg1"/>
                </a:solidFill>
                <a:latin typeface="Calibri" panose="020F0502020204030204" pitchFamily="34" charset="0"/>
              </a:defRPr>
            </a:lvl4pPr>
            <a:lvl5pPr>
              <a:defRPr>
                <a:solidFill>
                  <a:schemeClr val="bg1"/>
                </a:solidFill>
                <a:latin typeface="Calibri" panose="020F0502020204030204" pitchFamily="34" charset="0"/>
              </a:defRPr>
            </a:lvl5pPr>
          </a:lstStyle>
          <a:p>
            <a:pPr lvl="0"/>
            <a:r>
              <a:rPr lang="en-US" dirty="0"/>
              <a:t>Subtitle, if needed</a:t>
            </a:r>
            <a:endParaRPr lang="en-IN" dirty="0"/>
          </a:p>
        </p:txBody>
      </p:sp>
    </p:spTree>
    <p:extLst>
      <p:ext uri="{BB962C8B-B14F-4D97-AF65-F5344CB8AC3E}">
        <p14:creationId xmlns:p14="http://schemas.microsoft.com/office/powerpoint/2010/main" val="242106393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Slide Option 4">
    <p:spTree>
      <p:nvGrpSpPr>
        <p:cNvPr id="1" name=""/>
        <p:cNvGrpSpPr/>
        <p:nvPr/>
      </p:nvGrpSpPr>
      <p:grpSpPr>
        <a:xfrm>
          <a:off x="0" y="0"/>
          <a:ext cx="0" cy="0"/>
          <a:chOff x="0" y="0"/>
          <a:chExt cx="0" cy="0"/>
        </a:xfrm>
      </p:grpSpPr>
      <p:pic>
        <p:nvPicPr>
          <p:cNvPr id="12" name="Picture 11"/>
          <p:cNvPicPr>
            <a:picLocks noChangeAspect="1"/>
          </p:cNvPicPr>
          <p:nvPr userDrawn="1"/>
        </p:nvPicPr>
        <p:blipFill rotWithShape="1">
          <a:blip r:embed="rId2">
            <a:extLst>
              <a:ext uri="{28A0092B-C50C-407E-A947-70E740481C1C}">
                <a14:useLocalDpi xmlns:a14="http://schemas.microsoft.com/office/drawing/2010/main" val="0"/>
              </a:ext>
            </a:extLst>
          </a:blip>
          <a:srcRect l="57346"/>
          <a:stretch/>
        </p:blipFill>
        <p:spPr>
          <a:xfrm>
            <a:off x="6980347" y="0"/>
            <a:ext cx="5210123" cy="6872508"/>
          </a:xfrm>
          <a:prstGeom prst="rect">
            <a:avLst/>
          </a:prstGeom>
        </p:spPr>
      </p:pic>
      <p:sp>
        <p:nvSpPr>
          <p:cNvPr id="4"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5" name="TextBox 4"/>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2020 Copyright  . All Rights Reserved.</a:t>
            </a:r>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74375" y="6446360"/>
            <a:ext cx="868156" cy="340728"/>
          </a:xfrm>
          <a:prstGeom prst="rect">
            <a:avLst/>
          </a:prstGeom>
        </p:spPr>
      </p:pic>
      <p:sp>
        <p:nvSpPr>
          <p:cNvPr id="11" name="Text Placeholder 10"/>
          <p:cNvSpPr>
            <a:spLocks noGrp="1"/>
          </p:cNvSpPr>
          <p:nvPr>
            <p:ph type="body" sz="quarter" idx="11" hasCustomPrompt="1"/>
          </p:nvPr>
        </p:nvSpPr>
        <p:spPr>
          <a:xfrm>
            <a:off x="464593" y="4267200"/>
            <a:ext cx="6397625" cy="381000"/>
          </a:xfrm>
          <a:prstGeom prst="rect">
            <a:avLst/>
          </a:prstGeom>
        </p:spPr>
        <p:txBody>
          <a:bodyPr anchor="ctr"/>
          <a:lstStyle>
            <a:lvl1pPr>
              <a:defRPr sz="1800">
                <a:solidFill>
                  <a:srgbClr val="073262"/>
                </a:solidFill>
                <a:latin typeface="+mj-lt"/>
              </a:defRPr>
            </a:lvl1pPr>
            <a:lvl2pPr>
              <a:defRPr>
                <a:solidFill>
                  <a:schemeClr val="bg1"/>
                </a:solidFill>
                <a:latin typeface="Calibri" panose="020F0502020204030204" pitchFamily="34" charset="0"/>
              </a:defRPr>
            </a:lvl2pPr>
            <a:lvl3pPr>
              <a:defRPr>
                <a:solidFill>
                  <a:schemeClr val="bg1"/>
                </a:solidFill>
                <a:latin typeface="Calibri" panose="020F0502020204030204" pitchFamily="34" charset="0"/>
              </a:defRPr>
            </a:lvl3pPr>
            <a:lvl4pPr>
              <a:defRPr>
                <a:solidFill>
                  <a:schemeClr val="bg1"/>
                </a:solidFill>
                <a:latin typeface="Calibri" panose="020F0502020204030204" pitchFamily="34" charset="0"/>
              </a:defRPr>
            </a:lvl4pPr>
            <a:lvl5pPr>
              <a:defRPr>
                <a:solidFill>
                  <a:schemeClr val="bg1"/>
                </a:solidFill>
                <a:latin typeface="Calibri" panose="020F0502020204030204" pitchFamily="34" charset="0"/>
              </a:defRPr>
            </a:lvl5pPr>
          </a:lstStyle>
          <a:p>
            <a:pPr lvl="0"/>
            <a:r>
              <a:rPr lang="en-US" dirty="0"/>
              <a:t>Subtitle, if needed</a:t>
            </a:r>
            <a:endParaRPr lang="en-IN" dirty="0"/>
          </a:p>
        </p:txBody>
      </p:sp>
      <p:sp>
        <p:nvSpPr>
          <p:cNvPr id="7" name="Text Placeholder 6"/>
          <p:cNvSpPr>
            <a:spLocks noGrp="1"/>
          </p:cNvSpPr>
          <p:nvPr>
            <p:ph type="body" sz="quarter" idx="12" hasCustomPrompt="1"/>
          </p:nvPr>
        </p:nvSpPr>
        <p:spPr>
          <a:xfrm>
            <a:off x="474118" y="2531240"/>
            <a:ext cx="7086600" cy="1447800"/>
          </a:xfrm>
          <a:prstGeom prst="rect">
            <a:avLst/>
          </a:prstGeom>
        </p:spPr>
        <p:txBody>
          <a:bodyPr anchor="ctr"/>
          <a:lstStyle>
            <a:lvl1pPr>
              <a:defRPr sz="4800">
                <a:solidFill>
                  <a:srgbClr val="073262"/>
                </a:solidFill>
              </a:defRPr>
            </a:lvl1pPr>
            <a:lvl2pPr>
              <a:defRPr sz="4800">
                <a:solidFill>
                  <a:schemeClr val="tx2"/>
                </a:solidFill>
              </a:defRPr>
            </a:lvl2pPr>
            <a:lvl3pPr>
              <a:defRPr sz="4800">
                <a:solidFill>
                  <a:schemeClr val="tx2"/>
                </a:solidFill>
              </a:defRPr>
            </a:lvl3pPr>
            <a:lvl4pPr>
              <a:defRPr sz="4800">
                <a:solidFill>
                  <a:schemeClr val="tx2"/>
                </a:solidFill>
              </a:defRPr>
            </a:lvl4pPr>
            <a:lvl5pPr>
              <a:defRPr sz="4800">
                <a:solidFill>
                  <a:schemeClr val="tx2"/>
                </a:solidFill>
              </a:defRPr>
            </a:lvl5pPr>
          </a:lstStyle>
          <a:p>
            <a:pPr lvl="0"/>
            <a:r>
              <a:rPr lang="en-US" dirty="0"/>
              <a:t>Divider slide options</a:t>
            </a:r>
          </a:p>
          <a:p>
            <a:pPr lvl="0"/>
            <a:r>
              <a:rPr lang="en-US" dirty="0"/>
              <a:t>Lorem ipsum dolor</a:t>
            </a:r>
            <a:endParaRPr lang="en-IN" dirty="0"/>
          </a:p>
        </p:txBody>
      </p:sp>
    </p:spTree>
    <p:extLst>
      <p:ext uri="{BB962C8B-B14F-4D97-AF65-F5344CB8AC3E}">
        <p14:creationId xmlns:p14="http://schemas.microsoft.com/office/powerpoint/2010/main" val="272033922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ointer slide">
    <p:spTree>
      <p:nvGrpSpPr>
        <p:cNvPr id="1" name=""/>
        <p:cNvGrpSpPr/>
        <p:nvPr/>
      </p:nvGrpSpPr>
      <p:grpSpPr>
        <a:xfrm>
          <a:off x="0" y="0"/>
          <a:ext cx="0" cy="0"/>
          <a:chOff x="0" y="0"/>
          <a:chExt cx="0" cy="0"/>
        </a:xfrm>
      </p:grpSpPr>
      <p:sp>
        <p:nvSpPr>
          <p:cNvPr id="26" name="Text Placeholder 22"/>
          <p:cNvSpPr>
            <a:spLocks noGrp="1"/>
          </p:cNvSpPr>
          <p:nvPr>
            <p:ph type="body" sz="quarter" idx="13" hasCustomPrompt="1"/>
          </p:nvPr>
        </p:nvSpPr>
        <p:spPr>
          <a:xfrm>
            <a:off x="457200" y="1846944"/>
            <a:ext cx="11277600" cy="3892551"/>
          </a:xfrm>
          <a:prstGeom prst="rect">
            <a:avLst/>
          </a:prstGeom>
        </p:spPr>
        <p:txBody>
          <a:bodyPr anchor="t"/>
          <a:lstStyle>
            <a:lvl1pPr marL="285750" indent="-285750">
              <a:lnSpc>
                <a:spcPct val="100000"/>
              </a:lnSpc>
              <a:spcBef>
                <a:spcPts val="600"/>
              </a:spcBef>
              <a:spcAft>
                <a:spcPts val="600"/>
              </a:spcAft>
              <a:buClr>
                <a:srgbClr val="FF545F"/>
              </a:buClr>
              <a:buFont typeface="Wingdings" panose="05000000000000000000" pitchFamily="2" charset="2"/>
              <a:buChar char="§"/>
              <a:defRPr sz="1600">
                <a:solidFill>
                  <a:srgbClr val="063161"/>
                </a:solidFill>
                <a:latin typeface="Georgia" panose="02040502050405020303" pitchFamily="18" charset="0"/>
              </a:defRPr>
            </a:lvl1pPr>
            <a:lvl2pPr marL="742950" indent="-285750">
              <a:spcBef>
                <a:spcPts val="600"/>
              </a:spcBef>
              <a:spcAft>
                <a:spcPts val="600"/>
              </a:spcAft>
              <a:buClr>
                <a:srgbClr val="EA3946"/>
              </a:buClr>
              <a:buFont typeface="Arial" panose="020B0604020202020204" pitchFamily="34" charset="0"/>
              <a:buChar char="•"/>
              <a:defRPr sz="1600">
                <a:solidFill>
                  <a:srgbClr val="063161"/>
                </a:solidFill>
              </a:defRPr>
            </a:lvl2pPr>
            <a:lvl3pPr marL="1200150" indent="-285750">
              <a:spcBef>
                <a:spcPts val="600"/>
              </a:spcBef>
              <a:spcAft>
                <a:spcPts val="600"/>
              </a:spcAft>
              <a:buClr>
                <a:srgbClr val="C00000"/>
              </a:buClr>
              <a:buFont typeface="Georgia" panose="02040502050405020303" pitchFamily="18" charset="0"/>
              <a:buChar char="─"/>
              <a:defRPr sz="1200">
                <a:solidFill>
                  <a:srgbClr val="063161"/>
                </a:solidFill>
              </a:defRPr>
            </a:lvl3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a:t>
            </a:r>
          </a:p>
          <a:p>
            <a:pPr lvl="1"/>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 </a:t>
            </a:r>
            <a:r>
              <a:rPr lang="en-US" dirty="0" err="1"/>
              <a:t>Sed</a:t>
            </a:r>
            <a:r>
              <a:rPr lang="en-US" dirty="0"/>
              <a:t>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a:p>
            <a:pPr lvl="2"/>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quae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a:t>
            </a:r>
            <a:r>
              <a:rPr lang="en-US" dirty="0" err="1"/>
              <a:t>beatae</a:t>
            </a:r>
            <a:r>
              <a:rPr lang="en-US" dirty="0"/>
              <a:t> vitae dicta </a:t>
            </a:r>
            <a:r>
              <a:rPr lang="en-US" dirty="0" err="1"/>
              <a:t>sunt</a:t>
            </a:r>
            <a:r>
              <a:rPr lang="en-US" dirty="0"/>
              <a:t> </a:t>
            </a:r>
            <a:r>
              <a:rPr lang="en-US" dirty="0" err="1"/>
              <a:t>explicabo</a:t>
            </a:r>
            <a:r>
              <a:rPr lang="en-US" dirty="0"/>
              <a:t>. Nemo </a:t>
            </a:r>
            <a:r>
              <a:rPr lang="en-US" dirty="0" err="1"/>
              <a:t>enim</a:t>
            </a:r>
            <a:r>
              <a:rPr lang="en-US" dirty="0"/>
              <a:t> </a:t>
            </a:r>
            <a:r>
              <a:rPr lang="en-US" dirty="0" err="1"/>
              <a:t>ipsam</a:t>
            </a:r>
            <a:r>
              <a:rPr lang="en-US" dirty="0"/>
              <a:t> </a:t>
            </a:r>
            <a:r>
              <a:rPr lang="en-US" dirty="0" err="1"/>
              <a:t>voluptatem</a:t>
            </a:r>
            <a:r>
              <a:rPr lang="en-US" dirty="0"/>
              <a:t> </a:t>
            </a:r>
            <a:r>
              <a:rPr lang="en-US" dirty="0" err="1"/>
              <a:t>quia</a:t>
            </a:r>
            <a:r>
              <a:rPr lang="en-US" dirty="0"/>
              <a:t> </a:t>
            </a:r>
            <a:r>
              <a:rPr lang="en-US" dirty="0" err="1"/>
              <a:t>voluptas</a:t>
            </a:r>
            <a:r>
              <a:rPr lang="en-US" dirty="0"/>
              <a:t> sit </a:t>
            </a:r>
            <a:r>
              <a:rPr lang="en-US" dirty="0" err="1"/>
              <a:t>aspernatur</a:t>
            </a:r>
            <a:r>
              <a:rPr lang="en-US" dirty="0"/>
              <a:t> </a:t>
            </a:r>
            <a:r>
              <a:rPr lang="en-US" dirty="0" err="1"/>
              <a:t>aut</a:t>
            </a:r>
            <a:r>
              <a:rPr lang="en-US" dirty="0"/>
              <a:t> </a:t>
            </a:r>
            <a:r>
              <a:rPr lang="en-US" dirty="0" err="1"/>
              <a:t>odit</a:t>
            </a:r>
            <a:r>
              <a:rPr lang="en-US" dirty="0"/>
              <a:t> </a:t>
            </a:r>
            <a:r>
              <a:rPr lang="en-US" dirty="0" err="1"/>
              <a:t>aut</a:t>
            </a:r>
            <a:r>
              <a:rPr lang="en-US" dirty="0"/>
              <a:t> fugit, </a:t>
            </a:r>
            <a:r>
              <a:rPr lang="en-US" dirty="0" err="1"/>
              <a:t>sed</a:t>
            </a:r>
            <a:r>
              <a:rPr lang="en-US" dirty="0"/>
              <a:t> </a:t>
            </a:r>
            <a:r>
              <a:rPr lang="en-US" dirty="0" err="1"/>
              <a:t>quia</a:t>
            </a:r>
            <a:r>
              <a:rPr lang="en-US" dirty="0"/>
              <a:t> </a:t>
            </a:r>
            <a:r>
              <a:rPr lang="en-US" dirty="0" err="1"/>
              <a:t>consequuntur</a:t>
            </a:r>
            <a:r>
              <a:rPr lang="en-US" dirty="0"/>
              <a:t> </a:t>
            </a:r>
            <a:r>
              <a:rPr lang="en-US" dirty="0" err="1"/>
              <a:t>magni</a:t>
            </a:r>
            <a:r>
              <a:rPr lang="en-US" dirty="0"/>
              <a:t> </a:t>
            </a:r>
            <a:r>
              <a:rPr lang="en-US" dirty="0" err="1"/>
              <a:t>dolores</a:t>
            </a:r>
            <a:r>
              <a:rPr lang="en-US" dirty="0"/>
              <a:t> </a:t>
            </a:r>
            <a:r>
              <a:rPr lang="en-US" dirty="0" err="1"/>
              <a:t>eos</a:t>
            </a:r>
            <a:endParaRPr lang="en-US" dirty="0"/>
          </a:p>
          <a:p>
            <a:pPr lvl="0"/>
            <a:r>
              <a:rPr lang="en-US" dirty="0"/>
              <a:t>Qui </a:t>
            </a:r>
            <a:r>
              <a:rPr lang="en-US" dirty="0" err="1"/>
              <a:t>ratione</a:t>
            </a:r>
            <a:r>
              <a:rPr lang="en-US" dirty="0"/>
              <a:t> </a:t>
            </a:r>
            <a:r>
              <a:rPr lang="en-US" dirty="0" err="1"/>
              <a:t>voluptatem</a:t>
            </a:r>
            <a:r>
              <a:rPr lang="en-US" dirty="0"/>
              <a:t> </a:t>
            </a:r>
            <a:r>
              <a:rPr lang="en-US" dirty="0" err="1"/>
              <a:t>sequi</a:t>
            </a:r>
            <a:r>
              <a:rPr lang="en-US" dirty="0"/>
              <a:t> </a:t>
            </a:r>
            <a:r>
              <a:rPr lang="en-US" dirty="0" err="1"/>
              <a:t>nesciunt</a:t>
            </a:r>
            <a:r>
              <a:rPr lang="en-US" dirty="0"/>
              <a:t>. </a:t>
            </a:r>
            <a:r>
              <a:rPr lang="en-US" dirty="0" err="1"/>
              <a:t>Neque</a:t>
            </a:r>
            <a:r>
              <a:rPr lang="en-US" dirty="0"/>
              <a:t> </a:t>
            </a:r>
            <a:r>
              <a:rPr lang="en-US" dirty="0" err="1"/>
              <a:t>porro</a:t>
            </a:r>
            <a:r>
              <a:rPr lang="en-US" dirty="0"/>
              <a:t> </a:t>
            </a:r>
            <a:r>
              <a:rPr lang="en-US" dirty="0" err="1"/>
              <a:t>quisquam</a:t>
            </a:r>
            <a:r>
              <a:rPr lang="en-US" dirty="0"/>
              <a:t> </a:t>
            </a:r>
            <a:r>
              <a:rPr lang="en-US" dirty="0" err="1"/>
              <a:t>est</a:t>
            </a:r>
            <a:r>
              <a:rPr lang="en-US" dirty="0"/>
              <a:t>, qui </a:t>
            </a:r>
            <a:r>
              <a:rPr lang="en-US" dirty="0" err="1"/>
              <a:t>dolorem</a:t>
            </a:r>
            <a:r>
              <a:rPr lang="en-US" dirty="0"/>
              <a:t> ipsum </a:t>
            </a:r>
            <a:r>
              <a:rPr lang="en-US" dirty="0" err="1"/>
              <a:t>quia</a:t>
            </a:r>
            <a:r>
              <a:rPr lang="en-US" dirty="0"/>
              <a:t> dolor sit </a:t>
            </a:r>
            <a:r>
              <a:rPr lang="en-US" dirty="0" err="1"/>
              <a:t>amet</a:t>
            </a:r>
            <a:r>
              <a:rPr lang="en-US" dirty="0"/>
              <a:t>, </a:t>
            </a:r>
            <a:r>
              <a:rPr lang="en-US" dirty="0" err="1"/>
              <a:t>consectetur</a:t>
            </a:r>
            <a:r>
              <a:rPr lang="en-US" dirty="0"/>
              <a:t>, </a:t>
            </a:r>
            <a:r>
              <a:rPr lang="en-US" dirty="0" err="1"/>
              <a:t>adipisci</a:t>
            </a:r>
            <a:r>
              <a:rPr lang="en-US" dirty="0"/>
              <a:t> </a:t>
            </a:r>
            <a:r>
              <a:rPr lang="en-US" dirty="0" err="1"/>
              <a:t>velit</a:t>
            </a:r>
            <a:r>
              <a:rPr lang="en-US" dirty="0"/>
              <a:t>, </a:t>
            </a:r>
            <a:r>
              <a:rPr lang="en-US" dirty="0" err="1"/>
              <a:t>sed</a:t>
            </a:r>
            <a:r>
              <a:rPr lang="en-US" dirty="0"/>
              <a:t> </a:t>
            </a:r>
            <a:r>
              <a:rPr lang="en-US" dirty="0" err="1"/>
              <a:t>quia</a:t>
            </a:r>
            <a:r>
              <a:rPr lang="en-US" dirty="0"/>
              <a:t> non </a:t>
            </a:r>
            <a:r>
              <a:rPr lang="en-US" dirty="0" err="1"/>
              <a:t>numquam</a:t>
            </a:r>
            <a:r>
              <a:rPr lang="en-US" dirty="0"/>
              <a:t> </a:t>
            </a:r>
            <a:r>
              <a:rPr lang="en-US" dirty="0" err="1"/>
              <a:t>eius</a:t>
            </a:r>
            <a:r>
              <a:rPr lang="en-US" dirty="0"/>
              <a:t> </a:t>
            </a:r>
            <a:r>
              <a:rPr lang="en-US" dirty="0" err="1"/>
              <a:t>modi</a:t>
            </a:r>
            <a:r>
              <a:rPr lang="en-US" dirty="0"/>
              <a:t> </a:t>
            </a:r>
            <a:r>
              <a:rPr lang="en-US" dirty="0" err="1"/>
              <a:t>tempora</a:t>
            </a:r>
            <a:r>
              <a:rPr lang="en-US" dirty="0"/>
              <a:t> </a:t>
            </a:r>
            <a:r>
              <a:rPr lang="en-US" dirty="0" err="1"/>
              <a:t>incidunt</a:t>
            </a:r>
            <a:r>
              <a:rPr lang="en-US" dirty="0"/>
              <a:t> </a:t>
            </a:r>
            <a:r>
              <a:rPr lang="en-US" dirty="0" err="1"/>
              <a:t>ut</a:t>
            </a:r>
            <a:r>
              <a:rPr lang="en-US" dirty="0"/>
              <a:t> </a:t>
            </a:r>
            <a:r>
              <a:rPr lang="en-US" dirty="0" err="1"/>
              <a:t>labore</a:t>
            </a:r>
            <a:r>
              <a:rPr lang="en-US" dirty="0"/>
              <a:t> et </a:t>
            </a:r>
            <a:r>
              <a:rPr lang="en-US" dirty="0" err="1"/>
              <a:t>dolore</a:t>
            </a:r>
            <a:r>
              <a:rPr lang="en-US" dirty="0"/>
              <a:t> </a:t>
            </a:r>
            <a:r>
              <a:rPr lang="en-US" dirty="0" err="1"/>
              <a:t>magnam</a:t>
            </a:r>
            <a:r>
              <a:rPr lang="en-US" dirty="0"/>
              <a:t> </a:t>
            </a:r>
            <a:r>
              <a:rPr lang="en-US" dirty="0" err="1"/>
              <a:t>aliquam</a:t>
            </a:r>
            <a:r>
              <a:rPr lang="en-US" dirty="0"/>
              <a:t> </a:t>
            </a:r>
            <a:r>
              <a:rPr lang="en-US" dirty="0" err="1"/>
              <a:t>quaerat</a:t>
            </a:r>
            <a:r>
              <a:rPr lang="en-US" dirty="0"/>
              <a:t> </a:t>
            </a:r>
            <a:r>
              <a:rPr lang="en-US" dirty="0" err="1"/>
              <a:t>voluptatem</a:t>
            </a:r>
            <a:r>
              <a:rPr lang="en-US" dirty="0"/>
              <a:t>.</a:t>
            </a:r>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2020 Copyright  .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sp>
        <p:nvSpPr>
          <p:cNvPr id="33" name="Text Placeholder 22"/>
          <p:cNvSpPr>
            <a:spLocks noGrp="1"/>
          </p:cNvSpPr>
          <p:nvPr>
            <p:ph type="body" sz="quarter" idx="11" hasCustomPrompt="1"/>
          </p:nvPr>
        </p:nvSpPr>
        <p:spPr>
          <a:xfrm>
            <a:off x="460744" y="471715"/>
            <a:ext cx="7235456" cy="533400"/>
          </a:xfrm>
          <a:prstGeom prst="rect">
            <a:avLst/>
          </a:prstGeom>
        </p:spPr>
        <p:txBody>
          <a:bodyPr anchor="ctr"/>
          <a:lstStyle>
            <a:lvl1pPr>
              <a:defRPr sz="3000">
                <a:solidFill>
                  <a:srgbClr val="063161"/>
                </a:solidFill>
                <a:latin typeface="Georgia" panose="02040502050405020303" pitchFamily="18" charset="0"/>
              </a:defRPr>
            </a:lvl1pPr>
          </a:lstStyle>
          <a:p>
            <a:pPr lvl="0"/>
            <a:r>
              <a:rPr lang="en-US" dirty="0"/>
              <a:t>Content slide title goes here</a:t>
            </a:r>
          </a:p>
        </p:txBody>
      </p:sp>
      <p:sp>
        <p:nvSpPr>
          <p:cNvPr id="34"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Tree>
    <p:extLst>
      <p:ext uri="{BB962C8B-B14F-4D97-AF65-F5344CB8AC3E}">
        <p14:creationId xmlns:p14="http://schemas.microsoft.com/office/powerpoint/2010/main" val="270215698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extLst>
    <p:ext uri="{DCECCB84-F9BA-43D5-87BE-67443E8EF086}">
      <p15:sldGuideLst xmlns:p15="http://schemas.microsoft.com/office/powerpoint/2012/main">
        <p15:guide id="2" pos="288">
          <p15:clr>
            <a:srgbClr val="FBAE40"/>
          </p15:clr>
        </p15:guide>
        <p15:guide id="3" pos="7392">
          <p15:clr>
            <a:srgbClr val="FBAE40"/>
          </p15:clr>
        </p15:guide>
        <p15:guide id="5" orient="horz" pos="288">
          <p15:clr>
            <a:srgbClr val="FBAE40"/>
          </p15:clr>
        </p15:guide>
        <p15:guide id="6" orient="horz" pos="403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2 Column">
    <p:spTree>
      <p:nvGrpSpPr>
        <p:cNvPr id="1" name=""/>
        <p:cNvGrpSpPr/>
        <p:nvPr/>
      </p:nvGrpSpPr>
      <p:grpSpPr>
        <a:xfrm>
          <a:off x="0" y="0"/>
          <a:ext cx="0" cy="0"/>
          <a:chOff x="0" y="0"/>
          <a:chExt cx="0" cy="0"/>
        </a:xfrm>
      </p:grpSpPr>
      <p:sp>
        <p:nvSpPr>
          <p:cNvPr id="4"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5" name="TextBox 4"/>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 All Rights Reserved.</a:t>
            </a:r>
          </a:p>
        </p:txBody>
      </p:sp>
      <p:pic>
        <p:nvPicPr>
          <p:cNvPr id="6" name="Picture 5"/>
          <p:cNvPicPr>
            <a:picLocks noChangeAspect="1"/>
          </p:cNvPicPr>
          <p:nvPr userDrawn="1"/>
        </p:nvPicPr>
        <p:blipFill>
          <a:blip r:embed="rId2"/>
          <a:stretch>
            <a:fillRect/>
          </a:stretch>
        </p:blipFill>
        <p:spPr>
          <a:xfrm>
            <a:off x="10893034" y="6462131"/>
            <a:ext cx="839972" cy="309081"/>
          </a:xfrm>
          <a:prstGeom prst="rect">
            <a:avLst/>
          </a:prstGeom>
        </p:spPr>
      </p:pic>
      <p:sp>
        <p:nvSpPr>
          <p:cNvPr id="7" name="Text Placeholder 22"/>
          <p:cNvSpPr>
            <a:spLocks noGrp="1"/>
          </p:cNvSpPr>
          <p:nvPr>
            <p:ph type="body" sz="quarter" idx="11" hasCustomPrompt="1"/>
          </p:nvPr>
        </p:nvSpPr>
        <p:spPr>
          <a:xfrm>
            <a:off x="460744" y="471715"/>
            <a:ext cx="7235456" cy="533400"/>
          </a:xfrm>
          <a:prstGeom prst="rect">
            <a:avLst/>
          </a:prstGeom>
        </p:spPr>
        <p:txBody>
          <a:bodyPr anchor="ctr"/>
          <a:lstStyle>
            <a:lvl1pPr>
              <a:defRPr sz="3000">
                <a:solidFill>
                  <a:srgbClr val="063161"/>
                </a:solidFill>
                <a:latin typeface="Georgia" panose="02040502050405020303" pitchFamily="18" charset="0"/>
              </a:defRPr>
            </a:lvl1pPr>
          </a:lstStyle>
          <a:p>
            <a:pPr lvl="0"/>
            <a:r>
              <a:rPr lang="en-US" dirty="0"/>
              <a:t>Content slide title goes here</a:t>
            </a:r>
          </a:p>
        </p:txBody>
      </p:sp>
      <p:sp>
        <p:nvSpPr>
          <p:cNvPr id="8"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9" name="Text Placeholder 22"/>
          <p:cNvSpPr>
            <a:spLocks noGrp="1"/>
          </p:cNvSpPr>
          <p:nvPr>
            <p:ph type="body" sz="quarter" idx="13" hasCustomPrompt="1"/>
          </p:nvPr>
        </p:nvSpPr>
        <p:spPr>
          <a:xfrm>
            <a:off x="457200" y="2336801"/>
            <a:ext cx="5562600" cy="3435351"/>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600">
                <a:solidFill>
                  <a:srgbClr val="063161"/>
                </a:solidFill>
                <a:latin typeface="Georgia" panose="02040502050405020303" pitchFamily="18" charset="0"/>
              </a:defRPr>
            </a:lvl1pPr>
            <a:lvl2pPr>
              <a:defRPr sz="1400">
                <a:solidFill>
                  <a:srgbClr val="073262"/>
                </a:solidFill>
              </a:defRPr>
            </a:lvl2pPr>
            <a:lvl3pPr>
              <a:defRPr sz="1200">
                <a:solidFill>
                  <a:srgbClr val="073262"/>
                </a:solidFill>
              </a:defRPr>
            </a:lvl3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 </a:t>
            </a:r>
            <a:r>
              <a:rPr lang="en-US" dirty="0" err="1"/>
              <a:t>Sed</a:t>
            </a:r>
            <a:r>
              <a:rPr lang="en-US" dirty="0"/>
              <a:t>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quae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a:t>
            </a:r>
            <a:r>
              <a:rPr lang="en-US" dirty="0" err="1"/>
              <a:t>beatae</a:t>
            </a:r>
            <a:r>
              <a:rPr lang="en-US" dirty="0"/>
              <a:t> vitae dicta </a:t>
            </a:r>
            <a:r>
              <a:rPr lang="en-US" dirty="0" err="1"/>
              <a:t>sunt</a:t>
            </a:r>
            <a:r>
              <a:rPr lang="en-US" dirty="0"/>
              <a:t> </a:t>
            </a:r>
            <a:r>
              <a:rPr lang="en-US" dirty="0" err="1"/>
              <a:t>explicabo</a:t>
            </a:r>
            <a:r>
              <a:rPr lang="en-US" dirty="0"/>
              <a:t>.</a:t>
            </a:r>
          </a:p>
        </p:txBody>
      </p:sp>
      <p:sp>
        <p:nvSpPr>
          <p:cNvPr id="13" name="Text Placeholder 22"/>
          <p:cNvSpPr>
            <a:spLocks noGrp="1"/>
          </p:cNvSpPr>
          <p:nvPr>
            <p:ph type="body" sz="quarter" idx="14" hasCustomPrompt="1"/>
          </p:nvPr>
        </p:nvSpPr>
        <p:spPr>
          <a:xfrm>
            <a:off x="457200" y="1803402"/>
            <a:ext cx="5562600" cy="4572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20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endParaRPr lang="en-US" dirty="0"/>
          </a:p>
        </p:txBody>
      </p:sp>
      <p:sp>
        <p:nvSpPr>
          <p:cNvPr id="19" name="Text Placeholder 22"/>
          <p:cNvSpPr>
            <a:spLocks noGrp="1"/>
          </p:cNvSpPr>
          <p:nvPr>
            <p:ph type="body" sz="quarter" idx="15" hasCustomPrompt="1"/>
          </p:nvPr>
        </p:nvSpPr>
        <p:spPr>
          <a:xfrm>
            <a:off x="6170406" y="2336801"/>
            <a:ext cx="5562600" cy="3435351"/>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600">
                <a:solidFill>
                  <a:srgbClr val="063161"/>
                </a:solidFill>
                <a:latin typeface="Georgia" panose="02040502050405020303" pitchFamily="18" charset="0"/>
              </a:defRPr>
            </a:lvl1pPr>
            <a:lvl2pPr>
              <a:defRPr sz="1400">
                <a:solidFill>
                  <a:srgbClr val="073262"/>
                </a:solidFill>
              </a:defRPr>
            </a:lvl2pPr>
            <a:lvl3pPr>
              <a:defRPr sz="1200">
                <a:solidFill>
                  <a:srgbClr val="073262"/>
                </a:solidFill>
              </a:defRPr>
            </a:lvl3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 </a:t>
            </a:r>
            <a:r>
              <a:rPr lang="en-US" dirty="0" err="1"/>
              <a:t>Sed</a:t>
            </a:r>
            <a:r>
              <a:rPr lang="en-US" dirty="0"/>
              <a:t>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quae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a:t>
            </a:r>
            <a:r>
              <a:rPr lang="en-US" dirty="0" err="1"/>
              <a:t>beatae</a:t>
            </a:r>
            <a:r>
              <a:rPr lang="en-US" dirty="0"/>
              <a:t> vitae dicta </a:t>
            </a:r>
            <a:r>
              <a:rPr lang="en-US" dirty="0" err="1"/>
              <a:t>sunt</a:t>
            </a:r>
            <a:r>
              <a:rPr lang="en-US" dirty="0"/>
              <a:t> </a:t>
            </a:r>
            <a:r>
              <a:rPr lang="en-US" dirty="0" err="1"/>
              <a:t>explicabo</a:t>
            </a:r>
            <a:r>
              <a:rPr lang="en-US" dirty="0"/>
              <a:t>.</a:t>
            </a:r>
          </a:p>
        </p:txBody>
      </p:sp>
      <p:sp>
        <p:nvSpPr>
          <p:cNvPr id="20" name="Text Placeholder 22"/>
          <p:cNvSpPr>
            <a:spLocks noGrp="1"/>
          </p:cNvSpPr>
          <p:nvPr>
            <p:ph type="body" sz="quarter" idx="16" hasCustomPrompt="1"/>
          </p:nvPr>
        </p:nvSpPr>
        <p:spPr>
          <a:xfrm>
            <a:off x="6170406" y="1803402"/>
            <a:ext cx="5562600" cy="4572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20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endParaRPr lang="en-US" dirty="0"/>
          </a:p>
        </p:txBody>
      </p:sp>
    </p:spTree>
    <p:extLst>
      <p:ext uri="{BB962C8B-B14F-4D97-AF65-F5344CB8AC3E}">
        <p14:creationId xmlns:p14="http://schemas.microsoft.com/office/powerpoint/2010/main" val="263417887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4 Column">
    <p:spTree>
      <p:nvGrpSpPr>
        <p:cNvPr id="1" name=""/>
        <p:cNvGrpSpPr/>
        <p:nvPr/>
      </p:nvGrpSpPr>
      <p:grpSpPr>
        <a:xfrm>
          <a:off x="0" y="0"/>
          <a:ext cx="0" cy="0"/>
          <a:chOff x="0" y="0"/>
          <a:chExt cx="0" cy="0"/>
        </a:xfrm>
      </p:grpSpPr>
      <p:sp>
        <p:nvSpPr>
          <p:cNvPr id="4"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rgbClr val="1F497D"/>
                </a:solidFill>
                <a:latin typeface="+mn-lt"/>
              </a:rPr>
              <a:pPr/>
              <a:t>‹#›</a:t>
            </a:fld>
            <a:endParaRPr lang="en-US" b="1" dirty="0">
              <a:solidFill>
                <a:srgbClr val="1F497D"/>
              </a:solidFill>
              <a:latin typeface="+mn-lt"/>
            </a:endParaRPr>
          </a:p>
        </p:txBody>
      </p:sp>
      <p:sp>
        <p:nvSpPr>
          <p:cNvPr id="5" name="TextBox 4"/>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rgbClr val="1F497D"/>
                </a:solidFill>
                <a:latin typeface="+mn-lt"/>
                <a:ea typeface="Georgia" charset="0"/>
                <a:cs typeface="Georgia" charset="0"/>
              </a:rPr>
              <a:t>® 2020 Copyright  . All Rights Reserved.</a:t>
            </a:r>
          </a:p>
        </p:txBody>
      </p:sp>
      <p:pic>
        <p:nvPicPr>
          <p:cNvPr id="6" name="Picture 5"/>
          <p:cNvPicPr>
            <a:picLocks noChangeAspect="1"/>
          </p:cNvPicPr>
          <p:nvPr userDrawn="1"/>
        </p:nvPicPr>
        <p:blipFill>
          <a:blip r:embed="rId2"/>
          <a:stretch>
            <a:fillRect/>
          </a:stretch>
        </p:blipFill>
        <p:spPr>
          <a:xfrm>
            <a:off x="10893034" y="6462131"/>
            <a:ext cx="839972" cy="309081"/>
          </a:xfrm>
          <a:prstGeom prst="rect">
            <a:avLst/>
          </a:prstGeom>
        </p:spPr>
      </p:pic>
      <p:sp>
        <p:nvSpPr>
          <p:cNvPr id="7" name="Text Placeholder 22"/>
          <p:cNvSpPr>
            <a:spLocks noGrp="1"/>
          </p:cNvSpPr>
          <p:nvPr>
            <p:ph type="body" sz="quarter" idx="11" hasCustomPrompt="1"/>
          </p:nvPr>
        </p:nvSpPr>
        <p:spPr>
          <a:xfrm>
            <a:off x="460744" y="471715"/>
            <a:ext cx="7235456" cy="533400"/>
          </a:xfrm>
          <a:prstGeom prst="rect">
            <a:avLst/>
          </a:prstGeom>
        </p:spPr>
        <p:txBody>
          <a:bodyPr anchor="ctr"/>
          <a:lstStyle>
            <a:lvl1pPr>
              <a:defRPr sz="3000">
                <a:solidFill>
                  <a:srgbClr val="063161"/>
                </a:solidFill>
                <a:latin typeface="Georgia" panose="02040502050405020303" pitchFamily="18" charset="0"/>
              </a:defRPr>
            </a:lvl1pPr>
          </a:lstStyle>
          <a:p>
            <a:pPr lvl="0"/>
            <a:r>
              <a:rPr lang="en-US" dirty="0"/>
              <a:t>Content slide title goes here</a:t>
            </a:r>
          </a:p>
        </p:txBody>
      </p:sp>
      <p:sp>
        <p:nvSpPr>
          <p:cNvPr id="8"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9" name="Text Placeholder 22"/>
          <p:cNvSpPr>
            <a:spLocks noGrp="1"/>
          </p:cNvSpPr>
          <p:nvPr>
            <p:ph type="body" sz="quarter" idx="13" hasCustomPrompt="1"/>
          </p:nvPr>
        </p:nvSpPr>
        <p:spPr>
          <a:xfrm>
            <a:off x="457200" y="2489202"/>
            <a:ext cx="2592594" cy="36576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 </a:t>
            </a:r>
            <a:r>
              <a:rPr lang="en-US" dirty="0" err="1"/>
              <a:t>Sed</a:t>
            </a:r>
            <a:r>
              <a:rPr lang="en-US" dirty="0"/>
              <a:t> </a:t>
            </a:r>
            <a:r>
              <a:rPr lang="en-US" dirty="0" err="1"/>
              <a:t>ut</a:t>
            </a:r>
            <a:r>
              <a:rPr lang="en-US" dirty="0"/>
              <a:t> </a:t>
            </a:r>
            <a:r>
              <a:rPr lang="en-US" dirty="0" err="1"/>
              <a:t>perspiciatis</a:t>
            </a:r>
            <a:r>
              <a:rPr lang="en-US" dirty="0"/>
              <a:t> </a:t>
            </a:r>
            <a:r>
              <a:rPr lang="en-US" dirty="0" err="1"/>
              <a:t>unde</a:t>
            </a:r>
            <a:r>
              <a:rPr lang="en-US" dirty="0"/>
              <a:t>.</a:t>
            </a:r>
          </a:p>
        </p:txBody>
      </p:sp>
      <p:sp>
        <p:nvSpPr>
          <p:cNvPr id="13" name="Text Placeholder 22"/>
          <p:cNvSpPr>
            <a:spLocks noGrp="1"/>
          </p:cNvSpPr>
          <p:nvPr>
            <p:ph type="body" sz="quarter" idx="14" hasCustomPrompt="1"/>
          </p:nvPr>
        </p:nvSpPr>
        <p:spPr>
          <a:xfrm>
            <a:off x="457200" y="1803402"/>
            <a:ext cx="2592594" cy="6858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endParaRPr lang="en-US" dirty="0"/>
          </a:p>
        </p:txBody>
      </p:sp>
      <p:sp>
        <p:nvSpPr>
          <p:cNvPr id="27" name="Text Placeholder 22"/>
          <p:cNvSpPr>
            <a:spLocks noGrp="1"/>
          </p:cNvSpPr>
          <p:nvPr>
            <p:ph type="body" sz="quarter" idx="15" hasCustomPrompt="1"/>
          </p:nvPr>
        </p:nvSpPr>
        <p:spPr>
          <a:xfrm>
            <a:off x="3351604" y="2489202"/>
            <a:ext cx="2592594" cy="36576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 </a:t>
            </a:r>
            <a:r>
              <a:rPr lang="en-US" dirty="0" err="1"/>
              <a:t>Sed</a:t>
            </a:r>
            <a:r>
              <a:rPr lang="en-US" dirty="0"/>
              <a:t> </a:t>
            </a:r>
            <a:r>
              <a:rPr lang="en-US" dirty="0" err="1"/>
              <a:t>ut</a:t>
            </a:r>
            <a:r>
              <a:rPr lang="en-US" dirty="0"/>
              <a:t> </a:t>
            </a:r>
            <a:r>
              <a:rPr lang="en-US" dirty="0" err="1"/>
              <a:t>perspiciatis</a:t>
            </a:r>
            <a:r>
              <a:rPr lang="en-US" dirty="0"/>
              <a:t> </a:t>
            </a:r>
            <a:r>
              <a:rPr lang="en-US" dirty="0" err="1"/>
              <a:t>unde</a:t>
            </a:r>
            <a:r>
              <a:rPr lang="en-US" dirty="0"/>
              <a:t>.</a:t>
            </a:r>
          </a:p>
        </p:txBody>
      </p:sp>
      <p:sp>
        <p:nvSpPr>
          <p:cNvPr id="28" name="Text Placeholder 22"/>
          <p:cNvSpPr>
            <a:spLocks noGrp="1"/>
          </p:cNvSpPr>
          <p:nvPr>
            <p:ph type="body" sz="quarter" idx="16" hasCustomPrompt="1"/>
          </p:nvPr>
        </p:nvSpPr>
        <p:spPr>
          <a:xfrm>
            <a:off x="3351604" y="1803402"/>
            <a:ext cx="2592594" cy="6858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endParaRPr lang="en-US" dirty="0"/>
          </a:p>
        </p:txBody>
      </p:sp>
      <p:sp>
        <p:nvSpPr>
          <p:cNvPr id="30" name="Text Placeholder 22"/>
          <p:cNvSpPr>
            <a:spLocks noGrp="1"/>
          </p:cNvSpPr>
          <p:nvPr>
            <p:ph type="body" sz="quarter" idx="17" hasCustomPrompt="1"/>
          </p:nvPr>
        </p:nvSpPr>
        <p:spPr>
          <a:xfrm>
            <a:off x="6246008" y="2489202"/>
            <a:ext cx="2592594" cy="36576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 </a:t>
            </a:r>
            <a:r>
              <a:rPr lang="en-US" dirty="0" err="1"/>
              <a:t>Sed</a:t>
            </a:r>
            <a:r>
              <a:rPr lang="en-US" dirty="0"/>
              <a:t> </a:t>
            </a:r>
            <a:r>
              <a:rPr lang="en-US" dirty="0" err="1"/>
              <a:t>ut</a:t>
            </a:r>
            <a:r>
              <a:rPr lang="en-US" dirty="0"/>
              <a:t> </a:t>
            </a:r>
            <a:r>
              <a:rPr lang="en-US" dirty="0" err="1"/>
              <a:t>perspiciatis</a:t>
            </a:r>
            <a:r>
              <a:rPr lang="en-US" dirty="0"/>
              <a:t> </a:t>
            </a:r>
            <a:r>
              <a:rPr lang="en-US" dirty="0" err="1"/>
              <a:t>unde</a:t>
            </a:r>
            <a:r>
              <a:rPr lang="en-US" dirty="0"/>
              <a:t>.</a:t>
            </a:r>
          </a:p>
        </p:txBody>
      </p:sp>
      <p:sp>
        <p:nvSpPr>
          <p:cNvPr id="31" name="Text Placeholder 22"/>
          <p:cNvSpPr>
            <a:spLocks noGrp="1"/>
          </p:cNvSpPr>
          <p:nvPr>
            <p:ph type="body" sz="quarter" idx="18" hasCustomPrompt="1"/>
          </p:nvPr>
        </p:nvSpPr>
        <p:spPr>
          <a:xfrm>
            <a:off x="6246008" y="1803402"/>
            <a:ext cx="2592594" cy="6858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fr-FR" dirty="0" err="1"/>
              <a:t>Incididunt</a:t>
            </a:r>
            <a:r>
              <a:rPr lang="fr-FR" dirty="0"/>
              <a:t> ut </a:t>
            </a:r>
            <a:r>
              <a:rPr lang="fr-FR" dirty="0" err="1"/>
              <a:t>labore</a:t>
            </a:r>
            <a:r>
              <a:rPr lang="fr-FR" dirty="0"/>
              <a:t> et </a:t>
            </a:r>
            <a:r>
              <a:rPr lang="fr-FR" dirty="0" err="1"/>
              <a:t>dolore</a:t>
            </a:r>
            <a:r>
              <a:rPr lang="fr-FR" dirty="0"/>
              <a:t> magna </a:t>
            </a:r>
            <a:r>
              <a:rPr lang="fr-FR" dirty="0" err="1"/>
              <a:t>aliqua</a:t>
            </a:r>
            <a:endParaRPr lang="en-US" dirty="0"/>
          </a:p>
        </p:txBody>
      </p:sp>
      <p:sp>
        <p:nvSpPr>
          <p:cNvPr id="33" name="Text Placeholder 22"/>
          <p:cNvSpPr>
            <a:spLocks noGrp="1"/>
          </p:cNvSpPr>
          <p:nvPr>
            <p:ph type="body" sz="quarter" idx="19" hasCustomPrompt="1"/>
          </p:nvPr>
        </p:nvSpPr>
        <p:spPr>
          <a:xfrm>
            <a:off x="9140412" y="2491293"/>
            <a:ext cx="2592594" cy="36576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 </a:t>
            </a:r>
            <a:r>
              <a:rPr lang="en-US" dirty="0" err="1"/>
              <a:t>Sed</a:t>
            </a:r>
            <a:r>
              <a:rPr lang="en-US" dirty="0"/>
              <a:t> </a:t>
            </a:r>
            <a:r>
              <a:rPr lang="en-US" dirty="0" err="1"/>
              <a:t>ut</a:t>
            </a:r>
            <a:r>
              <a:rPr lang="en-US" dirty="0"/>
              <a:t> </a:t>
            </a:r>
            <a:r>
              <a:rPr lang="en-US" dirty="0" err="1"/>
              <a:t>perspiciatis</a:t>
            </a:r>
            <a:r>
              <a:rPr lang="en-US" dirty="0"/>
              <a:t> </a:t>
            </a:r>
            <a:r>
              <a:rPr lang="en-US" dirty="0" err="1"/>
              <a:t>unde</a:t>
            </a:r>
            <a:r>
              <a:rPr lang="en-US" dirty="0"/>
              <a:t>.</a:t>
            </a:r>
          </a:p>
        </p:txBody>
      </p:sp>
      <p:sp>
        <p:nvSpPr>
          <p:cNvPr id="43" name="Text Placeholder 22"/>
          <p:cNvSpPr>
            <a:spLocks noGrp="1"/>
          </p:cNvSpPr>
          <p:nvPr>
            <p:ph type="body" sz="quarter" idx="20" hasCustomPrompt="1"/>
          </p:nvPr>
        </p:nvSpPr>
        <p:spPr>
          <a:xfrm>
            <a:off x="9140412" y="1805493"/>
            <a:ext cx="2592594" cy="6858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s-ES" dirty="0" err="1"/>
              <a:t>beatae</a:t>
            </a:r>
            <a:r>
              <a:rPr lang="es-ES" dirty="0"/>
              <a:t> vitae dicta </a:t>
            </a:r>
            <a:r>
              <a:rPr lang="es-ES" dirty="0" err="1"/>
              <a:t>sunt</a:t>
            </a:r>
            <a:r>
              <a:rPr lang="es-ES" dirty="0"/>
              <a:t> </a:t>
            </a:r>
            <a:r>
              <a:rPr lang="es-ES" dirty="0" err="1"/>
              <a:t>explicabo</a:t>
            </a:r>
            <a:endParaRPr lang="en-US" dirty="0"/>
          </a:p>
        </p:txBody>
      </p:sp>
    </p:spTree>
    <p:extLst>
      <p:ext uri="{BB962C8B-B14F-4D97-AF65-F5344CB8AC3E}">
        <p14:creationId xmlns:p14="http://schemas.microsoft.com/office/powerpoint/2010/main" val="372739250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6 column">
    <p:spTree>
      <p:nvGrpSpPr>
        <p:cNvPr id="1" name=""/>
        <p:cNvGrpSpPr/>
        <p:nvPr/>
      </p:nvGrpSpPr>
      <p:grpSpPr>
        <a:xfrm>
          <a:off x="0" y="0"/>
          <a:ext cx="0" cy="0"/>
          <a:chOff x="0" y="0"/>
          <a:chExt cx="0" cy="0"/>
        </a:xfrm>
      </p:grpSpPr>
      <p:sp>
        <p:nvSpPr>
          <p:cNvPr id="4"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5" name="TextBox 4"/>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 All Rights Reserved.</a:t>
            </a:r>
          </a:p>
        </p:txBody>
      </p:sp>
      <p:pic>
        <p:nvPicPr>
          <p:cNvPr id="6" name="Picture 5"/>
          <p:cNvPicPr>
            <a:picLocks noChangeAspect="1"/>
          </p:cNvPicPr>
          <p:nvPr userDrawn="1"/>
        </p:nvPicPr>
        <p:blipFill>
          <a:blip r:embed="rId2"/>
          <a:stretch>
            <a:fillRect/>
          </a:stretch>
        </p:blipFill>
        <p:spPr>
          <a:xfrm>
            <a:off x="10893034" y="6462131"/>
            <a:ext cx="839972" cy="309081"/>
          </a:xfrm>
          <a:prstGeom prst="rect">
            <a:avLst/>
          </a:prstGeom>
        </p:spPr>
      </p:pic>
      <p:sp>
        <p:nvSpPr>
          <p:cNvPr id="7" name="Text Placeholder 22"/>
          <p:cNvSpPr>
            <a:spLocks noGrp="1"/>
          </p:cNvSpPr>
          <p:nvPr>
            <p:ph type="body" sz="quarter" idx="11" hasCustomPrompt="1"/>
          </p:nvPr>
        </p:nvSpPr>
        <p:spPr>
          <a:xfrm>
            <a:off x="460744" y="471715"/>
            <a:ext cx="7235456" cy="533400"/>
          </a:xfrm>
          <a:prstGeom prst="rect">
            <a:avLst/>
          </a:prstGeom>
        </p:spPr>
        <p:txBody>
          <a:bodyPr anchor="ctr"/>
          <a:lstStyle>
            <a:lvl1pPr>
              <a:defRPr sz="3000">
                <a:solidFill>
                  <a:srgbClr val="063161"/>
                </a:solidFill>
                <a:latin typeface="Georgia" panose="02040502050405020303" pitchFamily="18" charset="0"/>
              </a:defRPr>
            </a:lvl1pPr>
          </a:lstStyle>
          <a:p>
            <a:pPr lvl="0"/>
            <a:r>
              <a:rPr lang="en-US" dirty="0"/>
              <a:t>Content slide title goes here</a:t>
            </a:r>
          </a:p>
        </p:txBody>
      </p:sp>
      <p:sp>
        <p:nvSpPr>
          <p:cNvPr id="8"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9" name="Text Placeholder 22"/>
          <p:cNvSpPr>
            <a:spLocks noGrp="1"/>
          </p:cNvSpPr>
          <p:nvPr>
            <p:ph type="body" sz="quarter" idx="13" hasCustomPrompt="1"/>
          </p:nvPr>
        </p:nvSpPr>
        <p:spPr>
          <a:xfrm>
            <a:off x="457200" y="2351315"/>
            <a:ext cx="3352800" cy="1330327"/>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ea.</a:t>
            </a:r>
          </a:p>
        </p:txBody>
      </p:sp>
      <p:sp>
        <p:nvSpPr>
          <p:cNvPr id="13" name="Text Placeholder 22"/>
          <p:cNvSpPr>
            <a:spLocks noGrp="1"/>
          </p:cNvSpPr>
          <p:nvPr>
            <p:ph type="body" sz="quarter" idx="14" hasCustomPrompt="1"/>
          </p:nvPr>
        </p:nvSpPr>
        <p:spPr>
          <a:xfrm>
            <a:off x="457200" y="1817916"/>
            <a:ext cx="3352800" cy="3810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15" name="Text Placeholder 22"/>
          <p:cNvSpPr>
            <a:spLocks noGrp="1"/>
          </p:cNvSpPr>
          <p:nvPr>
            <p:ph type="body" sz="quarter" idx="15" hasCustomPrompt="1"/>
          </p:nvPr>
        </p:nvSpPr>
        <p:spPr>
          <a:xfrm>
            <a:off x="4418703" y="2351315"/>
            <a:ext cx="3352800" cy="1330327"/>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ea.</a:t>
            </a:r>
          </a:p>
        </p:txBody>
      </p:sp>
      <p:sp>
        <p:nvSpPr>
          <p:cNvPr id="16" name="Text Placeholder 22"/>
          <p:cNvSpPr>
            <a:spLocks noGrp="1"/>
          </p:cNvSpPr>
          <p:nvPr>
            <p:ph type="body" sz="quarter" idx="16" hasCustomPrompt="1"/>
          </p:nvPr>
        </p:nvSpPr>
        <p:spPr>
          <a:xfrm>
            <a:off x="4418703" y="1817916"/>
            <a:ext cx="3352800" cy="3810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18" name="Text Placeholder 22"/>
          <p:cNvSpPr>
            <a:spLocks noGrp="1"/>
          </p:cNvSpPr>
          <p:nvPr>
            <p:ph type="body" sz="quarter" idx="17" hasCustomPrompt="1"/>
          </p:nvPr>
        </p:nvSpPr>
        <p:spPr>
          <a:xfrm>
            <a:off x="8380206" y="2351315"/>
            <a:ext cx="3352800" cy="1330327"/>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ea.</a:t>
            </a:r>
          </a:p>
        </p:txBody>
      </p:sp>
      <p:sp>
        <p:nvSpPr>
          <p:cNvPr id="21" name="Text Placeholder 22"/>
          <p:cNvSpPr>
            <a:spLocks noGrp="1"/>
          </p:cNvSpPr>
          <p:nvPr>
            <p:ph type="body" sz="quarter" idx="18" hasCustomPrompt="1"/>
          </p:nvPr>
        </p:nvSpPr>
        <p:spPr>
          <a:xfrm>
            <a:off x="8380206" y="1817916"/>
            <a:ext cx="3352800" cy="3810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34" name="Text Placeholder 22"/>
          <p:cNvSpPr>
            <a:spLocks noGrp="1"/>
          </p:cNvSpPr>
          <p:nvPr>
            <p:ph type="body" sz="quarter" idx="19" hasCustomPrompt="1"/>
          </p:nvPr>
        </p:nvSpPr>
        <p:spPr>
          <a:xfrm>
            <a:off x="457200" y="4520846"/>
            <a:ext cx="3352800" cy="1330327"/>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ea.</a:t>
            </a:r>
          </a:p>
        </p:txBody>
      </p:sp>
      <p:sp>
        <p:nvSpPr>
          <p:cNvPr id="35" name="Text Placeholder 22"/>
          <p:cNvSpPr>
            <a:spLocks noGrp="1"/>
          </p:cNvSpPr>
          <p:nvPr>
            <p:ph type="body" sz="quarter" idx="20" hasCustomPrompt="1"/>
          </p:nvPr>
        </p:nvSpPr>
        <p:spPr>
          <a:xfrm>
            <a:off x="457200" y="3987447"/>
            <a:ext cx="3352800" cy="3810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37" name="Text Placeholder 22"/>
          <p:cNvSpPr>
            <a:spLocks noGrp="1"/>
          </p:cNvSpPr>
          <p:nvPr>
            <p:ph type="body" sz="quarter" idx="21" hasCustomPrompt="1"/>
          </p:nvPr>
        </p:nvSpPr>
        <p:spPr>
          <a:xfrm>
            <a:off x="4418703" y="4520846"/>
            <a:ext cx="3352800" cy="1330327"/>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ea.</a:t>
            </a:r>
          </a:p>
        </p:txBody>
      </p:sp>
      <p:sp>
        <p:nvSpPr>
          <p:cNvPr id="38" name="Text Placeholder 22"/>
          <p:cNvSpPr>
            <a:spLocks noGrp="1"/>
          </p:cNvSpPr>
          <p:nvPr>
            <p:ph type="body" sz="quarter" idx="22" hasCustomPrompt="1"/>
          </p:nvPr>
        </p:nvSpPr>
        <p:spPr>
          <a:xfrm>
            <a:off x="4418703" y="3987447"/>
            <a:ext cx="3352800" cy="3810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40" name="Text Placeholder 22"/>
          <p:cNvSpPr>
            <a:spLocks noGrp="1"/>
          </p:cNvSpPr>
          <p:nvPr>
            <p:ph type="body" sz="quarter" idx="23" hasCustomPrompt="1"/>
          </p:nvPr>
        </p:nvSpPr>
        <p:spPr>
          <a:xfrm>
            <a:off x="8380206" y="4520846"/>
            <a:ext cx="3352800" cy="1330327"/>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ea.</a:t>
            </a:r>
          </a:p>
        </p:txBody>
      </p:sp>
      <p:sp>
        <p:nvSpPr>
          <p:cNvPr id="41" name="Text Placeholder 22"/>
          <p:cNvSpPr>
            <a:spLocks noGrp="1"/>
          </p:cNvSpPr>
          <p:nvPr>
            <p:ph type="body" sz="quarter" idx="24" hasCustomPrompt="1"/>
          </p:nvPr>
        </p:nvSpPr>
        <p:spPr>
          <a:xfrm>
            <a:off x="8380206" y="3987447"/>
            <a:ext cx="3352800" cy="3810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Tree>
    <p:extLst>
      <p:ext uri="{BB962C8B-B14F-4D97-AF65-F5344CB8AC3E}">
        <p14:creationId xmlns:p14="http://schemas.microsoft.com/office/powerpoint/2010/main" val="264750101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and Picture">
    <p:spTree>
      <p:nvGrpSpPr>
        <p:cNvPr id="1" name=""/>
        <p:cNvGrpSpPr/>
        <p:nvPr/>
      </p:nvGrpSpPr>
      <p:grpSpPr>
        <a:xfrm>
          <a:off x="0" y="0"/>
          <a:ext cx="0" cy="0"/>
          <a:chOff x="0" y="0"/>
          <a:chExt cx="0" cy="0"/>
        </a:xfrm>
      </p:grpSpPr>
      <p:sp>
        <p:nvSpPr>
          <p:cNvPr id="14" name="Text Placeholder 22"/>
          <p:cNvSpPr>
            <a:spLocks noGrp="1"/>
          </p:cNvSpPr>
          <p:nvPr>
            <p:ph type="body" sz="quarter" idx="11" hasCustomPrompt="1"/>
          </p:nvPr>
        </p:nvSpPr>
        <p:spPr>
          <a:xfrm>
            <a:off x="460744" y="471715"/>
            <a:ext cx="7235456" cy="533400"/>
          </a:xfrm>
          <a:prstGeom prst="rect">
            <a:avLst/>
          </a:prstGeom>
        </p:spPr>
        <p:txBody>
          <a:bodyPr anchor="ctr"/>
          <a:lstStyle>
            <a:lvl1pPr>
              <a:defRPr sz="3000" baseline="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5"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2020 Copyright  .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spTree>
    <p:extLst>
      <p:ext uri="{BB962C8B-B14F-4D97-AF65-F5344CB8AC3E}">
        <p14:creationId xmlns:p14="http://schemas.microsoft.com/office/powerpoint/2010/main" val="268093804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and table">
    <p:spTree>
      <p:nvGrpSpPr>
        <p:cNvPr id="1" name=""/>
        <p:cNvGrpSpPr/>
        <p:nvPr/>
      </p:nvGrpSpPr>
      <p:grpSpPr>
        <a:xfrm>
          <a:off x="0" y="0"/>
          <a:ext cx="0" cy="0"/>
          <a:chOff x="0" y="0"/>
          <a:chExt cx="0" cy="0"/>
        </a:xfrm>
      </p:grpSpPr>
      <p:sp>
        <p:nvSpPr>
          <p:cNvPr id="3" name="Table Placeholder 2"/>
          <p:cNvSpPr>
            <a:spLocks noGrp="1"/>
          </p:cNvSpPr>
          <p:nvPr>
            <p:ph type="tbl" sz="quarter" idx="13"/>
          </p:nvPr>
        </p:nvSpPr>
        <p:spPr>
          <a:xfrm>
            <a:off x="460744" y="1828800"/>
            <a:ext cx="11272262" cy="3455987"/>
          </a:xfrm>
          <a:prstGeom prst="rect">
            <a:avLst/>
          </a:prstGeom>
        </p:spPr>
        <p:txBody>
          <a:bodyPr anchor="ctr"/>
          <a:lstStyle>
            <a:lvl1pPr>
              <a:defRPr>
                <a:solidFill>
                  <a:schemeClr val="accent3"/>
                </a:solidFill>
              </a:defRPr>
            </a:lvl1pPr>
          </a:lstStyle>
          <a:p>
            <a:endParaRPr lang="en-IN" dirty="0"/>
          </a:p>
        </p:txBody>
      </p:sp>
      <p:sp>
        <p:nvSpPr>
          <p:cNvPr id="14" name="Text Placeholder 22"/>
          <p:cNvSpPr>
            <a:spLocks noGrp="1"/>
          </p:cNvSpPr>
          <p:nvPr>
            <p:ph type="body" sz="quarter" idx="11" hasCustomPrompt="1"/>
          </p:nvPr>
        </p:nvSpPr>
        <p:spPr>
          <a:xfrm>
            <a:off x="460744" y="471715"/>
            <a:ext cx="7235456" cy="533400"/>
          </a:xfrm>
          <a:prstGeom prst="rect">
            <a:avLst/>
          </a:prstGeom>
        </p:spPr>
        <p:txBody>
          <a:bodyPr anchor="ctr"/>
          <a:lstStyle>
            <a:lvl1pPr>
              <a:defRPr sz="3000" baseline="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5"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rgbClr val="1F497D"/>
                </a:solidFill>
                <a:latin typeface="+mn-lt"/>
              </a:rPr>
              <a:pPr/>
              <a:t>‹#›</a:t>
            </a:fld>
            <a:endParaRPr lang="en-US" b="1" dirty="0">
              <a:solidFill>
                <a:srgbClr val="1F497D"/>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rgbClr val="1F497D"/>
                </a:solidFill>
                <a:latin typeface="+mn-lt"/>
                <a:ea typeface="Georgia" charset="0"/>
                <a:cs typeface="Georgia" charset="0"/>
              </a:rPr>
              <a:t>® 2020 Copyright  .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spTree>
    <p:extLst>
      <p:ext uri="{BB962C8B-B14F-4D97-AF65-F5344CB8AC3E}">
        <p14:creationId xmlns:p14="http://schemas.microsoft.com/office/powerpoint/2010/main" val="135501402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chart">
    <p:spTree>
      <p:nvGrpSpPr>
        <p:cNvPr id="1" name=""/>
        <p:cNvGrpSpPr/>
        <p:nvPr/>
      </p:nvGrpSpPr>
      <p:grpSpPr>
        <a:xfrm>
          <a:off x="0" y="0"/>
          <a:ext cx="0" cy="0"/>
          <a:chOff x="0" y="0"/>
          <a:chExt cx="0" cy="0"/>
        </a:xfrm>
      </p:grpSpPr>
      <p:sp>
        <p:nvSpPr>
          <p:cNvPr id="9" name="Text Placeholder 22"/>
          <p:cNvSpPr>
            <a:spLocks noGrp="1"/>
          </p:cNvSpPr>
          <p:nvPr>
            <p:ph type="body" sz="quarter" idx="11" hasCustomPrompt="1"/>
          </p:nvPr>
        </p:nvSpPr>
        <p:spPr>
          <a:xfrm>
            <a:off x="460744" y="465346"/>
            <a:ext cx="5482856" cy="533400"/>
          </a:xfrm>
          <a:prstGeom prst="rect">
            <a:avLst/>
          </a:prstGeom>
        </p:spPr>
        <p:txBody>
          <a:bodyPr/>
          <a:lstStyle>
            <a:lvl1pPr>
              <a:defRPr sz="300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0" name="Text Placeholder 22"/>
          <p:cNvSpPr>
            <a:spLocks noGrp="1"/>
          </p:cNvSpPr>
          <p:nvPr>
            <p:ph type="body" sz="quarter" idx="12" hasCustomPrompt="1"/>
          </p:nvPr>
        </p:nvSpPr>
        <p:spPr>
          <a:xfrm>
            <a:off x="460744" y="1026868"/>
            <a:ext cx="7540256" cy="533400"/>
          </a:xfrm>
          <a:prstGeom prst="rect">
            <a:avLst/>
          </a:prstGeom>
        </p:spPr>
        <p:txBody>
          <a:bodyP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25" name="Text Placeholder 22"/>
          <p:cNvSpPr>
            <a:spLocks noGrp="1"/>
          </p:cNvSpPr>
          <p:nvPr>
            <p:ph type="body" sz="quarter" idx="13" hasCustomPrompt="1"/>
          </p:nvPr>
        </p:nvSpPr>
        <p:spPr>
          <a:xfrm>
            <a:off x="457200" y="1822752"/>
            <a:ext cx="6404344" cy="3429000"/>
          </a:xfrm>
          <a:prstGeom prst="rect">
            <a:avLst/>
          </a:prstGeom>
        </p:spPr>
        <p:txBody>
          <a:bodyPr/>
          <a:lstStyle>
            <a:lvl1pPr marL="0" indent="0">
              <a:buClr>
                <a:srgbClr val="FF545F"/>
              </a:buClr>
              <a:buFont typeface="Arial" panose="020B0604020202020204" pitchFamily="34" charset="0"/>
              <a:buNone/>
              <a:defRPr sz="1600">
                <a:solidFill>
                  <a:srgbClr val="063161"/>
                </a:solidFill>
                <a:latin typeface="Georgia" panose="02040502050405020303" pitchFamily="18" charset="0"/>
              </a:defRPr>
            </a:lvl1pPr>
            <a:lvl2pPr>
              <a:defRPr sz="1400">
                <a:solidFill>
                  <a:srgbClr val="073262"/>
                </a:solidFill>
              </a:defRPr>
            </a:lvl2pPr>
            <a:lvl3pPr>
              <a:defRPr sz="1200">
                <a:solidFill>
                  <a:srgbClr val="073262"/>
                </a:solidFill>
              </a:defRPr>
            </a:lvl3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 </a:t>
            </a:r>
            <a:r>
              <a:rPr lang="en-US" dirty="0" err="1"/>
              <a:t>Sed</a:t>
            </a:r>
            <a:r>
              <a:rPr lang="en-US" dirty="0"/>
              <a:t>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quae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a:t>
            </a:r>
            <a:r>
              <a:rPr lang="en-US" dirty="0" err="1"/>
              <a:t>beatae</a:t>
            </a:r>
            <a:r>
              <a:rPr lang="en-US" dirty="0"/>
              <a:t> vitae dicta </a:t>
            </a:r>
            <a:r>
              <a:rPr lang="en-US" dirty="0" err="1"/>
              <a:t>sunt</a:t>
            </a:r>
            <a:r>
              <a:rPr lang="en-US" dirty="0"/>
              <a:t> </a:t>
            </a:r>
            <a:r>
              <a:rPr lang="en-US" dirty="0" err="1"/>
              <a:t>explicabo</a:t>
            </a:r>
            <a:r>
              <a:rPr lang="en-US" dirty="0"/>
              <a:t>.</a:t>
            </a:r>
          </a:p>
        </p:txBody>
      </p:sp>
      <p:sp>
        <p:nvSpPr>
          <p:cNvPr id="36" name="Text Placeholder 22"/>
          <p:cNvSpPr>
            <a:spLocks noGrp="1"/>
          </p:cNvSpPr>
          <p:nvPr>
            <p:ph type="body" sz="quarter" idx="14" hasCustomPrompt="1"/>
          </p:nvPr>
        </p:nvSpPr>
        <p:spPr>
          <a:xfrm>
            <a:off x="7391400" y="4635802"/>
            <a:ext cx="4343400" cy="533400"/>
          </a:xfrm>
          <a:prstGeom prst="rect">
            <a:avLst/>
          </a:prstGeom>
        </p:spPr>
        <p:txBody>
          <a:bodyPr/>
          <a:lstStyle>
            <a:lvl1pPr marL="0" indent="0" algn="ctr">
              <a:buClr>
                <a:srgbClr val="FF545F"/>
              </a:buClr>
              <a:buFont typeface="Arial" panose="020B0604020202020204" pitchFamily="34" charset="0"/>
              <a:buNone/>
              <a:defRPr sz="1050">
                <a:solidFill>
                  <a:srgbClr val="063161"/>
                </a:solidFill>
                <a:latin typeface="Georgia" panose="02040502050405020303" pitchFamily="18" charset="0"/>
              </a:defRPr>
            </a:lvl1pPr>
          </a:lstStyle>
          <a:p>
            <a:pPr lvl="0"/>
            <a:r>
              <a:rPr lang="en-US" dirty="0"/>
              <a:t>Chart 1: 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endParaRPr lang="en-US" dirty="0"/>
          </a:p>
        </p:txBody>
      </p:sp>
      <p:sp>
        <p:nvSpPr>
          <p:cNvPr id="38" name="Chart Placeholder 37"/>
          <p:cNvSpPr>
            <a:spLocks noGrp="1"/>
          </p:cNvSpPr>
          <p:nvPr>
            <p:ph type="chart" sz="quarter" idx="15"/>
          </p:nvPr>
        </p:nvSpPr>
        <p:spPr>
          <a:xfrm>
            <a:off x="7391400" y="1822752"/>
            <a:ext cx="4343400" cy="2691908"/>
          </a:xfrm>
          <a:prstGeom prst="rect">
            <a:avLst/>
          </a:prstGeom>
        </p:spPr>
        <p:txBody>
          <a:bodyPr/>
          <a:lstStyle>
            <a:lvl1pPr>
              <a:defRPr lang="en-IN" sz="1800" dirty="0">
                <a:solidFill>
                  <a:srgbClr val="063161"/>
                </a:solidFill>
                <a:latin typeface="Georgia" panose="02040502050405020303" pitchFamily="18" charset="0"/>
                <a:ea typeface="+mn-ea"/>
                <a:cs typeface="+mn-cs"/>
              </a:defRPr>
            </a:lvl1pPr>
          </a:lstStyle>
          <a:p>
            <a:endParaRPr lang="en-IN" dirty="0"/>
          </a:p>
        </p:txBody>
      </p:sp>
      <p:sp>
        <p:nvSpPr>
          <p:cNvPr id="22"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23" name="TextBox 22"/>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2020 Copyright  . All Rights Reserved.</a:t>
            </a:r>
          </a:p>
        </p:txBody>
      </p:sp>
      <p:pic>
        <p:nvPicPr>
          <p:cNvPr id="24" name="Picture 23"/>
          <p:cNvPicPr>
            <a:picLocks noChangeAspect="1"/>
          </p:cNvPicPr>
          <p:nvPr userDrawn="1"/>
        </p:nvPicPr>
        <p:blipFill>
          <a:blip r:embed="rId2"/>
          <a:stretch>
            <a:fillRect/>
          </a:stretch>
        </p:blipFill>
        <p:spPr>
          <a:xfrm>
            <a:off x="10893034" y="6462131"/>
            <a:ext cx="839972" cy="309081"/>
          </a:xfrm>
          <a:prstGeom prst="rect">
            <a:avLst/>
          </a:prstGeom>
        </p:spPr>
      </p:pic>
    </p:spTree>
    <p:extLst>
      <p:ext uri="{BB962C8B-B14F-4D97-AF65-F5344CB8AC3E}">
        <p14:creationId xmlns:p14="http://schemas.microsoft.com/office/powerpoint/2010/main" val="61511196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9" name="Text Placeholder 22"/>
          <p:cNvSpPr>
            <a:spLocks noGrp="1"/>
          </p:cNvSpPr>
          <p:nvPr>
            <p:ph type="body" sz="quarter" idx="11" hasCustomPrompt="1"/>
          </p:nvPr>
        </p:nvSpPr>
        <p:spPr>
          <a:xfrm>
            <a:off x="457200" y="460357"/>
            <a:ext cx="5638800" cy="533400"/>
          </a:xfrm>
          <a:prstGeom prst="rect">
            <a:avLst/>
          </a:prstGeom>
        </p:spPr>
        <p:txBody>
          <a:bodyPr/>
          <a:lstStyle>
            <a:lvl1pPr>
              <a:defRPr sz="300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0" name="Text Placeholder 22"/>
          <p:cNvSpPr>
            <a:spLocks noGrp="1"/>
          </p:cNvSpPr>
          <p:nvPr>
            <p:ph type="body" sz="quarter" idx="12" hasCustomPrompt="1"/>
          </p:nvPr>
        </p:nvSpPr>
        <p:spPr>
          <a:xfrm>
            <a:off x="457200" y="1031857"/>
            <a:ext cx="8077200" cy="533400"/>
          </a:xfrm>
          <a:prstGeom prst="rect">
            <a:avLst/>
          </a:prstGeom>
        </p:spPr>
        <p:txBody>
          <a:bodyP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25" name="Text Placeholder 22"/>
          <p:cNvSpPr>
            <a:spLocks noGrp="1"/>
          </p:cNvSpPr>
          <p:nvPr>
            <p:ph type="body" sz="quarter" idx="13" hasCustomPrompt="1"/>
          </p:nvPr>
        </p:nvSpPr>
        <p:spPr>
          <a:xfrm>
            <a:off x="6629400" y="1831957"/>
            <a:ext cx="5105400" cy="533400"/>
          </a:xfrm>
          <a:prstGeom prst="rect">
            <a:avLst/>
          </a:prstGeom>
        </p:spPr>
        <p:txBody>
          <a:bodyPr/>
          <a:lstStyle>
            <a:lvl1pPr marL="0" indent="0">
              <a:buClr>
                <a:srgbClr val="FF545F"/>
              </a:buClr>
              <a:buFont typeface="Arial" panose="020B0604020202020204" pitchFamily="34" charset="0"/>
              <a:buNone/>
              <a:defRPr sz="20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endParaRPr lang="en-US" dirty="0"/>
          </a:p>
        </p:txBody>
      </p:sp>
      <p:sp>
        <p:nvSpPr>
          <p:cNvPr id="3" name="Picture Placeholder 2"/>
          <p:cNvSpPr>
            <a:spLocks noGrp="1"/>
          </p:cNvSpPr>
          <p:nvPr>
            <p:ph type="pic" sz="quarter" idx="14"/>
          </p:nvPr>
        </p:nvSpPr>
        <p:spPr>
          <a:xfrm>
            <a:off x="457200" y="1846471"/>
            <a:ext cx="6019800" cy="3962400"/>
          </a:xfrm>
          <a:prstGeom prst="rect">
            <a:avLst/>
          </a:prstGeom>
        </p:spPr>
        <p:txBody>
          <a:bodyPr/>
          <a:lstStyle>
            <a:lvl1pPr>
              <a:defRPr>
                <a:solidFill>
                  <a:schemeClr val="accent3"/>
                </a:solidFill>
              </a:defRPr>
            </a:lvl1pPr>
          </a:lstStyle>
          <a:p>
            <a:endParaRPr lang="en-IN" dirty="0"/>
          </a:p>
        </p:txBody>
      </p:sp>
      <p:sp>
        <p:nvSpPr>
          <p:cNvPr id="22" name="Text Placeholder 22"/>
          <p:cNvSpPr>
            <a:spLocks noGrp="1"/>
          </p:cNvSpPr>
          <p:nvPr>
            <p:ph type="body" sz="quarter" idx="15" hasCustomPrompt="1"/>
          </p:nvPr>
        </p:nvSpPr>
        <p:spPr>
          <a:xfrm>
            <a:off x="6629400" y="2365357"/>
            <a:ext cx="5105400" cy="3429000"/>
          </a:xfrm>
          <a:prstGeom prst="rect">
            <a:avLst/>
          </a:prstGeom>
        </p:spPr>
        <p:txBody>
          <a:bodyPr/>
          <a:lstStyle>
            <a:lvl1pPr marL="0" indent="0">
              <a:buClr>
                <a:srgbClr val="FF545F"/>
              </a:buClr>
              <a:buFont typeface="Arial" panose="020B0604020202020204" pitchFamily="34" charset="0"/>
              <a:buNone/>
              <a:defRPr sz="1600">
                <a:solidFill>
                  <a:srgbClr val="063161"/>
                </a:solidFill>
                <a:latin typeface="Georgia" panose="02040502050405020303" pitchFamily="18" charset="0"/>
              </a:defRPr>
            </a:lvl1pPr>
            <a:lvl2pPr>
              <a:defRPr sz="1400">
                <a:solidFill>
                  <a:srgbClr val="073262"/>
                </a:solidFill>
              </a:defRPr>
            </a:lvl2pPr>
            <a:lvl3pPr>
              <a:defRPr sz="1200">
                <a:solidFill>
                  <a:srgbClr val="073262"/>
                </a:solidFill>
              </a:defRPr>
            </a:lvl3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 </a:t>
            </a:r>
            <a:r>
              <a:rPr lang="en-US" dirty="0" err="1"/>
              <a:t>Sed</a:t>
            </a:r>
            <a:r>
              <a:rPr lang="en-US" dirty="0"/>
              <a:t>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quae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a:t>
            </a:r>
            <a:r>
              <a:rPr lang="en-US" dirty="0" err="1"/>
              <a:t>beatae</a:t>
            </a:r>
            <a:r>
              <a:rPr lang="en-US" dirty="0"/>
              <a:t> vitae dicta </a:t>
            </a:r>
            <a:r>
              <a:rPr lang="en-US" dirty="0" err="1"/>
              <a:t>sunt</a:t>
            </a:r>
            <a:r>
              <a:rPr lang="en-US" dirty="0"/>
              <a:t> </a:t>
            </a:r>
            <a:r>
              <a:rPr lang="en-US" dirty="0" err="1"/>
              <a:t>explicabo</a:t>
            </a:r>
            <a:r>
              <a:rPr lang="en-US" dirty="0"/>
              <a:t>.</a:t>
            </a:r>
          </a:p>
        </p:txBody>
      </p:sp>
      <p:sp>
        <p:nvSpPr>
          <p:cNvPr id="23"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24" name="TextBox 23"/>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 All Rights Reserved.</a:t>
            </a:r>
          </a:p>
        </p:txBody>
      </p:sp>
      <p:pic>
        <p:nvPicPr>
          <p:cNvPr id="26" name="Picture 25"/>
          <p:cNvPicPr>
            <a:picLocks noChangeAspect="1"/>
          </p:cNvPicPr>
          <p:nvPr userDrawn="1"/>
        </p:nvPicPr>
        <p:blipFill>
          <a:blip r:embed="rId2"/>
          <a:stretch>
            <a:fillRect/>
          </a:stretch>
        </p:blipFill>
        <p:spPr>
          <a:xfrm>
            <a:off x="10893034" y="6462131"/>
            <a:ext cx="839972" cy="309081"/>
          </a:xfrm>
          <a:prstGeom prst="rect">
            <a:avLst/>
          </a:prstGeom>
        </p:spPr>
      </p:pic>
    </p:spTree>
    <p:extLst>
      <p:ext uri="{BB962C8B-B14F-4D97-AF65-F5344CB8AC3E}">
        <p14:creationId xmlns:p14="http://schemas.microsoft.com/office/powerpoint/2010/main" val="246035562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Picture 1">
    <p:spTree>
      <p:nvGrpSpPr>
        <p:cNvPr id="1" name=""/>
        <p:cNvGrpSpPr/>
        <p:nvPr/>
      </p:nvGrpSpPr>
      <p:grpSpPr>
        <a:xfrm>
          <a:off x="0" y="0"/>
          <a:ext cx="0" cy="0"/>
          <a:chOff x="0" y="0"/>
          <a:chExt cx="0" cy="0"/>
        </a:xfrm>
      </p:grpSpPr>
      <p:sp>
        <p:nvSpPr>
          <p:cNvPr id="9" name="Text Placeholder 22"/>
          <p:cNvSpPr>
            <a:spLocks noGrp="1"/>
          </p:cNvSpPr>
          <p:nvPr>
            <p:ph type="body" sz="quarter" idx="11" hasCustomPrompt="1"/>
          </p:nvPr>
        </p:nvSpPr>
        <p:spPr>
          <a:xfrm>
            <a:off x="457200" y="460357"/>
            <a:ext cx="5943600" cy="533400"/>
          </a:xfrm>
          <a:prstGeom prst="rect">
            <a:avLst/>
          </a:prstGeom>
        </p:spPr>
        <p:txBody>
          <a:bodyPr/>
          <a:lstStyle>
            <a:lvl1pPr>
              <a:defRPr sz="300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0" name="Text Placeholder 22"/>
          <p:cNvSpPr>
            <a:spLocks noGrp="1"/>
          </p:cNvSpPr>
          <p:nvPr>
            <p:ph type="body" sz="quarter" idx="12" hasCustomPrompt="1"/>
          </p:nvPr>
        </p:nvSpPr>
        <p:spPr>
          <a:xfrm>
            <a:off x="457200" y="1031857"/>
            <a:ext cx="10435834" cy="533400"/>
          </a:xfrm>
          <a:prstGeom prst="rect">
            <a:avLst/>
          </a:prstGeom>
        </p:spPr>
        <p:txBody>
          <a:bodyP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25" name="Text Placeholder 22"/>
          <p:cNvSpPr>
            <a:spLocks noGrp="1"/>
          </p:cNvSpPr>
          <p:nvPr>
            <p:ph type="body" sz="quarter" idx="13" hasCustomPrompt="1"/>
          </p:nvPr>
        </p:nvSpPr>
        <p:spPr>
          <a:xfrm>
            <a:off x="457200" y="1831957"/>
            <a:ext cx="5105400" cy="533400"/>
          </a:xfrm>
          <a:prstGeom prst="rect">
            <a:avLst/>
          </a:prstGeom>
        </p:spPr>
        <p:txBody>
          <a:bodyPr/>
          <a:lstStyle>
            <a:lvl1pPr marL="0" indent="0">
              <a:buClr>
                <a:srgbClr val="FF545F"/>
              </a:buClr>
              <a:buFont typeface="Arial" panose="020B0604020202020204" pitchFamily="34" charset="0"/>
              <a:buNone/>
              <a:defRPr sz="20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endParaRPr lang="en-US" dirty="0"/>
          </a:p>
        </p:txBody>
      </p:sp>
      <p:sp>
        <p:nvSpPr>
          <p:cNvPr id="3" name="Picture Placeholder 2"/>
          <p:cNvSpPr>
            <a:spLocks noGrp="1"/>
          </p:cNvSpPr>
          <p:nvPr>
            <p:ph type="pic" sz="quarter" idx="14"/>
          </p:nvPr>
        </p:nvSpPr>
        <p:spPr>
          <a:xfrm>
            <a:off x="5715000" y="1831957"/>
            <a:ext cx="6019800" cy="3962400"/>
          </a:xfrm>
          <a:prstGeom prst="rect">
            <a:avLst/>
          </a:prstGeom>
        </p:spPr>
        <p:txBody>
          <a:bodyPr/>
          <a:lstStyle>
            <a:lvl1pPr>
              <a:defRPr>
                <a:solidFill>
                  <a:schemeClr val="accent3"/>
                </a:solidFill>
              </a:defRPr>
            </a:lvl1pPr>
          </a:lstStyle>
          <a:p>
            <a:endParaRPr lang="en-IN" dirty="0"/>
          </a:p>
        </p:txBody>
      </p:sp>
      <p:sp>
        <p:nvSpPr>
          <p:cNvPr id="22" name="Text Placeholder 22"/>
          <p:cNvSpPr>
            <a:spLocks noGrp="1"/>
          </p:cNvSpPr>
          <p:nvPr>
            <p:ph type="body" sz="quarter" idx="15" hasCustomPrompt="1"/>
          </p:nvPr>
        </p:nvSpPr>
        <p:spPr>
          <a:xfrm>
            <a:off x="457200" y="2365357"/>
            <a:ext cx="5105400" cy="3429000"/>
          </a:xfrm>
          <a:prstGeom prst="rect">
            <a:avLst/>
          </a:prstGeom>
        </p:spPr>
        <p:txBody>
          <a:bodyPr/>
          <a:lstStyle>
            <a:lvl1pPr marL="0" indent="0">
              <a:buClr>
                <a:srgbClr val="FF545F"/>
              </a:buClr>
              <a:buFont typeface="Arial" panose="020B0604020202020204" pitchFamily="34" charset="0"/>
              <a:buNone/>
              <a:defRPr sz="1600">
                <a:solidFill>
                  <a:srgbClr val="063161"/>
                </a:solidFill>
                <a:latin typeface="Georgia" panose="02040502050405020303" pitchFamily="18" charset="0"/>
              </a:defRPr>
            </a:lvl1pPr>
            <a:lvl2pPr>
              <a:defRPr sz="1400">
                <a:solidFill>
                  <a:srgbClr val="073262"/>
                </a:solidFill>
              </a:defRPr>
            </a:lvl2pPr>
            <a:lvl3pPr>
              <a:defRPr sz="1200">
                <a:solidFill>
                  <a:srgbClr val="073262"/>
                </a:solidFill>
              </a:defRPr>
            </a:lvl3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 </a:t>
            </a:r>
            <a:r>
              <a:rPr lang="en-US" dirty="0" err="1"/>
              <a:t>Sed</a:t>
            </a:r>
            <a:r>
              <a:rPr lang="en-US" dirty="0"/>
              <a:t>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quae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a:t>
            </a:r>
            <a:r>
              <a:rPr lang="en-US" dirty="0" err="1"/>
              <a:t>beatae</a:t>
            </a:r>
            <a:r>
              <a:rPr lang="en-US" dirty="0"/>
              <a:t> vitae dicta </a:t>
            </a:r>
            <a:r>
              <a:rPr lang="en-US" dirty="0" err="1"/>
              <a:t>sunt</a:t>
            </a:r>
            <a:r>
              <a:rPr lang="en-US" dirty="0"/>
              <a:t> </a:t>
            </a:r>
            <a:r>
              <a:rPr lang="en-US" dirty="0" err="1"/>
              <a:t>explicabo</a:t>
            </a:r>
            <a:r>
              <a:rPr lang="en-US" dirty="0"/>
              <a:t>.</a:t>
            </a:r>
          </a:p>
        </p:txBody>
      </p:sp>
      <p:sp>
        <p:nvSpPr>
          <p:cNvPr id="14"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5" name="TextBox 14"/>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 All Rights Reserved.</a:t>
            </a:r>
          </a:p>
        </p:txBody>
      </p:sp>
      <p:pic>
        <p:nvPicPr>
          <p:cNvPr id="16" name="Picture 15"/>
          <p:cNvPicPr>
            <a:picLocks noChangeAspect="1"/>
          </p:cNvPicPr>
          <p:nvPr userDrawn="1"/>
        </p:nvPicPr>
        <p:blipFill>
          <a:blip r:embed="rId2"/>
          <a:stretch>
            <a:fillRect/>
          </a:stretch>
        </p:blipFill>
        <p:spPr>
          <a:xfrm>
            <a:off x="10893034" y="6462131"/>
            <a:ext cx="839972" cy="309081"/>
          </a:xfrm>
          <a:prstGeom prst="rect">
            <a:avLst/>
          </a:prstGeom>
        </p:spPr>
      </p:pic>
    </p:spTree>
    <p:extLst>
      <p:ext uri="{BB962C8B-B14F-4D97-AF65-F5344CB8AC3E}">
        <p14:creationId xmlns:p14="http://schemas.microsoft.com/office/powerpoint/2010/main" val="134030130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ontent 3 Column">
    <p:spTree>
      <p:nvGrpSpPr>
        <p:cNvPr id="1" name=""/>
        <p:cNvGrpSpPr/>
        <p:nvPr/>
      </p:nvGrpSpPr>
      <p:grpSpPr>
        <a:xfrm>
          <a:off x="0" y="0"/>
          <a:ext cx="0" cy="0"/>
          <a:chOff x="0" y="0"/>
          <a:chExt cx="0" cy="0"/>
        </a:xfrm>
      </p:grpSpPr>
      <p:sp>
        <p:nvSpPr>
          <p:cNvPr id="9" name="Text Placeholder 22"/>
          <p:cNvSpPr>
            <a:spLocks noGrp="1"/>
          </p:cNvSpPr>
          <p:nvPr>
            <p:ph type="body" sz="quarter" idx="11" hasCustomPrompt="1"/>
          </p:nvPr>
        </p:nvSpPr>
        <p:spPr>
          <a:xfrm>
            <a:off x="457200" y="460357"/>
            <a:ext cx="6248400" cy="533400"/>
          </a:xfrm>
          <a:prstGeom prst="rect">
            <a:avLst/>
          </a:prstGeom>
        </p:spPr>
        <p:txBody>
          <a:bodyPr/>
          <a:lstStyle>
            <a:lvl1pPr>
              <a:defRPr sz="300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0" name="Text Placeholder 22"/>
          <p:cNvSpPr>
            <a:spLocks noGrp="1"/>
          </p:cNvSpPr>
          <p:nvPr>
            <p:ph type="body" sz="quarter" idx="12" hasCustomPrompt="1"/>
          </p:nvPr>
        </p:nvSpPr>
        <p:spPr>
          <a:xfrm>
            <a:off x="457200" y="1031857"/>
            <a:ext cx="9296400" cy="533400"/>
          </a:xfrm>
          <a:prstGeom prst="rect">
            <a:avLst/>
          </a:prstGeom>
        </p:spPr>
        <p:txBody>
          <a:bodyP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25" name="Text Placeholder 22"/>
          <p:cNvSpPr>
            <a:spLocks noGrp="1"/>
          </p:cNvSpPr>
          <p:nvPr>
            <p:ph type="body" sz="quarter" idx="13" hasCustomPrompt="1"/>
          </p:nvPr>
        </p:nvSpPr>
        <p:spPr>
          <a:xfrm>
            <a:off x="457200" y="4029980"/>
            <a:ext cx="3505200" cy="534553"/>
          </a:xfrm>
          <a:prstGeom prst="rect">
            <a:avLst/>
          </a:prstGeom>
        </p:spPr>
        <p:txBody>
          <a:bodyPr/>
          <a:lstStyle>
            <a:lvl1pPr marL="0" indent="0">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3" name="Picture Placeholder 2"/>
          <p:cNvSpPr>
            <a:spLocks noGrp="1"/>
          </p:cNvSpPr>
          <p:nvPr>
            <p:ph type="pic" sz="quarter" idx="14"/>
          </p:nvPr>
        </p:nvSpPr>
        <p:spPr>
          <a:xfrm>
            <a:off x="464594" y="1827647"/>
            <a:ext cx="3497806" cy="2058553"/>
          </a:xfrm>
          <a:prstGeom prst="rect">
            <a:avLst/>
          </a:prstGeom>
        </p:spPr>
        <p:txBody>
          <a:bodyPr/>
          <a:lstStyle>
            <a:lvl1pPr>
              <a:defRPr>
                <a:solidFill>
                  <a:schemeClr val="accent3"/>
                </a:solidFill>
              </a:defRPr>
            </a:lvl1pPr>
          </a:lstStyle>
          <a:p>
            <a:endParaRPr lang="en-IN" dirty="0"/>
          </a:p>
        </p:txBody>
      </p:sp>
      <p:sp>
        <p:nvSpPr>
          <p:cNvPr id="22" name="Text Placeholder 22"/>
          <p:cNvSpPr>
            <a:spLocks noGrp="1"/>
          </p:cNvSpPr>
          <p:nvPr>
            <p:ph type="body" sz="quarter" idx="15" hasCustomPrompt="1"/>
          </p:nvPr>
        </p:nvSpPr>
        <p:spPr>
          <a:xfrm>
            <a:off x="457200" y="4564533"/>
            <a:ext cx="3505200" cy="1749124"/>
          </a:xfrm>
          <a:prstGeom prst="rect">
            <a:avLst/>
          </a:prstGeom>
        </p:spPr>
        <p:txBody>
          <a:bodyPr/>
          <a:lstStyle>
            <a:lvl1pPr marL="0" indent="0">
              <a:buClr>
                <a:srgbClr val="FF545F"/>
              </a:buClr>
              <a:buFont typeface="Arial" panose="020B0604020202020204" pitchFamily="34" charset="0"/>
              <a:buNone/>
              <a:defRPr sz="16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p>
        </p:txBody>
      </p:sp>
      <p:sp>
        <p:nvSpPr>
          <p:cNvPr id="7"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8" name="TextBox 7"/>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 All Rights Reserved.</a:t>
            </a:r>
          </a:p>
        </p:txBody>
      </p:sp>
      <p:pic>
        <p:nvPicPr>
          <p:cNvPr id="11" name="Picture 10"/>
          <p:cNvPicPr>
            <a:picLocks noChangeAspect="1"/>
          </p:cNvPicPr>
          <p:nvPr userDrawn="1"/>
        </p:nvPicPr>
        <p:blipFill>
          <a:blip r:embed="rId2"/>
          <a:stretch>
            <a:fillRect/>
          </a:stretch>
        </p:blipFill>
        <p:spPr>
          <a:xfrm>
            <a:off x="10893034" y="6462131"/>
            <a:ext cx="839972" cy="309081"/>
          </a:xfrm>
          <a:prstGeom prst="rect">
            <a:avLst/>
          </a:prstGeom>
        </p:spPr>
      </p:pic>
      <p:sp>
        <p:nvSpPr>
          <p:cNvPr id="17" name="Text Placeholder 22"/>
          <p:cNvSpPr>
            <a:spLocks noGrp="1"/>
          </p:cNvSpPr>
          <p:nvPr>
            <p:ph type="body" sz="quarter" idx="16" hasCustomPrompt="1"/>
          </p:nvPr>
        </p:nvSpPr>
        <p:spPr>
          <a:xfrm>
            <a:off x="8227806" y="4029980"/>
            <a:ext cx="3505200" cy="534553"/>
          </a:xfrm>
          <a:prstGeom prst="rect">
            <a:avLst/>
          </a:prstGeom>
        </p:spPr>
        <p:txBody>
          <a:bodyPr/>
          <a:lstStyle>
            <a:lvl1pPr marL="0" indent="0">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18" name="Picture Placeholder 2"/>
          <p:cNvSpPr>
            <a:spLocks noGrp="1"/>
          </p:cNvSpPr>
          <p:nvPr>
            <p:ph type="pic" sz="quarter" idx="17"/>
          </p:nvPr>
        </p:nvSpPr>
        <p:spPr>
          <a:xfrm>
            <a:off x="8235200" y="1827647"/>
            <a:ext cx="3497806" cy="2058553"/>
          </a:xfrm>
          <a:prstGeom prst="rect">
            <a:avLst/>
          </a:prstGeom>
        </p:spPr>
        <p:txBody>
          <a:bodyPr/>
          <a:lstStyle>
            <a:lvl1pPr>
              <a:defRPr>
                <a:solidFill>
                  <a:schemeClr val="accent3"/>
                </a:solidFill>
              </a:defRPr>
            </a:lvl1pPr>
          </a:lstStyle>
          <a:p>
            <a:endParaRPr lang="en-IN" dirty="0"/>
          </a:p>
        </p:txBody>
      </p:sp>
      <p:sp>
        <p:nvSpPr>
          <p:cNvPr id="19" name="Text Placeholder 22"/>
          <p:cNvSpPr>
            <a:spLocks noGrp="1"/>
          </p:cNvSpPr>
          <p:nvPr>
            <p:ph type="body" sz="quarter" idx="18" hasCustomPrompt="1"/>
          </p:nvPr>
        </p:nvSpPr>
        <p:spPr>
          <a:xfrm>
            <a:off x="8227806" y="4564533"/>
            <a:ext cx="3505200" cy="1749124"/>
          </a:xfrm>
          <a:prstGeom prst="rect">
            <a:avLst/>
          </a:prstGeom>
        </p:spPr>
        <p:txBody>
          <a:bodyPr/>
          <a:lstStyle>
            <a:lvl1pPr marL="0" indent="0">
              <a:buClr>
                <a:srgbClr val="FF545F"/>
              </a:buClr>
              <a:buFont typeface="Arial" panose="020B0604020202020204" pitchFamily="34" charset="0"/>
              <a:buNone/>
              <a:defRPr sz="16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p>
        </p:txBody>
      </p:sp>
      <p:sp>
        <p:nvSpPr>
          <p:cNvPr id="20" name="Text Placeholder 22"/>
          <p:cNvSpPr>
            <a:spLocks noGrp="1"/>
          </p:cNvSpPr>
          <p:nvPr>
            <p:ph type="body" sz="quarter" idx="19" hasCustomPrompt="1"/>
          </p:nvPr>
        </p:nvSpPr>
        <p:spPr>
          <a:xfrm>
            <a:off x="4331412" y="4029980"/>
            <a:ext cx="3505200" cy="534553"/>
          </a:xfrm>
          <a:prstGeom prst="rect">
            <a:avLst/>
          </a:prstGeom>
        </p:spPr>
        <p:txBody>
          <a:bodyPr/>
          <a:lstStyle>
            <a:lvl1pPr marL="0" indent="0">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21" name="Picture Placeholder 2"/>
          <p:cNvSpPr>
            <a:spLocks noGrp="1"/>
          </p:cNvSpPr>
          <p:nvPr>
            <p:ph type="pic" sz="quarter" idx="20"/>
          </p:nvPr>
        </p:nvSpPr>
        <p:spPr>
          <a:xfrm>
            <a:off x="4338806" y="1827647"/>
            <a:ext cx="3497806" cy="2058553"/>
          </a:xfrm>
          <a:prstGeom prst="rect">
            <a:avLst/>
          </a:prstGeom>
        </p:spPr>
        <p:txBody>
          <a:bodyPr/>
          <a:lstStyle>
            <a:lvl1pPr>
              <a:defRPr>
                <a:solidFill>
                  <a:schemeClr val="accent3"/>
                </a:solidFill>
              </a:defRPr>
            </a:lvl1pPr>
          </a:lstStyle>
          <a:p>
            <a:endParaRPr lang="en-IN" dirty="0"/>
          </a:p>
        </p:txBody>
      </p:sp>
      <p:sp>
        <p:nvSpPr>
          <p:cNvPr id="23" name="Text Placeholder 22"/>
          <p:cNvSpPr>
            <a:spLocks noGrp="1"/>
          </p:cNvSpPr>
          <p:nvPr>
            <p:ph type="body" sz="quarter" idx="21" hasCustomPrompt="1"/>
          </p:nvPr>
        </p:nvSpPr>
        <p:spPr>
          <a:xfrm>
            <a:off x="4331412" y="4564533"/>
            <a:ext cx="3505200" cy="1749124"/>
          </a:xfrm>
          <a:prstGeom prst="rect">
            <a:avLst/>
          </a:prstGeom>
        </p:spPr>
        <p:txBody>
          <a:bodyPr/>
          <a:lstStyle>
            <a:lvl1pPr marL="0" indent="0">
              <a:buClr>
                <a:srgbClr val="FF545F"/>
              </a:buClr>
              <a:buFont typeface="Arial" panose="020B0604020202020204" pitchFamily="34" charset="0"/>
              <a:buNone/>
              <a:defRPr sz="16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p>
        </p:txBody>
      </p:sp>
    </p:spTree>
    <p:extLst>
      <p:ext uri="{BB962C8B-B14F-4D97-AF65-F5344CB8AC3E}">
        <p14:creationId xmlns:p14="http://schemas.microsoft.com/office/powerpoint/2010/main" val="201372813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cture with Content 4 Column">
    <p:spTree>
      <p:nvGrpSpPr>
        <p:cNvPr id="1" name=""/>
        <p:cNvGrpSpPr/>
        <p:nvPr/>
      </p:nvGrpSpPr>
      <p:grpSpPr>
        <a:xfrm>
          <a:off x="0" y="0"/>
          <a:ext cx="0" cy="0"/>
          <a:chOff x="0" y="0"/>
          <a:chExt cx="0" cy="0"/>
        </a:xfrm>
      </p:grpSpPr>
      <p:sp>
        <p:nvSpPr>
          <p:cNvPr id="9" name="Text Placeholder 22"/>
          <p:cNvSpPr>
            <a:spLocks noGrp="1"/>
          </p:cNvSpPr>
          <p:nvPr>
            <p:ph type="body" sz="quarter" idx="11" hasCustomPrompt="1"/>
          </p:nvPr>
        </p:nvSpPr>
        <p:spPr>
          <a:xfrm>
            <a:off x="457199" y="460357"/>
            <a:ext cx="5480873" cy="533400"/>
          </a:xfrm>
          <a:prstGeom prst="rect">
            <a:avLst/>
          </a:prstGeom>
        </p:spPr>
        <p:txBody>
          <a:bodyPr/>
          <a:lstStyle>
            <a:lvl1pPr>
              <a:defRPr sz="300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0" name="Text Placeholder 22"/>
          <p:cNvSpPr>
            <a:spLocks noGrp="1"/>
          </p:cNvSpPr>
          <p:nvPr>
            <p:ph type="body" sz="quarter" idx="12" hasCustomPrompt="1"/>
          </p:nvPr>
        </p:nvSpPr>
        <p:spPr>
          <a:xfrm>
            <a:off x="457200" y="1031857"/>
            <a:ext cx="10134600" cy="533400"/>
          </a:xfrm>
          <a:prstGeom prst="rect">
            <a:avLst/>
          </a:prstGeom>
        </p:spPr>
        <p:txBody>
          <a:bodyP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25" name="Text Placeholder 22"/>
          <p:cNvSpPr>
            <a:spLocks noGrp="1"/>
          </p:cNvSpPr>
          <p:nvPr>
            <p:ph type="body" sz="quarter" idx="13" hasCustomPrompt="1"/>
          </p:nvPr>
        </p:nvSpPr>
        <p:spPr>
          <a:xfrm>
            <a:off x="392964" y="4101060"/>
            <a:ext cx="2709930" cy="389620"/>
          </a:xfrm>
          <a:prstGeom prst="rect">
            <a:avLst/>
          </a:prstGeom>
        </p:spPr>
        <p:txBody>
          <a:bodyPr/>
          <a:lstStyle>
            <a:lvl1pPr marL="0" indent="0" algn="ctr">
              <a:buClr>
                <a:srgbClr val="FF545F"/>
              </a:buClr>
              <a:buFont typeface="Arial" panose="020B0604020202020204" pitchFamily="34" charset="0"/>
              <a:buNone/>
              <a:defRPr sz="16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3" name="Picture Placeholder 2"/>
          <p:cNvSpPr>
            <a:spLocks noGrp="1"/>
          </p:cNvSpPr>
          <p:nvPr>
            <p:ph type="pic" sz="quarter" idx="14"/>
          </p:nvPr>
        </p:nvSpPr>
        <p:spPr>
          <a:xfrm>
            <a:off x="464594" y="1827647"/>
            <a:ext cx="2576012" cy="2058553"/>
          </a:xfrm>
          <a:prstGeom prst="rect">
            <a:avLst/>
          </a:prstGeom>
        </p:spPr>
        <p:txBody>
          <a:bodyPr/>
          <a:lstStyle>
            <a:lvl1pPr>
              <a:defRPr>
                <a:solidFill>
                  <a:schemeClr val="accent3"/>
                </a:solidFill>
              </a:defRPr>
            </a:lvl1pPr>
          </a:lstStyle>
          <a:p>
            <a:endParaRPr lang="en-IN" dirty="0"/>
          </a:p>
        </p:txBody>
      </p:sp>
      <p:sp>
        <p:nvSpPr>
          <p:cNvPr id="22" name="Text Placeholder 22"/>
          <p:cNvSpPr>
            <a:spLocks noGrp="1"/>
          </p:cNvSpPr>
          <p:nvPr>
            <p:ph type="body" sz="quarter" idx="15" hasCustomPrompt="1"/>
          </p:nvPr>
        </p:nvSpPr>
        <p:spPr>
          <a:xfrm>
            <a:off x="457200" y="4498147"/>
            <a:ext cx="2581458" cy="1749124"/>
          </a:xfrm>
          <a:prstGeom prst="rect">
            <a:avLst/>
          </a:prstGeom>
        </p:spPr>
        <p:txBody>
          <a:bodyPr/>
          <a:lstStyle>
            <a:lvl1pPr marL="0" indent="0">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endParaRPr lang="en-US" dirty="0"/>
          </a:p>
        </p:txBody>
      </p:sp>
      <p:sp>
        <p:nvSpPr>
          <p:cNvPr id="7"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8" name="TextBox 7"/>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 All Rights Reserved.</a:t>
            </a:r>
          </a:p>
        </p:txBody>
      </p:sp>
      <p:pic>
        <p:nvPicPr>
          <p:cNvPr id="11" name="Picture 10"/>
          <p:cNvPicPr>
            <a:picLocks noChangeAspect="1"/>
          </p:cNvPicPr>
          <p:nvPr userDrawn="1"/>
        </p:nvPicPr>
        <p:blipFill>
          <a:blip r:embed="rId2"/>
          <a:stretch>
            <a:fillRect/>
          </a:stretch>
        </p:blipFill>
        <p:spPr>
          <a:xfrm>
            <a:off x="10893034" y="6462131"/>
            <a:ext cx="839972" cy="309081"/>
          </a:xfrm>
          <a:prstGeom prst="rect">
            <a:avLst/>
          </a:prstGeom>
        </p:spPr>
      </p:pic>
      <p:sp>
        <p:nvSpPr>
          <p:cNvPr id="17" name="Text Placeholder 22"/>
          <p:cNvSpPr>
            <a:spLocks noGrp="1"/>
          </p:cNvSpPr>
          <p:nvPr>
            <p:ph type="body" sz="quarter" idx="16" hasCustomPrompt="1"/>
          </p:nvPr>
        </p:nvSpPr>
        <p:spPr>
          <a:xfrm>
            <a:off x="6181498" y="4101060"/>
            <a:ext cx="2732072" cy="389620"/>
          </a:xfrm>
          <a:prstGeom prst="rect">
            <a:avLst/>
          </a:prstGeom>
        </p:spPr>
        <p:txBody>
          <a:bodyPr/>
          <a:lstStyle>
            <a:lvl1pPr marL="0" indent="0" algn="ctr">
              <a:buClr>
                <a:srgbClr val="FF545F"/>
              </a:buClr>
              <a:buFont typeface="Arial" panose="020B0604020202020204" pitchFamily="34" charset="0"/>
              <a:buNone/>
              <a:defRPr sz="16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18" name="Picture Placeholder 2"/>
          <p:cNvSpPr>
            <a:spLocks noGrp="1"/>
          </p:cNvSpPr>
          <p:nvPr>
            <p:ph type="pic" sz="quarter" idx="17"/>
          </p:nvPr>
        </p:nvSpPr>
        <p:spPr>
          <a:xfrm>
            <a:off x="6259528" y="1827647"/>
            <a:ext cx="2576012" cy="2058553"/>
          </a:xfrm>
          <a:prstGeom prst="rect">
            <a:avLst/>
          </a:prstGeom>
        </p:spPr>
        <p:txBody>
          <a:bodyPr/>
          <a:lstStyle>
            <a:lvl1pPr>
              <a:defRPr>
                <a:solidFill>
                  <a:schemeClr val="accent3"/>
                </a:solidFill>
              </a:defRPr>
            </a:lvl1pPr>
          </a:lstStyle>
          <a:p>
            <a:endParaRPr lang="en-IN" dirty="0"/>
          </a:p>
        </p:txBody>
      </p:sp>
      <p:sp>
        <p:nvSpPr>
          <p:cNvPr id="19" name="Text Placeholder 22"/>
          <p:cNvSpPr>
            <a:spLocks noGrp="1"/>
          </p:cNvSpPr>
          <p:nvPr>
            <p:ph type="body" sz="quarter" idx="18" hasCustomPrompt="1"/>
          </p:nvPr>
        </p:nvSpPr>
        <p:spPr>
          <a:xfrm>
            <a:off x="6259528" y="4498147"/>
            <a:ext cx="2581458" cy="1749124"/>
          </a:xfrm>
          <a:prstGeom prst="rect">
            <a:avLst/>
          </a:prstGeom>
        </p:spPr>
        <p:txBody>
          <a:bodyPr/>
          <a:lstStyle>
            <a:lvl1pPr marL="0" indent="0">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endParaRPr lang="en-US" dirty="0"/>
          </a:p>
        </p:txBody>
      </p:sp>
      <p:sp>
        <p:nvSpPr>
          <p:cNvPr id="20" name="Text Placeholder 22"/>
          <p:cNvSpPr>
            <a:spLocks noGrp="1"/>
          </p:cNvSpPr>
          <p:nvPr>
            <p:ph type="body" sz="quarter" idx="19" hasCustomPrompt="1"/>
          </p:nvPr>
        </p:nvSpPr>
        <p:spPr>
          <a:xfrm>
            <a:off x="3291939" y="4101060"/>
            <a:ext cx="2729860" cy="389620"/>
          </a:xfrm>
          <a:prstGeom prst="rect">
            <a:avLst/>
          </a:prstGeom>
        </p:spPr>
        <p:txBody>
          <a:bodyPr/>
          <a:lstStyle>
            <a:lvl1pPr marL="0" indent="0" algn="ctr">
              <a:buClr>
                <a:srgbClr val="FF545F"/>
              </a:buClr>
              <a:buFont typeface="Arial" panose="020B0604020202020204" pitchFamily="34" charset="0"/>
              <a:buNone/>
              <a:defRPr sz="16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21" name="Picture Placeholder 2"/>
          <p:cNvSpPr>
            <a:spLocks noGrp="1"/>
          </p:cNvSpPr>
          <p:nvPr>
            <p:ph type="pic" sz="quarter" idx="20"/>
          </p:nvPr>
        </p:nvSpPr>
        <p:spPr>
          <a:xfrm>
            <a:off x="3362061" y="1827647"/>
            <a:ext cx="2576012" cy="2058553"/>
          </a:xfrm>
          <a:prstGeom prst="rect">
            <a:avLst/>
          </a:prstGeom>
        </p:spPr>
        <p:txBody>
          <a:bodyPr/>
          <a:lstStyle>
            <a:lvl1pPr>
              <a:defRPr>
                <a:solidFill>
                  <a:schemeClr val="accent3"/>
                </a:solidFill>
              </a:defRPr>
            </a:lvl1pPr>
          </a:lstStyle>
          <a:p>
            <a:endParaRPr lang="en-IN" dirty="0"/>
          </a:p>
        </p:txBody>
      </p:sp>
      <p:sp>
        <p:nvSpPr>
          <p:cNvPr id="23" name="Text Placeholder 22"/>
          <p:cNvSpPr>
            <a:spLocks noGrp="1"/>
          </p:cNvSpPr>
          <p:nvPr>
            <p:ph type="body" sz="quarter" idx="21" hasCustomPrompt="1"/>
          </p:nvPr>
        </p:nvSpPr>
        <p:spPr>
          <a:xfrm>
            <a:off x="3366140" y="4498147"/>
            <a:ext cx="2581458" cy="1749124"/>
          </a:xfrm>
          <a:prstGeom prst="rect">
            <a:avLst/>
          </a:prstGeom>
        </p:spPr>
        <p:txBody>
          <a:bodyPr/>
          <a:lstStyle>
            <a:lvl1pPr marL="0" indent="0">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endParaRPr lang="en-US" dirty="0"/>
          </a:p>
        </p:txBody>
      </p:sp>
      <p:sp>
        <p:nvSpPr>
          <p:cNvPr id="16" name="Text Placeholder 22"/>
          <p:cNvSpPr>
            <a:spLocks noGrp="1"/>
          </p:cNvSpPr>
          <p:nvPr>
            <p:ph type="body" sz="quarter" idx="22" hasCustomPrompt="1"/>
          </p:nvPr>
        </p:nvSpPr>
        <p:spPr>
          <a:xfrm>
            <a:off x="9073269" y="4101060"/>
            <a:ext cx="2737600" cy="389620"/>
          </a:xfrm>
          <a:prstGeom prst="rect">
            <a:avLst/>
          </a:prstGeom>
        </p:spPr>
        <p:txBody>
          <a:bodyPr/>
          <a:lstStyle>
            <a:lvl1pPr marL="0" indent="0" algn="ctr">
              <a:buClr>
                <a:srgbClr val="FF545F"/>
              </a:buClr>
              <a:buFont typeface="Arial" panose="020B0604020202020204" pitchFamily="34" charset="0"/>
              <a:buNone/>
              <a:defRPr sz="16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24" name="Picture Placeholder 2"/>
          <p:cNvSpPr>
            <a:spLocks noGrp="1"/>
          </p:cNvSpPr>
          <p:nvPr>
            <p:ph type="pic" sz="quarter" idx="23"/>
          </p:nvPr>
        </p:nvSpPr>
        <p:spPr>
          <a:xfrm>
            <a:off x="9156994" y="1827647"/>
            <a:ext cx="2576012" cy="2058553"/>
          </a:xfrm>
          <a:prstGeom prst="rect">
            <a:avLst/>
          </a:prstGeom>
        </p:spPr>
        <p:txBody>
          <a:bodyPr/>
          <a:lstStyle>
            <a:lvl1pPr>
              <a:defRPr>
                <a:solidFill>
                  <a:schemeClr val="accent3"/>
                </a:solidFill>
              </a:defRPr>
            </a:lvl1pPr>
          </a:lstStyle>
          <a:p>
            <a:endParaRPr lang="en-IN" dirty="0"/>
          </a:p>
        </p:txBody>
      </p:sp>
      <p:sp>
        <p:nvSpPr>
          <p:cNvPr id="26" name="Text Placeholder 22"/>
          <p:cNvSpPr>
            <a:spLocks noGrp="1"/>
          </p:cNvSpPr>
          <p:nvPr>
            <p:ph type="body" sz="quarter" idx="24" hasCustomPrompt="1"/>
          </p:nvPr>
        </p:nvSpPr>
        <p:spPr>
          <a:xfrm>
            <a:off x="9149600" y="4498147"/>
            <a:ext cx="2581458" cy="1749124"/>
          </a:xfrm>
          <a:prstGeom prst="rect">
            <a:avLst/>
          </a:prstGeom>
        </p:spPr>
        <p:txBody>
          <a:bodyPr/>
          <a:lstStyle>
            <a:lvl1pPr marL="0" indent="0">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endParaRPr lang="en-US" dirty="0"/>
          </a:p>
        </p:txBody>
      </p:sp>
    </p:spTree>
    <p:extLst>
      <p:ext uri="{BB962C8B-B14F-4D97-AF65-F5344CB8AC3E}">
        <p14:creationId xmlns:p14="http://schemas.microsoft.com/office/powerpoint/2010/main" val="391266199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ams Profile">
    <p:spTree>
      <p:nvGrpSpPr>
        <p:cNvPr id="1" name=""/>
        <p:cNvGrpSpPr/>
        <p:nvPr/>
      </p:nvGrpSpPr>
      <p:grpSpPr>
        <a:xfrm>
          <a:off x="0" y="0"/>
          <a:ext cx="0" cy="0"/>
          <a:chOff x="0" y="0"/>
          <a:chExt cx="0" cy="0"/>
        </a:xfrm>
      </p:grpSpPr>
      <p:sp>
        <p:nvSpPr>
          <p:cNvPr id="25" name="Text Placeholder 22"/>
          <p:cNvSpPr>
            <a:spLocks noGrp="1"/>
          </p:cNvSpPr>
          <p:nvPr>
            <p:ph type="body" sz="quarter" idx="13" hasCustomPrompt="1"/>
          </p:nvPr>
        </p:nvSpPr>
        <p:spPr>
          <a:xfrm>
            <a:off x="474119" y="4641562"/>
            <a:ext cx="2045424" cy="1481275"/>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a:t>
            </a:r>
          </a:p>
        </p:txBody>
      </p:sp>
      <p:sp>
        <p:nvSpPr>
          <p:cNvPr id="27" name="Text Placeholder 22"/>
          <p:cNvSpPr>
            <a:spLocks noGrp="1"/>
          </p:cNvSpPr>
          <p:nvPr>
            <p:ph type="body" sz="quarter" idx="18" hasCustomPrompt="1"/>
          </p:nvPr>
        </p:nvSpPr>
        <p:spPr>
          <a:xfrm>
            <a:off x="474119" y="3924011"/>
            <a:ext cx="2045424" cy="359637"/>
          </a:xfrm>
          <a:prstGeom prst="rect">
            <a:avLst/>
          </a:prstGeom>
        </p:spPr>
        <p:txBody>
          <a:bodyPr/>
          <a:lstStyle>
            <a:lvl1pPr marL="0" indent="0" algn="l">
              <a:buClr>
                <a:srgbClr val="FF545F"/>
              </a:buClr>
              <a:buFont typeface="Arial" panose="020B0604020202020204" pitchFamily="34" charset="0"/>
              <a:buNone/>
              <a:defRPr sz="1800" baseline="0">
                <a:solidFill>
                  <a:schemeClr val="accent3"/>
                </a:solidFill>
                <a:latin typeface="Georgia" panose="02040502050405020303" pitchFamily="18" charset="0"/>
              </a:defRPr>
            </a:lvl1pPr>
          </a:lstStyle>
          <a:p>
            <a:pPr lvl="0"/>
            <a:r>
              <a:rPr lang="en-US" dirty="0"/>
              <a:t>First last name</a:t>
            </a:r>
          </a:p>
        </p:txBody>
      </p:sp>
      <p:sp>
        <p:nvSpPr>
          <p:cNvPr id="5" name="Picture Placeholder 4"/>
          <p:cNvSpPr>
            <a:spLocks noGrp="1"/>
          </p:cNvSpPr>
          <p:nvPr>
            <p:ph type="pic" sz="quarter" idx="20"/>
          </p:nvPr>
        </p:nvSpPr>
        <p:spPr>
          <a:xfrm>
            <a:off x="474118" y="1844297"/>
            <a:ext cx="2045425" cy="1954363"/>
          </a:xfrm>
          <a:prstGeom prst="rect">
            <a:avLst/>
          </a:prstGeom>
        </p:spPr>
        <p:txBody>
          <a:bodyPr/>
          <a:lstStyle>
            <a:lvl1pPr algn="ctr">
              <a:defRPr sz="1200">
                <a:solidFill>
                  <a:schemeClr val="tx2"/>
                </a:solidFill>
              </a:defRPr>
            </a:lvl1pPr>
          </a:lstStyle>
          <a:p>
            <a:endParaRPr lang="en-IN"/>
          </a:p>
        </p:txBody>
      </p:sp>
      <p:sp>
        <p:nvSpPr>
          <p:cNvPr id="62"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63" name="TextBox 62"/>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 All Rights Reserved.</a:t>
            </a:r>
          </a:p>
        </p:txBody>
      </p:sp>
      <p:pic>
        <p:nvPicPr>
          <p:cNvPr id="64" name="Picture 63"/>
          <p:cNvPicPr>
            <a:picLocks noChangeAspect="1"/>
          </p:cNvPicPr>
          <p:nvPr userDrawn="1"/>
        </p:nvPicPr>
        <p:blipFill>
          <a:blip r:embed="rId2"/>
          <a:stretch>
            <a:fillRect/>
          </a:stretch>
        </p:blipFill>
        <p:spPr>
          <a:xfrm>
            <a:off x="10893034" y="6462131"/>
            <a:ext cx="839972" cy="309081"/>
          </a:xfrm>
          <a:prstGeom prst="rect">
            <a:avLst/>
          </a:prstGeom>
        </p:spPr>
      </p:pic>
      <p:sp>
        <p:nvSpPr>
          <p:cNvPr id="65" name="Text Placeholder 22"/>
          <p:cNvSpPr>
            <a:spLocks noGrp="1"/>
          </p:cNvSpPr>
          <p:nvPr>
            <p:ph type="body" sz="quarter" idx="11" hasCustomPrompt="1"/>
          </p:nvPr>
        </p:nvSpPr>
        <p:spPr>
          <a:xfrm>
            <a:off x="457199" y="460357"/>
            <a:ext cx="5525805" cy="533400"/>
          </a:xfrm>
          <a:prstGeom prst="rect">
            <a:avLst/>
          </a:prstGeom>
        </p:spPr>
        <p:txBody>
          <a:bodyPr/>
          <a:lstStyle>
            <a:lvl1pPr>
              <a:defRPr sz="300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66" name="Text Placeholder 22"/>
          <p:cNvSpPr>
            <a:spLocks noGrp="1"/>
          </p:cNvSpPr>
          <p:nvPr>
            <p:ph type="body" sz="quarter" idx="12" hasCustomPrompt="1"/>
          </p:nvPr>
        </p:nvSpPr>
        <p:spPr>
          <a:xfrm>
            <a:off x="457200" y="1031857"/>
            <a:ext cx="8153400" cy="533400"/>
          </a:xfrm>
          <a:prstGeom prst="rect">
            <a:avLst/>
          </a:prstGeom>
        </p:spPr>
        <p:txBody>
          <a:bodyP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67" name="Text Placeholder 22"/>
          <p:cNvSpPr>
            <a:spLocks noGrp="1"/>
          </p:cNvSpPr>
          <p:nvPr>
            <p:ph type="body" sz="quarter" idx="21" hasCustomPrompt="1"/>
          </p:nvPr>
        </p:nvSpPr>
        <p:spPr>
          <a:xfrm>
            <a:off x="474119" y="4344555"/>
            <a:ext cx="2045424" cy="297008"/>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a:t>
            </a:r>
          </a:p>
        </p:txBody>
      </p:sp>
      <p:sp>
        <p:nvSpPr>
          <p:cNvPr id="68" name="Picture Placeholder 4"/>
          <p:cNvSpPr>
            <a:spLocks noGrp="1"/>
          </p:cNvSpPr>
          <p:nvPr>
            <p:ph type="pic" sz="quarter" idx="22"/>
          </p:nvPr>
        </p:nvSpPr>
        <p:spPr>
          <a:xfrm>
            <a:off x="2777484" y="1844297"/>
            <a:ext cx="2045425" cy="1954363"/>
          </a:xfrm>
          <a:prstGeom prst="rect">
            <a:avLst/>
          </a:prstGeom>
        </p:spPr>
        <p:txBody>
          <a:bodyPr/>
          <a:lstStyle>
            <a:lvl1pPr algn="ctr">
              <a:defRPr sz="1200">
                <a:solidFill>
                  <a:schemeClr val="tx2"/>
                </a:solidFill>
              </a:defRPr>
            </a:lvl1pPr>
          </a:lstStyle>
          <a:p>
            <a:endParaRPr lang="en-IN"/>
          </a:p>
        </p:txBody>
      </p:sp>
      <p:sp>
        <p:nvSpPr>
          <p:cNvPr id="69" name="Picture Placeholder 4"/>
          <p:cNvSpPr>
            <a:spLocks noGrp="1"/>
          </p:cNvSpPr>
          <p:nvPr>
            <p:ph type="pic" sz="quarter" idx="23"/>
          </p:nvPr>
        </p:nvSpPr>
        <p:spPr>
          <a:xfrm>
            <a:off x="5080850" y="1844297"/>
            <a:ext cx="2045425" cy="1954363"/>
          </a:xfrm>
          <a:prstGeom prst="rect">
            <a:avLst/>
          </a:prstGeom>
        </p:spPr>
        <p:txBody>
          <a:bodyPr/>
          <a:lstStyle>
            <a:lvl1pPr algn="ctr">
              <a:defRPr sz="1200">
                <a:solidFill>
                  <a:schemeClr val="tx2"/>
                </a:solidFill>
              </a:defRPr>
            </a:lvl1pPr>
          </a:lstStyle>
          <a:p>
            <a:endParaRPr lang="en-IN"/>
          </a:p>
        </p:txBody>
      </p:sp>
      <p:sp>
        <p:nvSpPr>
          <p:cNvPr id="70" name="Picture Placeholder 4"/>
          <p:cNvSpPr>
            <a:spLocks noGrp="1"/>
          </p:cNvSpPr>
          <p:nvPr>
            <p:ph type="pic" sz="quarter" idx="24"/>
          </p:nvPr>
        </p:nvSpPr>
        <p:spPr>
          <a:xfrm>
            <a:off x="7384216" y="1844297"/>
            <a:ext cx="2045425" cy="1954363"/>
          </a:xfrm>
          <a:prstGeom prst="rect">
            <a:avLst/>
          </a:prstGeom>
        </p:spPr>
        <p:txBody>
          <a:bodyPr/>
          <a:lstStyle>
            <a:lvl1pPr algn="ctr">
              <a:defRPr sz="1200">
                <a:solidFill>
                  <a:schemeClr val="tx2"/>
                </a:solidFill>
              </a:defRPr>
            </a:lvl1pPr>
          </a:lstStyle>
          <a:p>
            <a:endParaRPr lang="en-IN"/>
          </a:p>
        </p:txBody>
      </p:sp>
      <p:sp>
        <p:nvSpPr>
          <p:cNvPr id="71" name="Picture Placeholder 4"/>
          <p:cNvSpPr>
            <a:spLocks noGrp="1"/>
          </p:cNvSpPr>
          <p:nvPr>
            <p:ph type="pic" sz="quarter" idx="25"/>
          </p:nvPr>
        </p:nvSpPr>
        <p:spPr>
          <a:xfrm>
            <a:off x="9687581" y="1844297"/>
            <a:ext cx="2045425" cy="1954363"/>
          </a:xfrm>
          <a:prstGeom prst="rect">
            <a:avLst/>
          </a:prstGeom>
        </p:spPr>
        <p:txBody>
          <a:bodyPr/>
          <a:lstStyle>
            <a:lvl1pPr algn="ctr">
              <a:defRPr sz="1200">
                <a:solidFill>
                  <a:schemeClr val="tx2"/>
                </a:solidFill>
              </a:defRPr>
            </a:lvl1pPr>
          </a:lstStyle>
          <a:p>
            <a:endParaRPr lang="en-IN"/>
          </a:p>
        </p:txBody>
      </p:sp>
      <p:sp>
        <p:nvSpPr>
          <p:cNvPr id="72" name="Text Placeholder 22"/>
          <p:cNvSpPr>
            <a:spLocks noGrp="1"/>
          </p:cNvSpPr>
          <p:nvPr>
            <p:ph type="body" sz="quarter" idx="26" hasCustomPrompt="1"/>
          </p:nvPr>
        </p:nvSpPr>
        <p:spPr>
          <a:xfrm>
            <a:off x="2777485" y="4641562"/>
            <a:ext cx="2045424" cy="1481275"/>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a:t>
            </a:r>
          </a:p>
        </p:txBody>
      </p:sp>
      <p:sp>
        <p:nvSpPr>
          <p:cNvPr id="73" name="Text Placeholder 22"/>
          <p:cNvSpPr>
            <a:spLocks noGrp="1"/>
          </p:cNvSpPr>
          <p:nvPr>
            <p:ph type="body" sz="quarter" idx="27" hasCustomPrompt="1"/>
          </p:nvPr>
        </p:nvSpPr>
        <p:spPr>
          <a:xfrm>
            <a:off x="2777485" y="3924011"/>
            <a:ext cx="2045424" cy="359637"/>
          </a:xfrm>
          <a:prstGeom prst="rect">
            <a:avLst/>
          </a:prstGeom>
        </p:spPr>
        <p:txBody>
          <a:bodyPr/>
          <a:lstStyle>
            <a:lvl1pPr marL="0" indent="0" algn="l">
              <a:buClr>
                <a:srgbClr val="FF545F"/>
              </a:buClr>
              <a:buFont typeface="Arial" panose="020B0604020202020204" pitchFamily="34" charset="0"/>
              <a:buNone/>
              <a:defRPr sz="1800" baseline="0">
                <a:solidFill>
                  <a:schemeClr val="accent3"/>
                </a:solidFill>
                <a:latin typeface="Georgia" panose="02040502050405020303" pitchFamily="18" charset="0"/>
              </a:defRPr>
            </a:lvl1pPr>
          </a:lstStyle>
          <a:p>
            <a:pPr lvl="0"/>
            <a:r>
              <a:rPr lang="en-US" dirty="0"/>
              <a:t>First last name</a:t>
            </a:r>
          </a:p>
        </p:txBody>
      </p:sp>
      <p:sp>
        <p:nvSpPr>
          <p:cNvPr id="74" name="Text Placeholder 22"/>
          <p:cNvSpPr>
            <a:spLocks noGrp="1"/>
          </p:cNvSpPr>
          <p:nvPr>
            <p:ph type="body" sz="quarter" idx="28" hasCustomPrompt="1"/>
          </p:nvPr>
        </p:nvSpPr>
        <p:spPr>
          <a:xfrm>
            <a:off x="2777485" y="4344555"/>
            <a:ext cx="2045424" cy="297008"/>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a:t>
            </a:r>
          </a:p>
        </p:txBody>
      </p:sp>
      <p:sp>
        <p:nvSpPr>
          <p:cNvPr id="75" name="Text Placeholder 22"/>
          <p:cNvSpPr>
            <a:spLocks noGrp="1"/>
          </p:cNvSpPr>
          <p:nvPr>
            <p:ph type="body" sz="quarter" idx="29" hasCustomPrompt="1"/>
          </p:nvPr>
        </p:nvSpPr>
        <p:spPr>
          <a:xfrm>
            <a:off x="5080851" y="4641562"/>
            <a:ext cx="2045424" cy="1481275"/>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a:t>
            </a:r>
          </a:p>
        </p:txBody>
      </p:sp>
      <p:sp>
        <p:nvSpPr>
          <p:cNvPr id="76" name="Text Placeholder 22"/>
          <p:cNvSpPr>
            <a:spLocks noGrp="1"/>
          </p:cNvSpPr>
          <p:nvPr>
            <p:ph type="body" sz="quarter" idx="30" hasCustomPrompt="1"/>
          </p:nvPr>
        </p:nvSpPr>
        <p:spPr>
          <a:xfrm>
            <a:off x="5080851" y="3924011"/>
            <a:ext cx="2045424" cy="359637"/>
          </a:xfrm>
          <a:prstGeom prst="rect">
            <a:avLst/>
          </a:prstGeom>
        </p:spPr>
        <p:txBody>
          <a:bodyPr/>
          <a:lstStyle>
            <a:lvl1pPr marL="0" indent="0" algn="l">
              <a:buClr>
                <a:srgbClr val="FF545F"/>
              </a:buClr>
              <a:buFont typeface="Arial" panose="020B0604020202020204" pitchFamily="34" charset="0"/>
              <a:buNone/>
              <a:defRPr sz="1800" baseline="0">
                <a:solidFill>
                  <a:schemeClr val="accent3"/>
                </a:solidFill>
                <a:latin typeface="Georgia" panose="02040502050405020303" pitchFamily="18" charset="0"/>
              </a:defRPr>
            </a:lvl1pPr>
          </a:lstStyle>
          <a:p>
            <a:pPr lvl="0"/>
            <a:r>
              <a:rPr lang="en-US" dirty="0"/>
              <a:t>First last name</a:t>
            </a:r>
          </a:p>
        </p:txBody>
      </p:sp>
      <p:sp>
        <p:nvSpPr>
          <p:cNvPr id="77" name="Text Placeholder 22"/>
          <p:cNvSpPr>
            <a:spLocks noGrp="1"/>
          </p:cNvSpPr>
          <p:nvPr>
            <p:ph type="body" sz="quarter" idx="31" hasCustomPrompt="1"/>
          </p:nvPr>
        </p:nvSpPr>
        <p:spPr>
          <a:xfrm>
            <a:off x="5080851" y="4344555"/>
            <a:ext cx="2045424" cy="297008"/>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a:t>
            </a:r>
          </a:p>
        </p:txBody>
      </p:sp>
      <p:sp>
        <p:nvSpPr>
          <p:cNvPr id="78" name="Text Placeholder 22"/>
          <p:cNvSpPr>
            <a:spLocks noGrp="1"/>
          </p:cNvSpPr>
          <p:nvPr>
            <p:ph type="body" sz="quarter" idx="32" hasCustomPrompt="1"/>
          </p:nvPr>
        </p:nvSpPr>
        <p:spPr>
          <a:xfrm>
            <a:off x="7384216" y="4641562"/>
            <a:ext cx="2045424" cy="1481275"/>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a:t>
            </a:r>
          </a:p>
        </p:txBody>
      </p:sp>
      <p:sp>
        <p:nvSpPr>
          <p:cNvPr id="79" name="Text Placeholder 22"/>
          <p:cNvSpPr>
            <a:spLocks noGrp="1"/>
          </p:cNvSpPr>
          <p:nvPr>
            <p:ph type="body" sz="quarter" idx="33" hasCustomPrompt="1"/>
          </p:nvPr>
        </p:nvSpPr>
        <p:spPr>
          <a:xfrm>
            <a:off x="7384216" y="3924011"/>
            <a:ext cx="2045424" cy="359637"/>
          </a:xfrm>
          <a:prstGeom prst="rect">
            <a:avLst/>
          </a:prstGeom>
        </p:spPr>
        <p:txBody>
          <a:bodyPr/>
          <a:lstStyle>
            <a:lvl1pPr marL="0" indent="0" algn="l">
              <a:buClr>
                <a:srgbClr val="FF545F"/>
              </a:buClr>
              <a:buFont typeface="Arial" panose="020B0604020202020204" pitchFamily="34" charset="0"/>
              <a:buNone/>
              <a:defRPr sz="1800" baseline="0">
                <a:solidFill>
                  <a:schemeClr val="accent3"/>
                </a:solidFill>
                <a:latin typeface="Georgia" panose="02040502050405020303" pitchFamily="18" charset="0"/>
              </a:defRPr>
            </a:lvl1pPr>
          </a:lstStyle>
          <a:p>
            <a:pPr lvl="0"/>
            <a:r>
              <a:rPr lang="en-US" dirty="0"/>
              <a:t>First last name</a:t>
            </a:r>
          </a:p>
        </p:txBody>
      </p:sp>
      <p:sp>
        <p:nvSpPr>
          <p:cNvPr id="80" name="Text Placeholder 22"/>
          <p:cNvSpPr>
            <a:spLocks noGrp="1"/>
          </p:cNvSpPr>
          <p:nvPr>
            <p:ph type="body" sz="quarter" idx="34" hasCustomPrompt="1"/>
          </p:nvPr>
        </p:nvSpPr>
        <p:spPr>
          <a:xfrm>
            <a:off x="7384216" y="4344555"/>
            <a:ext cx="2045424" cy="297008"/>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a:t>
            </a:r>
          </a:p>
        </p:txBody>
      </p:sp>
      <p:sp>
        <p:nvSpPr>
          <p:cNvPr id="81" name="Text Placeholder 22"/>
          <p:cNvSpPr>
            <a:spLocks noGrp="1"/>
          </p:cNvSpPr>
          <p:nvPr>
            <p:ph type="body" sz="quarter" idx="35" hasCustomPrompt="1"/>
          </p:nvPr>
        </p:nvSpPr>
        <p:spPr>
          <a:xfrm>
            <a:off x="9687582" y="4641562"/>
            <a:ext cx="2045424" cy="1481275"/>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a:t>
            </a:r>
          </a:p>
        </p:txBody>
      </p:sp>
      <p:sp>
        <p:nvSpPr>
          <p:cNvPr id="82" name="Text Placeholder 22"/>
          <p:cNvSpPr>
            <a:spLocks noGrp="1"/>
          </p:cNvSpPr>
          <p:nvPr>
            <p:ph type="body" sz="quarter" idx="36" hasCustomPrompt="1"/>
          </p:nvPr>
        </p:nvSpPr>
        <p:spPr>
          <a:xfrm>
            <a:off x="9687582" y="3924011"/>
            <a:ext cx="2045424" cy="359637"/>
          </a:xfrm>
          <a:prstGeom prst="rect">
            <a:avLst/>
          </a:prstGeom>
        </p:spPr>
        <p:txBody>
          <a:bodyPr/>
          <a:lstStyle>
            <a:lvl1pPr marL="0" indent="0" algn="l">
              <a:buClr>
                <a:srgbClr val="FF545F"/>
              </a:buClr>
              <a:buFont typeface="Arial" panose="020B0604020202020204" pitchFamily="34" charset="0"/>
              <a:buNone/>
              <a:defRPr sz="1800" baseline="0">
                <a:solidFill>
                  <a:schemeClr val="accent3"/>
                </a:solidFill>
                <a:latin typeface="Georgia" panose="02040502050405020303" pitchFamily="18" charset="0"/>
              </a:defRPr>
            </a:lvl1pPr>
          </a:lstStyle>
          <a:p>
            <a:pPr lvl="0"/>
            <a:r>
              <a:rPr lang="en-US" dirty="0"/>
              <a:t>First last name</a:t>
            </a:r>
          </a:p>
        </p:txBody>
      </p:sp>
      <p:sp>
        <p:nvSpPr>
          <p:cNvPr id="83" name="Text Placeholder 22"/>
          <p:cNvSpPr>
            <a:spLocks noGrp="1"/>
          </p:cNvSpPr>
          <p:nvPr>
            <p:ph type="body" sz="quarter" idx="37" hasCustomPrompt="1"/>
          </p:nvPr>
        </p:nvSpPr>
        <p:spPr>
          <a:xfrm>
            <a:off x="9687582" y="4344555"/>
            <a:ext cx="2045424" cy="297008"/>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a:t>
            </a:r>
          </a:p>
        </p:txBody>
      </p:sp>
    </p:spTree>
    <p:extLst>
      <p:ext uri="{BB962C8B-B14F-4D97-AF65-F5344CB8AC3E}">
        <p14:creationId xmlns:p14="http://schemas.microsoft.com/office/powerpoint/2010/main" val="306801347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stimonial for 1">
    <p:spTree>
      <p:nvGrpSpPr>
        <p:cNvPr id="1" name=""/>
        <p:cNvGrpSpPr/>
        <p:nvPr/>
      </p:nvGrpSpPr>
      <p:grpSpPr>
        <a:xfrm>
          <a:off x="0" y="0"/>
          <a:ext cx="0" cy="0"/>
          <a:chOff x="0" y="0"/>
          <a:chExt cx="0" cy="0"/>
        </a:xfrm>
      </p:grpSpPr>
      <p:pic>
        <p:nvPicPr>
          <p:cNvPr id="43" name="Picture 42"/>
          <p:cNvPicPr>
            <a:picLocks noChangeAspect="1"/>
          </p:cNvPicPr>
          <p:nvPr userDrawn="1"/>
        </p:nvPicPr>
        <p:blipFill>
          <a:blip r:embed="rId2"/>
          <a:stretch>
            <a:fillRect/>
          </a:stretch>
        </p:blipFill>
        <p:spPr>
          <a:xfrm>
            <a:off x="5139310" y="3417088"/>
            <a:ext cx="1922906" cy="1429333"/>
          </a:xfrm>
          <a:prstGeom prst="rect">
            <a:avLst/>
          </a:prstGeom>
        </p:spPr>
      </p:pic>
      <p:pic>
        <p:nvPicPr>
          <p:cNvPr id="23" name="Picture 22"/>
          <p:cNvPicPr>
            <a:picLocks noChangeAspect="1"/>
          </p:cNvPicPr>
          <p:nvPr userDrawn="1"/>
        </p:nvPicPr>
        <p:blipFill>
          <a:blip r:embed="rId3">
            <a:duotone>
              <a:prstClr val="black"/>
              <a:schemeClr val="tx2">
                <a:tint val="45000"/>
                <a:satMod val="400000"/>
              </a:schemeClr>
            </a:duotone>
          </a:blip>
          <a:stretch>
            <a:fillRect/>
          </a:stretch>
        </p:blipFill>
        <p:spPr>
          <a:xfrm>
            <a:off x="4572000" y="2729998"/>
            <a:ext cx="801213" cy="166096"/>
          </a:xfrm>
          <a:prstGeom prst="rect">
            <a:avLst/>
          </a:prstGeom>
        </p:spPr>
      </p:pic>
      <p:pic>
        <p:nvPicPr>
          <p:cNvPr id="25" name="Picture 24"/>
          <p:cNvPicPr>
            <a:picLocks noChangeAspect="1"/>
          </p:cNvPicPr>
          <p:nvPr userDrawn="1"/>
        </p:nvPicPr>
        <p:blipFill>
          <a:blip r:embed="rId3">
            <a:duotone>
              <a:prstClr val="black"/>
              <a:schemeClr val="tx2">
                <a:tint val="45000"/>
                <a:satMod val="400000"/>
              </a:schemeClr>
            </a:duotone>
          </a:blip>
          <a:stretch>
            <a:fillRect/>
          </a:stretch>
        </p:blipFill>
        <p:spPr>
          <a:xfrm rot="10800000">
            <a:off x="6818787" y="2729998"/>
            <a:ext cx="801213" cy="166096"/>
          </a:xfrm>
          <a:prstGeom prst="rect">
            <a:avLst/>
          </a:prstGeom>
        </p:spPr>
      </p:pic>
      <p:sp>
        <p:nvSpPr>
          <p:cNvPr id="20" name="Picture Placeholder 4"/>
          <p:cNvSpPr>
            <a:spLocks noGrp="1"/>
          </p:cNvSpPr>
          <p:nvPr userDrawn="1">
            <p:ph type="pic" sz="quarter" idx="17"/>
          </p:nvPr>
        </p:nvSpPr>
        <p:spPr>
          <a:xfrm>
            <a:off x="5595938" y="2308225"/>
            <a:ext cx="1009650" cy="1009650"/>
          </a:xfrm>
          <a:prstGeom prst="rect">
            <a:avLst/>
          </a:prstGeom>
        </p:spPr>
        <p:txBody>
          <a:bodyPr/>
          <a:lstStyle>
            <a:lvl1pPr algn="ctr">
              <a:defRPr sz="1200">
                <a:solidFill>
                  <a:schemeClr val="bg1"/>
                </a:solidFill>
              </a:defRPr>
            </a:lvl1pPr>
          </a:lstStyle>
          <a:p>
            <a:endParaRPr lang="en-IN"/>
          </a:p>
        </p:txBody>
      </p:sp>
      <p:sp>
        <p:nvSpPr>
          <p:cNvPr id="22" name="Text Placeholder 22"/>
          <p:cNvSpPr>
            <a:spLocks noGrp="1"/>
          </p:cNvSpPr>
          <p:nvPr userDrawn="1">
            <p:ph type="body" sz="quarter" idx="18" hasCustomPrompt="1"/>
          </p:nvPr>
        </p:nvSpPr>
        <p:spPr>
          <a:xfrm>
            <a:off x="1856809" y="3511549"/>
            <a:ext cx="8487908" cy="1289051"/>
          </a:xfrm>
          <a:prstGeom prst="rect">
            <a:avLst/>
          </a:prstGeom>
        </p:spPr>
        <p:txBody>
          <a:bodyPr/>
          <a:lstStyle>
            <a:lvl1pPr marL="0" indent="0" algn="ctr">
              <a:buClr>
                <a:srgbClr val="FF545F"/>
              </a:buClr>
              <a:buFont typeface="Arial" panose="020B0604020202020204" pitchFamily="34" charset="0"/>
              <a:buNone/>
              <a:defRPr sz="1600">
                <a:solidFill>
                  <a:schemeClr val="accent3"/>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a:t>
            </a:r>
          </a:p>
        </p:txBody>
      </p:sp>
      <p:sp>
        <p:nvSpPr>
          <p:cNvPr id="26" name="Text Placeholder 22"/>
          <p:cNvSpPr>
            <a:spLocks noGrp="1"/>
          </p:cNvSpPr>
          <p:nvPr userDrawn="1">
            <p:ph type="body" sz="quarter" idx="19" hasCustomPrompt="1"/>
          </p:nvPr>
        </p:nvSpPr>
        <p:spPr>
          <a:xfrm>
            <a:off x="4630370" y="5387139"/>
            <a:ext cx="2940786" cy="324343"/>
          </a:xfrm>
          <a:prstGeom prst="rect">
            <a:avLst/>
          </a:prstGeom>
        </p:spPr>
        <p:txBody>
          <a:bodyPr/>
          <a:lstStyle>
            <a:lvl1pPr marL="0" indent="0" algn="ctr">
              <a:buClr>
                <a:srgbClr val="FF545F"/>
              </a:buClr>
              <a:buFont typeface="Arial" panose="020B0604020202020204" pitchFamily="34" charset="0"/>
              <a:buNone/>
              <a:defRPr sz="1200">
                <a:solidFill>
                  <a:schemeClr val="accent3"/>
                </a:solidFill>
                <a:latin typeface="Georgia" panose="02040502050405020303" pitchFamily="18" charset="0"/>
              </a:defRPr>
            </a:lvl1pPr>
          </a:lstStyle>
          <a:p>
            <a:pPr lvl="0"/>
            <a:r>
              <a:rPr lang="en-US" dirty="0"/>
              <a:t>Company name</a:t>
            </a:r>
          </a:p>
        </p:txBody>
      </p:sp>
      <p:sp>
        <p:nvSpPr>
          <p:cNvPr id="27" name="Text Placeholder 22"/>
          <p:cNvSpPr>
            <a:spLocks noGrp="1"/>
          </p:cNvSpPr>
          <p:nvPr userDrawn="1">
            <p:ph type="body" sz="quarter" idx="20" hasCustomPrompt="1"/>
          </p:nvPr>
        </p:nvSpPr>
        <p:spPr>
          <a:xfrm>
            <a:off x="4630370" y="5086350"/>
            <a:ext cx="2940786" cy="324343"/>
          </a:xfrm>
          <a:prstGeom prst="rect">
            <a:avLst/>
          </a:prstGeom>
        </p:spPr>
        <p:txBody>
          <a:bodyPr/>
          <a:lstStyle>
            <a:lvl1pPr marL="0" indent="0" algn="ctr">
              <a:buClr>
                <a:srgbClr val="FF545F"/>
              </a:buClr>
              <a:buFont typeface="Arial" panose="020B0604020202020204" pitchFamily="34" charset="0"/>
              <a:buNone/>
              <a:defRPr sz="1800" spc="600">
                <a:solidFill>
                  <a:schemeClr val="accent3"/>
                </a:solidFill>
                <a:latin typeface="Georgia" panose="02040502050405020303" pitchFamily="18" charset="0"/>
              </a:defRPr>
            </a:lvl1pPr>
          </a:lstStyle>
          <a:p>
            <a:pPr lvl="0"/>
            <a:r>
              <a:rPr lang="en-US" dirty="0"/>
              <a:t>Name of person</a:t>
            </a:r>
          </a:p>
        </p:txBody>
      </p:sp>
      <p:sp>
        <p:nvSpPr>
          <p:cNvPr id="45" name="Text Placeholder 22"/>
          <p:cNvSpPr>
            <a:spLocks noGrp="1"/>
          </p:cNvSpPr>
          <p:nvPr userDrawn="1">
            <p:ph type="body" sz="quarter" idx="11" hasCustomPrompt="1"/>
          </p:nvPr>
        </p:nvSpPr>
        <p:spPr>
          <a:xfrm>
            <a:off x="457200" y="460357"/>
            <a:ext cx="6858000" cy="533400"/>
          </a:xfrm>
          <a:prstGeom prst="rect">
            <a:avLst/>
          </a:prstGeom>
        </p:spPr>
        <p:txBody>
          <a:bodyPr/>
          <a:lstStyle>
            <a:lvl1pPr>
              <a:defRPr sz="3000">
                <a:solidFill>
                  <a:schemeClr val="accent3"/>
                </a:solidFill>
                <a:latin typeface="Georgia" panose="02040502050405020303" pitchFamily="18" charset="0"/>
              </a:defRPr>
            </a:lvl1pPr>
          </a:lstStyle>
          <a:p>
            <a:pPr lvl="0"/>
            <a:r>
              <a:rPr lang="en-IN" dirty="0"/>
              <a:t>Content slide title goes here</a:t>
            </a:r>
            <a:endParaRPr lang="en-US" dirty="0"/>
          </a:p>
        </p:txBody>
      </p:sp>
      <p:sp>
        <p:nvSpPr>
          <p:cNvPr id="46" name="Text Placeholder 22"/>
          <p:cNvSpPr>
            <a:spLocks noGrp="1"/>
          </p:cNvSpPr>
          <p:nvPr userDrawn="1">
            <p:ph type="body" sz="quarter" idx="12" hasCustomPrompt="1"/>
          </p:nvPr>
        </p:nvSpPr>
        <p:spPr>
          <a:xfrm>
            <a:off x="457200" y="1022785"/>
            <a:ext cx="9372600" cy="533400"/>
          </a:xfrm>
          <a:prstGeom prst="rect">
            <a:avLst/>
          </a:prstGeom>
        </p:spPr>
        <p:txBody>
          <a:bodyPr/>
          <a:lstStyle>
            <a:lvl1pPr>
              <a:defRPr sz="2200">
                <a:solidFill>
                  <a:schemeClr val="accent3"/>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3"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4" name="TextBox 13"/>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 All Rights Reserved.</a:t>
            </a:r>
          </a:p>
        </p:txBody>
      </p:sp>
      <p:pic>
        <p:nvPicPr>
          <p:cNvPr id="15" name="Picture 14"/>
          <p:cNvPicPr>
            <a:picLocks noChangeAspect="1"/>
          </p:cNvPicPr>
          <p:nvPr userDrawn="1"/>
        </p:nvPicPr>
        <p:blipFill>
          <a:blip r:embed="rId4"/>
          <a:stretch>
            <a:fillRect/>
          </a:stretch>
        </p:blipFill>
        <p:spPr>
          <a:xfrm>
            <a:off x="10893034" y="6462131"/>
            <a:ext cx="839972" cy="309081"/>
          </a:xfrm>
          <a:prstGeom prst="rect">
            <a:avLst/>
          </a:prstGeom>
        </p:spPr>
      </p:pic>
    </p:spTree>
    <p:extLst>
      <p:ext uri="{BB962C8B-B14F-4D97-AF65-F5344CB8AC3E}">
        <p14:creationId xmlns:p14="http://schemas.microsoft.com/office/powerpoint/2010/main" val="228325299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stimonial for 3">
    <p:spTree>
      <p:nvGrpSpPr>
        <p:cNvPr id="1" name=""/>
        <p:cNvGrpSpPr/>
        <p:nvPr/>
      </p:nvGrpSpPr>
      <p:grpSpPr>
        <a:xfrm>
          <a:off x="0" y="0"/>
          <a:ext cx="0" cy="0"/>
          <a:chOff x="0" y="0"/>
          <a:chExt cx="0" cy="0"/>
        </a:xfrm>
      </p:grpSpPr>
      <p:pic>
        <p:nvPicPr>
          <p:cNvPr id="43" name="Picture 42"/>
          <p:cNvPicPr>
            <a:picLocks noChangeAspect="1"/>
          </p:cNvPicPr>
          <p:nvPr userDrawn="1"/>
        </p:nvPicPr>
        <p:blipFill>
          <a:blip r:embed="rId2"/>
          <a:stretch>
            <a:fillRect/>
          </a:stretch>
        </p:blipFill>
        <p:spPr>
          <a:xfrm>
            <a:off x="5069124" y="3417088"/>
            <a:ext cx="1922906" cy="1429333"/>
          </a:xfrm>
          <a:prstGeom prst="rect">
            <a:avLst/>
          </a:prstGeom>
        </p:spPr>
      </p:pic>
      <p:pic>
        <p:nvPicPr>
          <p:cNvPr id="9" name="Picture 8"/>
          <p:cNvPicPr>
            <a:picLocks noChangeAspect="1"/>
          </p:cNvPicPr>
          <p:nvPr userDrawn="1"/>
        </p:nvPicPr>
        <p:blipFill>
          <a:blip r:embed="rId2"/>
          <a:stretch>
            <a:fillRect/>
          </a:stretch>
        </p:blipFill>
        <p:spPr>
          <a:xfrm>
            <a:off x="1492028" y="3417088"/>
            <a:ext cx="1922906" cy="1429333"/>
          </a:xfrm>
          <a:prstGeom prst="rect">
            <a:avLst/>
          </a:prstGeom>
        </p:spPr>
      </p:pic>
      <p:pic>
        <p:nvPicPr>
          <p:cNvPr id="23" name="Picture 22"/>
          <p:cNvPicPr>
            <a:picLocks noChangeAspect="1"/>
          </p:cNvPicPr>
          <p:nvPr userDrawn="1"/>
        </p:nvPicPr>
        <p:blipFill>
          <a:blip r:embed="rId3">
            <a:duotone>
              <a:prstClr val="black"/>
              <a:schemeClr val="tx2">
                <a:tint val="45000"/>
                <a:satMod val="400000"/>
              </a:schemeClr>
            </a:duotone>
          </a:blip>
          <a:stretch>
            <a:fillRect/>
          </a:stretch>
        </p:blipFill>
        <p:spPr>
          <a:xfrm>
            <a:off x="4544677" y="2729998"/>
            <a:ext cx="801213" cy="166096"/>
          </a:xfrm>
          <a:prstGeom prst="rect">
            <a:avLst/>
          </a:prstGeom>
        </p:spPr>
      </p:pic>
      <p:pic>
        <p:nvPicPr>
          <p:cNvPr id="25" name="Picture 24"/>
          <p:cNvPicPr>
            <a:picLocks noChangeAspect="1"/>
          </p:cNvPicPr>
          <p:nvPr userDrawn="1"/>
        </p:nvPicPr>
        <p:blipFill>
          <a:blip r:embed="rId3">
            <a:duotone>
              <a:prstClr val="black"/>
              <a:schemeClr val="tx2">
                <a:tint val="45000"/>
                <a:satMod val="400000"/>
              </a:schemeClr>
            </a:duotone>
          </a:blip>
          <a:stretch>
            <a:fillRect/>
          </a:stretch>
        </p:blipFill>
        <p:spPr>
          <a:xfrm rot="10800000">
            <a:off x="6715264" y="2729998"/>
            <a:ext cx="801213" cy="166096"/>
          </a:xfrm>
          <a:prstGeom prst="rect">
            <a:avLst/>
          </a:prstGeom>
        </p:spPr>
      </p:pic>
      <p:sp>
        <p:nvSpPr>
          <p:cNvPr id="5" name="Picture Placeholder 4"/>
          <p:cNvSpPr>
            <a:spLocks noGrp="1"/>
          </p:cNvSpPr>
          <p:nvPr userDrawn="1">
            <p:ph type="pic" sz="quarter" idx="13"/>
          </p:nvPr>
        </p:nvSpPr>
        <p:spPr>
          <a:xfrm>
            <a:off x="1949081" y="2308225"/>
            <a:ext cx="1009650" cy="1009650"/>
          </a:xfrm>
          <a:prstGeom prst="rect">
            <a:avLst/>
          </a:prstGeom>
        </p:spPr>
        <p:txBody>
          <a:bodyPr/>
          <a:lstStyle>
            <a:lvl1pPr algn="ctr">
              <a:defRPr sz="1200">
                <a:solidFill>
                  <a:schemeClr val="bg1"/>
                </a:solidFill>
              </a:defRPr>
            </a:lvl1pPr>
          </a:lstStyle>
          <a:p>
            <a:endParaRPr lang="en-IN"/>
          </a:p>
        </p:txBody>
      </p:sp>
      <p:sp>
        <p:nvSpPr>
          <p:cNvPr id="24" name="Text Placeholder 22"/>
          <p:cNvSpPr>
            <a:spLocks noGrp="1"/>
          </p:cNvSpPr>
          <p:nvPr userDrawn="1">
            <p:ph type="body" sz="quarter" idx="14" hasCustomPrompt="1"/>
          </p:nvPr>
        </p:nvSpPr>
        <p:spPr>
          <a:xfrm>
            <a:off x="983513" y="3511549"/>
            <a:ext cx="2940786" cy="1289051"/>
          </a:xfrm>
          <a:prstGeom prst="rect">
            <a:avLst/>
          </a:prstGeom>
        </p:spPr>
        <p:txBody>
          <a:bodyPr/>
          <a:lstStyle>
            <a:lvl1pPr marL="0" indent="0" algn="ctr">
              <a:buClr>
                <a:srgbClr val="FF545F"/>
              </a:buClr>
              <a:buFont typeface="Arial" panose="020B0604020202020204" pitchFamily="34" charset="0"/>
              <a:buNone/>
              <a:defRPr sz="1400">
                <a:solidFill>
                  <a:schemeClr val="accent3"/>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a:t>
            </a:r>
          </a:p>
        </p:txBody>
      </p:sp>
      <p:pic>
        <p:nvPicPr>
          <p:cNvPr id="14" name="Picture 13"/>
          <p:cNvPicPr>
            <a:picLocks noChangeAspect="1"/>
          </p:cNvPicPr>
          <p:nvPr userDrawn="1"/>
        </p:nvPicPr>
        <p:blipFill>
          <a:blip r:embed="rId3">
            <a:duotone>
              <a:prstClr val="black"/>
              <a:schemeClr val="tx2">
                <a:tint val="45000"/>
                <a:satMod val="400000"/>
              </a:schemeClr>
            </a:duotone>
          </a:blip>
          <a:stretch>
            <a:fillRect/>
          </a:stretch>
        </p:blipFill>
        <p:spPr>
          <a:xfrm>
            <a:off x="968006" y="2729998"/>
            <a:ext cx="801213" cy="166096"/>
          </a:xfrm>
          <a:prstGeom prst="rect">
            <a:avLst/>
          </a:prstGeom>
        </p:spPr>
      </p:pic>
      <p:pic>
        <p:nvPicPr>
          <p:cNvPr id="35" name="Picture 34"/>
          <p:cNvPicPr>
            <a:picLocks noChangeAspect="1"/>
          </p:cNvPicPr>
          <p:nvPr userDrawn="1"/>
        </p:nvPicPr>
        <p:blipFill>
          <a:blip r:embed="rId3">
            <a:duotone>
              <a:prstClr val="black"/>
              <a:schemeClr val="tx2">
                <a:tint val="45000"/>
                <a:satMod val="400000"/>
              </a:schemeClr>
            </a:duotone>
          </a:blip>
          <a:stretch>
            <a:fillRect/>
          </a:stretch>
        </p:blipFill>
        <p:spPr>
          <a:xfrm rot="10800000">
            <a:off x="3138593" y="2729998"/>
            <a:ext cx="801213" cy="166096"/>
          </a:xfrm>
          <a:prstGeom prst="rect">
            <a:avLst/>
          </a:prstGeom>
        </p:spPr>
      </p:pic>
      <p:sp>
        <p:nvSpPr>
          <p:cNvPr id="37" name="Text Placeholder 22"/>
          <p:cNvSpPr>
            <a:spLocks noGrp="1"/>
          </p:cNvSpPr>
          <p:nvPr userDrawn="1">
            <p:ph type="body" sz="quarter" idx="16" hasCustomPrompt="1"/>
          </p:nvPr>
        </p:nvSpPr>
        <p:spPr>
          <a:xfrm>
            <a:off x="983513" y="5387139"/>
            <a:ext cx="2940786" cy="324343"/>
          </a:xfrm>
          <a:prstGeom prst="rect">
            <a:avLst/>
          </a:prstGeom>
        </p:spPr>
        <p:txBody>
          <a:bodyPr/>
          <a:lstStyle>
            <a:lvl1pPr marL="0" indent="0" algn="ctr">
              <a:buClr>
                <a:srgbClr val="FF545F"/>
              </a:buClr>
              <a:buFont typeface="Arial" panose="020B0604020202020204" pitchFamily="34" charset="0"/>
              <a:buNone/>
              <a:defRPr sz="1200">
                <a:solidFill>
                  <a:schemeClr val="accent3"/>
                </a:solidFill>
                <a:latin typeface="Georgia" panose="02040502050405020303" pitchFamily="18" charset="0"/>
              </a:defRPr>
            </a:lvl1pPr>
          </a:lstStyle>
          <a:p>
            <a:pPr lvl="0"/>
            <a:r>
              <a:rPr lang="en-US" dirty="0"/>
              <a:t>Company name</a:t>
            </a:r>
          </a:p>
        </p:txBody>
      </p:sp>
      <p:sp>
        <p:nvSpPr>
          <p:cNvPr id="36" name="Text Placeholder 22"/>
          <p:cNvSpPr>
            <a:spLocks noGrp="1"/>
          </p:cNvSpPr>
          <p:nvPr userDrawn="1">
            <p:ph type="body" sz="quarter" idx="15" hasCustomPrompt="1"/>
          </p:nvPr>
        </p:nvSpPr>
        <p:spPr>
          <a:xfrm>
            <a:off x="983513" y="5086350"/>
            <a:ext cx="2940786" cy="324343"/>
          </a:xfrm>
          <a:prstGeom prst="rect">
            <a:avLst/>
          </a:prstGeom>
        </p:spPr>
        <p:txBody>
          <a:bodyPr/>
          <a:lstStyle>
            <a:lvl1pPr marL="0" indent="0" algn="ctr">
              <a:buClr>
                <a:srgbClr val="FF545F"/>
              </a:buClr>
              <a:buFont typeface="Arial" panose="020B0604020202020204" pitchFamily="34" charset="0"/>
              <a:buNone/>
              <a:defRPr sz="1800" spc="600">
                <a:solidFill>
                  <a:schemeClr val="accent3"/>
                </a:solidFill>
                <a:latin typeface="Georgia" panose="02040502050405020303" pitchFamily="18" charset="0"/>
              </a:defRPr>
            </a:lvl1pPr>
          </a:lstStyle>
          <a:p>
            <a:pPr lvl="0"/>
            <a:r>
              <a:rPr lang="en-US" dirty="0"/>
              <a:t>Name of person</a:t>
            </a:r>
          </a:p>
        </p:txBody>
      </p:sp>
      <p:sp>
        <p:nvSpPr>
          <p:cNvPr id="20" name="Picture Placeholder 4"/>
          <p:cNvSpPr>
            <a:spLocks noGrp="1"/>
          </p:cNvSpPr>
          <p:nvPr userDrawn="1">
            <p:ph type="pic" sz="quarter" idx="17"/>
          </p:nvPr>
        </p:nvSpPr>
        <p:spPr>
          <a:xfrm>
            <a:off x="5525752" y="2308225"/>
            <a:ext cx="1009650" cy="1009650"/>
          </a:xfrm>
          <a:prstGeom prst="rect">
            <a:avLst/>
          </a:prstGeom>
        </p:spPr>
        <p:txBody>
          <a:bodyPr/>
          <a:lstStyle>
            <a:lvl1pPr algn="ctr">
              <a:defRPr sz="1200">
                <a:solidFill>
                  <a:schemeClr val="bg1"/>
                </a:solidFill>
              </a:defRPr>
            </a:lvl1pPr>
          </a:lstStyle>
          <a:p>
            <a:endParaRPr lang="en-IN"/>
          </a:p>
        </p:txBody>
      </p:sp>
      <p:sp>
        <p:nvSpPr>
          <p:cNvPr id="22" name="Text Placeholder 22"/>
          <p:cNvSpPr>
            <a:spLocks noGrp="1"/>
          </p:cNvSpPr>
          <p:nvPr userDrawn="1">
            <p:ph type="body" sz="quarter" idx="18" hasCustomPrompt="1"/>
          </p:nvPr>
        </p:nvSpPr>
        <p:spPr>
          <a:xfrm>
            <a:off x="4560184" y="3511549"/>
            <a:ext cx="2940786" cy="1289051"/>
          </a:xfrm>
          <a:prstGeom prst="rect">
            <a:avLst/>
          </a:prstGeom>
        </p:spPr>
        <p:txBody>
          <a:bodyPr/>
          <a:lstStyle>
            <a:lvl1pPr marL="0" indent="0" algn="ctr">
              <a:buClr>
                <a:srgbClr val="FF545F"/>
              </a:buClr>
              <a:buFont typeface="Arial" panose="020B0604020202020204" pitchFamily="34" charset="0"/>
              <a:buNone/>
              <a:defRPr sz="1400">
                <a:solidFill>
                  <a:schemeClr val="accent3"/>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a:t>
            </a:r>
          </a:p>
        </p:txBody>
      </p:sp>
      <p:sp>
        <p:nvSpPr>
          <p:cNvPr id="26" name="Text Placeholder 22"/>
          <p:cNvSpPr>
            <a:spLocks noGrp="1"/>
          </p:cNvSpPr>
          <p:nvPr userDrawn="1">
            <p:ph type="body" sz="quarter" idx="19" hasCustomPrompt="1"/>
          </p:nvPr>
        </p:nvSpPr>
        <p:spPr>
          <a:xfrm>
            <a:off x="4560184" y="5387139"/>
            <a:ext cx="2940786" cy="324343"/>
          </a:xfrm>
          <a:prstGeom prst="rect">
            <a:avLst/>
          </a:prstGeom>
        </p:spPr>
        <p:txBody>
          <a:bodyPr/>
          <a:lstStyle>
            <a:lvl1pPr marL="0" indent="0" algn="ctr">
              <a:buClr>
                <a:srgbClr val="FF545F"/>
              </a:buClr>
              <a:buFont typeface="Arial" panose="020B0604020202020204" pitchFamily="34" charset="0"/>
              <a:buNone/>
              <a:defRPr sz="1200">
                <a:solidFill>
                  <a:schemeClr val="accent3"/>
                </a:solidFill>
                <a:latin typeface="Georgia" panose="02040502050405020303" pitchFamily="18" charset="0"/>
              </a:defRPr>
            </a:lvl1pPr>
          </a:lstStyle>
          <a:p>
            <a:pPr lvl="0"/>
            <a:r>
              <a:rPr lang="en-US" dirty="0"/>
              <a:t>Company name</a:t>
            </a:r>
          </a:p>
        </p:txBody>
      </p:sp>
      <p:sp>
        <p:nvSpPr>
          <p:cNvPr id="27" name="Text Placeholder 22"/>
          <p:cNvSpPr>
            <a:spLocks noGrp="1"/>
          </p:cNvSpPr>
          <p:nvPr userDrawn="1">
            <p:ph type="body" sz="quarter" idx="20" hasCustomPrompt="1"/>
          </p:nvPr>
        </p:nvSpPr>
        <p:spPr>
          <a:xfrm>
            <a:off x="4560184" y="5086350"/>
            <a:ext cx="2940786" cy="324343"/>
          </a:xfrm>
          <a:prstGeom prst="rect">
            <a:avLst/>
          </a:prstGeom>
        </p:spPr>
        <p:txBody>
          <a:bodyPr/>
          <a:lstStyle>
            <a:lvl1pPr marL="0" indent="0" algn="ctr">
              <a:buClr>
                <a:srgbClr val="FF545F"/>
              </a:buClr>
              <a:buFont typeface="Arial" panose="020B0604020202020204" pitchFamily="34" charset="0"/>
              <a:buNone/>
              <a:defRPr sz="1800" spc="600">
                <a:solidFill>
                  <a:schemeClr val="accent3"/>
                </a:solidFill>
                <a:latin typeface="Georgia" panose="02040502050405020303" pitchFamily="18" charset="0"/>
              </a:defRPr>
            </a:lvl1pPr>
          </a:lstStyle>
          <a:p>
            <a:pPr lvl="0"/>
            <a:r>
              <a:rPr lang="en-US" dirty="0"/>
              <a:t>Name of person</a:t>
            </a:r>
          </a:p>
        </p:txBody>
      </p:sp>
      <p:sp>
        <p:nvSpPr>
          <p:cNvPr id="33" name="Picture Placeholder 4"/>
          <p:cNvSpPr>
            <a:spLocks noGrp="1"/>
          </p:cNvSpPr>
          <p:nvPr userDrawn="1">
            <p:ph type="pic" sz="quarter" idx="21"/>
          </p:nvPr>
        </p:nvSpPr>
        <p:spPr>
          <a:xfrm>
            <a:off x="9106148" y="2308225"/>
            <a:ext cx="1009650" cy="1009650"/>
          </a:xfrm>
          <a:prstGeom prst="rect">
            <a:avLst/>
          </a:prstGeom>
        </p:spPr>
        <p:txBody>
          <a:bodyPr/>
          <a:lstStyle>
            <a:lvl1pPr algn="ctr">
              <a:defRPr sz="1200">
                <a:solidFill>
                  <a:schemeClr val="bg1"/>
                </a:solidFill>
              </a:defRPr>
            </a:lvl1pPr>
          </a:lstStyle>
          <a:p>
            <a:endParaRPr lang="en-IN"/>
          </a:p>
        </p:txBody>
      </p:sp>
      <p:pic>
        <p:nvPicPr>
          <p:cNvPr id="39" name="Picture 38"/>
          <p:cNvPicPr>
            <a:picLocks noChangeAspect="1"/>
          </p:cNvPicPr>
          <p:nvPr userDrawn="1"/>
        </p:nvPicPr>
        <p:blipFill>
          <a:blip r:embed="rId3">
            <a:duotone>
              <a:prstClr val="black"/>
              <a:schemeClr val="tx2">
                <a:tint val="45000"/>
                <a:satMod val="400000"/>
              </a:schemeClr>
            </a:duotone>
          </a:blip>
          <a:stretch>
            <a:fillRect/>
          </a:stretch>
        </p:blipFill>
        <p:spPr>
          <a:xfrm>
            <a:off x="8125073" y="2729998"/>
            <a:ext cx="801213" cy="166096"/>
          </a:xfrm>
          <a:prstGeom prst="rect">
            <a:avLst/>
          </a:prstGeom>
        </p:spPr>
      </p:pic>
      <p:pic>
        <p:nvPicPr>
          <p:cNvPr id="40" name="Picture 39"/>
          <p:cNvPicPr>
            <a:picLocks noChangeAspect="1"/>
          </p:cNvPicPr>
          <p:nvPr userDrawn="1"/>
        </p:nvPicPr>
        <p:blipFill>
          <a:blip r:embed="rId3">
            <a:duotone>
              <a:prstClr val="black"/>
              <a:schemeClr val="tx2">
                <a:tint val="45000"/>
                <a:satMod val="400000"/>
              </a:schemeClr>
            </a:duotone>
          </a:blip>
          <a:stretch>
            <a:fillRect/>
          </a:stretch>
        </p:blipFill>
        <p:spPr>
          <a:xfrm rot="10800000">
            <a:off x="10295660" y="2729998"/>
            <a:ext cx="801213" cy="166096"/>
          </a:xfrm>
          <a:prstGeom prst="rect">
            <a:avLst/>
          </a:prstGeom>
        </p:spPr>
      </p:pic>
      <p:sp>
        <p:nvSpPr>
          <p:cNvPr id="41" name="Text Placeholder 22"/>
          <p:cNvSpPr>
            <a:spLocks noGrp="1"/>
          </p:cNvSpPr>
          <p:nvPr userDrawn="1">
            <p:ph type="body" sz="quarter" idx="23" hasCustomPrompt="1"/>
          </p:nvPr>
        </p:nvSpPr>
        <p:spPr>
          <a:xfrm>
            <a:off x="8140580" y="5387139"/>
            <a:ext cx="2940786" cy="324343"/>
          </a:xfrm>
          <a:prstGeom prst="rect">
            <a:avLst/>
          </a:prstGeom>
        </p:spPr>
        <p:txBody>
          <a:bodyPr/>
          <a:lstStyle>
            <a:lvl1pPr marL="0" indent="0" algn="ctr">
              <a:buClr>
                <a:srgbClr val="FF545F"/>
              </a:buClr>
              <a:buFont typeface="Arial" panose="020B0604020202020204" pitchFamily="34" charset="0"/>
              <a:buNone/>
              <a:defRPr sz="1200">
                <a:solidFill>
                  <a:schemeClr val="accent3"/>
                </a:solidFill>
                <a:latin typeface="Georgia" panose="02040502050405020303" pitchFamily="18" charset="0"/>
              </a:defRPr>
            </a:lvl1pPr>
          </a:lstStyle>
          <a:p>
            <a:pPr lvl="0"/>
            <a:r>
              <a:rPr lang="en-US" dirty="0"/>
              <a:t>Company name</a:t>
            </a:r>
          </a:p>
        </p:txBody>
      </p:sp>
      <p:sp>
        <p:nvSpPr>
          <p:cNvPr id="42" name="Text Placeholder 22"/>
          <p:cNvSpPr>
            <a:spLocks noGrp="1"/>
          </p:cNvSpPr>
          <p:nvPr userDrawn="1">
            <p:ph type="body" sz="quarter" idx="24" hasCustomPrompt="1"/>
          </p:nvPr>
        </p:nvSpPr>
        <p:spPr>
          <a:xfrm>
            <a:off x="8140580" y="5086350"/>
            <a:ext cx="2940786" cy="324343"/>
          </a:xfrm>
          <a:prstGeom prst="rect">
            <a:avLst/>
          </a:prstGeom>
        </p:spPr>
        <p:txBody>
          <a:bodyPr/>
          <a:lstStyle>
            <a:lvl1pPr marL="0" indent="0" algn="ctr">
              <a:buClr>
                <a:srgbClr val="FF545F"/>
              </a:buClr>
              <a:buFont typeface="Arial" panose="020B0604020202020204" pitchFamily="34" charset="0"/>
              <a:buNone/>
              <a:defRPr sz="1800" spc="600">
                <a:solidFill>
                  <a:schemeClr val="accent3"/>
                </a:solidFill>
                <a:latin typeface="Georgia" panose="02040502050405020303" pitchFamily="18" charset="0"/>
              </a:defRPr>
            </a:lvl1pPr>
          </a:lstStyle>
          <a:p>
            <a:pPr lvl="0"/>
            <a:r>
              <a:rPr lang="en-US" dirty="0"/>
              <a:t>Name of person</a:t>
            </a:r>
          </a:p>
        </p:txBody>
      </p:sp>
      <p:sp>
        <p:nvSpPr>
          <p:cNvPr id="45" name="Text Placeholder 22"/>
          <p:cNvSpPr>
            <a:spLocks noGrp="1"/>
          </p:cNvSpPr>
          <p:nvPr userDrawn="1">
            <p:ph type="body" sz="quarter" idx="11" hasCustomPrompt="1"/>
          </p:nvPr>
        </p:nvSpPr>
        <p:spPr>
          <a:xfrm>
            <a:off x="457200" y="460357"/>
            <a:ext cx="6858000" cy="533400"/>
          </a:xfrm>
          <a:prstGeom prst="rect">
            <a:avLst/>
          </a:prstGeom>
        </p:spPr>
        <p:txBody>
          <a:bodyPr/>
          <a:lstStyle>
            <a:lvl1pPr>
              <a:defRPr sz="3000">
                <a:solidFill>
                  <a:schemeClr val="accent3"/>
                </a:solidFill>
                <a:latin typeface="Georgia" panose="02040502050405020303" pitchFamily="18" charset="0"/>
              </a:defRPr>
            </a:lvl1pPr>
          </a:lstStyle>
          <a:p>
            <a:pPr lvl="0"/>
            <a:r>
              <a:rPr lang="en-IN" dirty="0"/>
              <a:t>Content slide title goes here</a:t>
            </a:r>
            <a:endParaRPr lang="en-US" dirty="0"/>
          </a:p>
        </p:txBody>
      </p:sp>
      <p:sp>
        <p:nvSpPr>
          <p:cNvPr id="46" name="Text Placeholder 22"/>
          <p:cNvSpPr>
            <a:spLocks noGrp="1"/>
          </p:cNvSpPr>
          <p:nvPr userDrawn="1">
            <p:ph type="body" sz="quarter" idx="12" hasCustomPrompt="1"/>
          </p:nvPr>
        </p:nvSpPr>
        <p:spPr>
          <a:xfrm>
            <a:off x="457200" y="1022785"/>
            <a:ext cx="9372600" cy="533400"/>
          </a:xfrm>
          <a:prstGeom prst="rect">
            <a:avLst/>
          </a:prstGeom>
        </p:spPr>
        <p:txBody>
          <a:bodyPr/>
          <a:lstStyle>
            <a:lvl1pPr>
              <a:defRPr sz="2200">
                <a:solidFill>
                  <a:schemeClr val="accent3"/>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pic>
        <p:nvPicPr>
          <p:cNvPr id="44" name="Picture 43"/>
          <p:cNvPicPr>
            <a:picLocks noChangeAspect="1"/>
          </p:cNvPicPr>
          <p:nvPr userDrawn="1"/>
        </p:nvPicPr>
        <p:blipFill>
          <a:blip r:embed="rId2"/>
          <a:stretch>
            <a:fillRect/>
          </a:stretch>
        </p:blipFill>
        <p:spPr>
          <a:xfrm>
            <a:off x="8649520" y="3417088"/>
            <a:ext cx="1922906" cy="1429333"/>
          </a:xfrm>
          <a:prstGeom prst="rect">
            <a:avLst/>
          </a:prstGeom>
        </p:spPr>
      </p:pic>
      <p:sp>
        <p:nvSpPr>
          <p:cNvPr id="38" name="Text Placeholder 22"/>
          <p:cNvSpPr>
            <a:spLocks noGrp="1"/>
          </p:cNvSpPr>
          <p:nvPr userDrawn="1">
            <p:ph type="body" sz="quarter" idx="22" hasCustomPrompt="1"/>
          </p:nvPr>
        </p:nvSpPr>
        <p:spPr>
          <a:xfrm>
            <a:off x="8140580" y="3511549"/>
            <a:ext cx="2940786" cy="1289051"/>
          </a:xfrm>
          <a:prstGeom prst="rect">
            <a:avLst/>
          </a:prstGeom>
        </p:spPr>
        <p:txBody>
          <a:bodyPr/>
          <a:lstStyle>
            <a:lvl1pPr marL="0" indent="0" algn="ctr">
              <a:buClr>
                <a:srgbClr val="FF545F"/>
              </a:buClr>
              <a:buFont typeface="Arial" panose="020B0604020202020204" pitchFamily="34" charset="0"/>
              <a:buNone/>
              <a:defRPr sz="1400">
                <a:solidFill>
                  <a:schemeClr val="accent3"/>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a:t>
            </a:r>
          </a:p>
        </p:txBody>
      </p:sp>
      <p:sp>
        <p:nvSpPr>
          <p:cNvPr id="28"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29" name="TextBox 28"/>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 All Rights Reserved.</a:t>
            </a:r>
          </a:p>
        </p:txBody>
      </p:sp>
      <p:pic>
        <p:nvPicPr>
          <p:cNvPr id="30" name="Picture 29"/>
          <p:cNvPicPr>
            <a:picLocks noChangeAspect="1"/>
          </p:cNvPicPr>
          <p:nvPr userDrawn="1"/>
        </p:nvPicPr>
        <p:blipFill>
          <a:blip r:embed="rId4"/>
          <a:stretch>
            <a:fillRect/>
          </a:stretch>
        </p:blipFill>
        <p:spPr>
          <a:xfrm>
            <a:off x="10893034" y="6462131"/>
            <a:ext cx="839972" cy="309081"/>
          </a:xfrm>
          <a:prstGeom prst="rect">
            <a:avLst/>
          </a:prstGeom>
        </p:spPr>
      </p:pic>
    </p:spTree>
    <p:extLst>
      <p:ext uri="{BB962C8B-B14F-4D97-AF65-F5344CB8AC3E}">
        <p14:creationId xmlns:p14="http://schemas.microsoft.com/office/powerpoint/2010/main" val="18654658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stimonial for 1 with Background Color Option 1">
    <p:spTree>
      <p:nvGrpSpPr>
        <p:cNvPr id="1" name=""/>
        <p:cNvGrpSpPr/>
        <p:nvPr/>
      </p:nvGrpSpPr>
      <p:grpSpPr>
        <a:xfrm>
          <a:off x="0" y="0"/>
          <a:ext cx="0" cy="0"/>
          <a:chOff x="0" y="0"/>
          <a:chExt cx="0" cy="0"/>
        </a:xfrm>
      </p:grpSpPr>
      <p:sp>
        <p:nvSpPr>
          <p:cNvPr id="2" name="Rectangle 1"/>
          <p:cNvSpPr/>
          <p:nvPr userDrawn="1"/>
        </p:nvSpPr>
        <p:spPr>
          <a:xfrm>
            <a:off x="1" y="1"/>
            <a:ext cx="12201524" cy="6857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Text Placeholder 22"/>
          <p:cNvSpPr>
            <a:spLocks noGrp="1"/>
          </p:cNvSpPr>
          <p:nvPr>
            <p:ph type="body" sz="quarter" idx="11" hasCustomPrompt="1"/>
          </p:nvPr>
        </p:nvSpPr>
        <p:spPr>
          <a:xfrm>
            <a:off x="457200" y="460357"/>
            <a:ext cx="6858000" cy="533400"/>
          </a:xfrm>
          <a:prstGeom prst="rect">
            <a:avLst/>
          </a:prstGeom>
        </p:spPr>
        <p:txBody>
          <a:bodyPr/>
          <a:lstStyle>
            <a:lvl1pPr>
              <a:defRPr sz="3000">
                <a:solidFill>
                  <a:schemeClr val="bg1"/>
                </a:solidFill>
                <a:latin typeface="Georgia" panose="02040502050405020303" pitchFamily="18" charset="0"/>
              </a:defRPr>
            </a:lvl1pPr>
          </a:lstStyle>
          <a:p>
            <a:pPr lvl="0"/>
            <a:r>
              <a:rPr lang="en-IN" dirty="0"/>
              <a:t>Content slide title goes here</a:t>
            </a:r>
            <a:endParaRPr lang="en-US" dirty="0"/>
          </a:p>
        </p:txBody>
      </p:sp>
      <p:sp>
        <p:nvSpPr>
          <p:cNvPr id="10" name="Text Placeholder 22"/>
          <p:cNvSpPr>
            <a:spLocks noGrp="1"/>
          </p:cNvSpPr>
          <p:nvPr>
            <p:ph type="body" sz="quarter" idx="12" hasCustomPrompt="1"/>
          </p:nvPr>
        </p:nvSpPr>
        <p:spPr>
          <a:xfrm>
            <a:off x="457200" y="1022785"/>
            <a:ext cx="9372600" cy="533400"/>
          </a:xfrm>
          <a:prstGeom prst="rect">
            <a:avLst/>
          </a:prstGeom>
        </p:spPr>
        <p:txBody>
          <a:bodyPr/>
          <a:lstStyle>
            <a:lvl1pPr>
              <a:defRPr sz="22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5" name="Picture Placeholder 4"/>
          <p:cNvSpPr>
            <a:spLocks noGrp="1"/>
          </p:cNvSpPr>
          <p:nvPr>
            <p:ph type="pic" sz="quarter" idx="13"/>
          </p:nvPr>
        </p:nvSpPr>
        <p:spPr>
          <a:xfrm>
            <a:off x="5595938" y="2308225"/>
            <a:ext cx="1009650" cy="1009650"/>
          </a:xfrm>
          <a:prstGeom prst="rect">
            <a:avLst/>
          </a:prstGeom>
        </p:spPr>
        <p:txBody>
          <a:bodyPr/>
          <a:lstStyle>
            <a:lvl1pPr algn="ctr">
              <a:defRPr sz="1200">
                <a:solidFill>
                  <a:schemeClr val="bg1"/>
                </a:solidFill>
              </a:defRPr>
            </a:lvl1pPr>
          </a:lstStyle>
          <a:p>
            <a:endParaRPr lang="en-IN"/>
          </a:p>
        </p:txBody>
      </p:sp>
      <p:pic>
        <p:nvPicPr>
          <p:cNvPr id="13" name="Picture 12"/>
          <p:cNvPicPr>
            <a:picLocks noChangeAspect="1"/>
          </p:cNvPicPr>
          <p:nvPr userDrawn="1"/>
        </p:nvPicPr>
        <p:blipFill>
          <a:blip r:embed="rId2"/>
          <a:stretch>
            <a:fillRect/>
          </a:stretch>
        </p:blipFill>
        <p:spPr>
          <a:xfrm>
            <a:off x="5009626" y="3429494"/>
            <a:ext cx="2182275" cy="1616933"/>
          </a:xfrm>
          <a:prstGeom prst="rect">
            <a:avLst/>
          </a:prstGeom>
        </p:spPr>
      </p:pic>
      <p:sp>
        <p:nvSpPr>
          <p:cNvPr id="24" name="Text Placeholder 22"/>
          <p:cNvSpPr>
            <a:spLocks noGrp="1"/>
          </p:cNvSpPr>
          <p:nvPr>
            <p:ph type="body" sz="quarter" idx="14" hasCustomPrompt="1"/>
          </p:nvPr>
        </p:nvSpPr>
        <p:spPr>
          <a:xfrm>
            <a:off x="1882814" y="3511549"/>
            <a:ext cx="8435899" cy="1289051"/>
          </a:xfrm>
          <a:prstGeom prst="rect">
            <a:avLst/>
          </a:prstGeom>
        </p:spPr>
        <p:txBody>
          <a:bodyPr/>
          <a:lstStyle>
            <a:lvl1pPr marL="0" indent="0" algn="ctr">
              <a:buClr>
                <a:srgbClr val="FF545F"/>
              </a:buClr>
              <a:buFont typeface="Arial" panose="020B0604020202020204" pitchFamily="34" charset="0"/>
              <a:buNone/>
              <a:defRPr sz="16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a:t>
            </a:r>
          </a:p>
        </p:txBody>
      </p:sp>
      <p:pic>
        <p:nvPicPr>
          <p:cNvPr id="14" name="Picture 13"/>
          <p:cNvPicPr>
            <a:picLocks noChangeAspect="1"/>
          </p:cNvPicPr>
          <p:nvPr userDrawn="1"/>
        </p:nvPicPr>
        <p:blipFill>
          <a:blip r:embed="rId3"/>
          <a:stretch>
            <a:fillRect/>
          </a:stretch>
        </p:blipFill>
        <p:spPr>
          <a:xfrm>
            <a:off x="4572000" y="2729998"/>
            <a:ext cx="801213" cy="166096"/>
          </a:xfrm>
          <a:prstGeom prst="rect">
            <a:avLst/>
          </a:prstGeom>
        </p:spPr>
      </p:pic>
      <p:pic>
        <p:nvPicPr>
          <p:cNvPr id="35" name="Picture 34"/>
          <p:cNvPicPr>
            <a:picLocks noChangeAspect="1"/>
          </p:cNvPicPr>
          <p:nvPr userDrawn="1"/>
        </p:nvPicPr>
        <p:blipFill>
          <a:blip r:embed="rId3"/>
          <a:stretch>
            <a:fillRect/>
          </a:stretch>
        </p:blipFill>
        <p:spPr>
          <a:xfrm rot="10800000">
            <a:off x="6818787" y="2729998"/>
            <a:ext cx="801213" cy="166096"/>
          </a:xfrm>
          <a:prstGeom prst="rect">
            <a:avLst/>
          </a:prstGeom>
        </p:spPr>
      </p:pic>
      <p:sp>
        <p:nvSpPr>
          <p:cNvPr id="37" name="Text Placeholder 22"/>
          <p:cNvSpPr>
            <a:spLocks noGrp="1"/>
          </p:cNvSpPr>
          <p:nvPr>
            <p:ph type="body" sz="quarter" idx="16" hasCustomPrompt="1"/>
          </p:nvPr>
        </p:nvSpPr>
        <p:spPr>
          <a:xfrm>
            <a:off x="1882814" y="5387139"/>
            <a:ext cx="8435899" cy="324343"/>
          </a:xfrm>
          <a:prstGeom prst="rect">
            <a:avLst/>
          </a:prstGeom>
        </p:spPr>
        <p:txBody>
          <a:bodyPr/>
          <a:lstStyle>
            <a:lvl1pPr marL="0" indent="0" algn="ctr">
              <a:buClr>
                <a:srgbClr val="FF545F"/>
              </a:buClr>
              <a:buFont typeface="Arial" panose="020B0604020202020204" pitchFamily="34" charset="0"/>
              <a:buNone/>
              <a:defRPr sz="1400">
                <a:solidFill>
                  <a:schemeClr val="bg1"/>
                </a:solidFill>
                <a:latin typeface="Georgia" panose="02040502050405020303" pitchFamily="18" charset="0"/>
              </a:defRPr>
            </a:lvl1pPr>
          </a:lstStyle>
          <a:p>
            <a:pPr lvl="0"/>
            <a:r>
              <a:rPr lang="en-US" dirty="0"/>
              <a:t>Company name</a:t>
            </a:r>
          </a:p>
        </p:txBody>
      </p:sp>
      <p:sp>
        <p:nvSpPr>
          <p:cNvPr id="36" name="Text Placeholder 22"/>
          <p:cNvSpPr>
            <a:spLocks noGrp="1"/>
          </p:cNvSpPr>
          <p:nvPr>
            <p:ph type="body" sz="quarter" idx="15" hasCustomPrompt="1"/>
          </p:nvPr>
        </p:nvSpPr>
        <p:spPr>
          <a:xfrm>
            <a:off x="1882814" y="5086350"/>
            <a:ext cx="8435899" cy="324343"/>
          </a:xfrm>
          <a:prstGeom prst="rect">
            <a:avLst/>
          </a:prstGeom>
        </p:spPr>
        <p:txBody>
          <a:bodyPr/>
          <a:lstStyle>
            <a:lvl1pPr marL="0" indent="0" algn="ctr">
              <a:buClr>
                <a:srgbClr val="FF545F"/>
              </a:buClr>
              <a:buFont typeface="Arial" panose="020B0604020202020204" pitchFamily="34" charset="0"/>
              <a:buNone/>
              <a:defRPr sz="2000" spc="600">
                <a:solidFill>
                  <a:schemeClr val="bg1"/>
                </a:solidFill>
                <a:latin typeface="Georgia" panose="02040502050405020303" pitchFamily="18" charset="0"/>
              </a:defRPr>
            </a:lvl1pPr>
          </a:lstStyle>
          <a:p>
            <a:pPr lvl="0"/>
            <a:r>
              <a:rPr lang="en-US" dirty="0"/>
              <a:t>Name of person</a:t>
            </a:r>
          </a:p>
        </p:txBody>
      </p:sp>
      <p:sp>
        <p:nvSpPr>
          <p:cNvPr id="15"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bg1"/>
                </a:solidFill>
                <a:latin typeface="+mn-lt"/>
              </a:rPr>
              <a:pPr/>
              <a:t>‹#›</a:t>
            </a:fld>
            <a:endParaRPr lang="en-US" b="1" dirty="0">
              <a:solidFill>
                <a:schemeClr val="bg1"/>
              </a:solidFill>
              <a:latin typeface="+mn-lt"/>
            </a:endParaRPr>
          </a:p>
        </p:txBody>
      </p:sp>
      <p:sp>
        <p:nvSpPr>
          <p:cNvPr id="16" name="TextBox 15"/>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bg1"/>
                </a:solidFill>
                <a:latin typeface="+mn-lt"/>
                <a:ea typeface="Georgia" charset="0"/>
                <a:cs typeface="Georgia" charset="0"/>
              </a:rPr>
              <a:t>® 2017 Copyright  . All Rights Reserved.</a:t>
            </a:r>
          </a:p>
        </p:txBody>
      </p:sp>
      <p:pic>
        <p:nvPicPr>
          <p:cNvPr id="17" name="Picture 1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874375" y="6446360"/>
            <a:ext cx="868156" cy="340728"/>
          </a:xfrm>
          <a:prstGeom prst="rect">
            <a:avLst/>
          </a:prstGeom>
        </p:spPr>
      </p:pic>
    </p:spTree>
    <p:extLst>
      <p:ext uri="{BB962C8B-B14F-4D97-AF65-F5344CB8AC3E}">
        <p14:creationId xmlns:p14="http://schemas.microsoft.com/office/powerpoint/2010/main" val="27078368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stimonial for 1 with Background Color Option 2">
    <p:spTree>
      <p:nvGrpSpPr>
        <p:cNvPr id="1" name=""/>
        <p:cNvGrpSpPr/>
        <p:nvPr/>
      </p:nvGrpSpPr>
      <p:grpSpPr>
        <a:xfrm>
          <a:off x="0" y="0"/>
          <a:ext cx="0" cy="0"/>
          <a:chOff x="0" y="0"/>
          <a:chExt cx="0" cy="0"/>
        </a:xfrm>
      </p:grpSpPr>
      <p:sp>
        <p:nvSpPr>
          <p:cNvPr id="15" name="Rectangle 14"/>
          <p:cNvSpPr/>
          <p:nvPr userDrawn="1"/>
        </p:nvSpPr>
        <p:spPr>
          <a:xfrm>
            <a:off x="0" y="0"/>
            <a:ext cx="12192000" cy="6858000"/>
          </a:xfrm>
          <a:prstGeom prst="rect">
            <a:avLst/>
          </a:prstGeom>
          <a:solidFill>
            <a:srgbClr val="0732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p:cNvPicPr>
            <a:picLocks noChangeAspect="1"/>
          </p:cNvPicPr>
          <p:nvPr userDrawn="1"/>
        </p:nvPicPr>
        <p:blipFill>
          <a:blip r:embed="rId2"/>
          <a:stretch>
            <a:fillRect/>
          </a:stretch>
        </p:blipFill>
        <p:spPr>
          <a:xfrm>
            <a:off x="5134547" y="3356228"/>
            <a:ext cx="1922906" cy="1429333"/>
          </a:xfrm>
          <a:prstGeom prst="rect">
            <a:avLst/>
          </a:prstGeom>
        </p:spPr>
      </p:pic>
      <p:sp>
        <p:nvSpPr>
          <p:cNvPr id="9" name="Text Placeholder 22"/>
          <p:cNvSpPr>
            <a:spLocks noGrp="1"/>
          </p:cNvSpPr>
          <p:nvPr>
            <p:ph type="body" sz="quarter" idx="11" hasCustomPrompt="1"/>
          </p:nvPr>
        </p:nvSpPr>
        <p:spPr>
          <a:xfrm>
            <a:off x="457200" y="460357"/>
            <a:ext cx="6858000" cy="533400"/>
          </a:xfrm>
          <a:prstGeom prst="rect">
            <a:avLst/>
          </a:prstGeom>
        </p:spPr>
        <p:txBody>
          <a:bodyPr/>
          <a:lstStyle>
            <a:lvl1pPr>
              <a:defRPr sz="3000">
                <a:solidFill>
                  <a:schemeClr val="bg1"/>
                </a:solidFill>
                <a:latin typeface="Georgia" panose="02040502050405020303" pitchFamily="18" charset="0"/>
              </a:defRPr>
            </a:lvl1pPr>
          </a:lstStyle>
          <a:p>
            <a:pPr lvl="0"/>
            <a:r>
              <a:rPr lang="en-IN" dirty="0"/>
              <a:t>Content slide title goes here</a:t>
            </a:r>
            <a:endParaRPr lang="en-US" dirty="0"/>
          </a:p>
        </p:txBody>
      </p:sp>
      <p:sp>
        <p:nvSpPr>
          <p:cNvPr id="10" name="Text Placeholder 22"/>
          <p:cNvSpPr>
            <a:spLocks noGrp="1"/>
          </p:cNvSpPr>
          <p:nvPr>
            <p:ph type="body" sz="quarter" idx="12" hasCustomPrompt="1"/>
          </p:nvPr>
        </p:nvSpPr>
        <p:spPr>
          <a:xfrm>
            <a:off x="457200" y="1022785"/>
            <a:ext cx="9372600" cy="533400"/>
          </a:xfrm>
          <a:prstGeom prst="rect">
            <a:avLst/>
          </a:prstGeom>
        </p:spPr>
        <p:txBody>
          <a:bodyPr/>
          <a:lstStyle>
            <a:lvl1pPr>
              <a:defRPr sz="22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5" name="Picture Placeholder 4"/>
          <p:cNvSpPr>
            <a:spLocks noGrp="1"/>
          </p:cNvSpPr>
          <p:nvPr>
            <p:ph type="pic" sz="quarter" idx="13"/>
          </p:nvPr>
        </p:nvSpPr>
        <p:spPr>
          <a:xfrm>
            <a:off x="5591175" y="2308225"/>
            <a:ext cx="1009650" cy="1009650"/>
          </a:xfrm>
          <a:prstGeom prst="rect">
            <a:avLst/>
          </a:prstGeom>
        </p:spPr>
        <p:txBody>
          <a:bodyPr/>
          <a:lstStyle>
            <a:lvl1pPr algn="ctr">
              <a:defRPr sz="1200">
                <a:solidFill>
                  <a:schemeClr val="bg1"/>
                </a:solidFill>
              </a:defRPr>
            </a:lvl1pPr>
          </a:lstStyle>
          <a:p>
            <a:endParaRPr lang="en-IN"/>
          </a:p>
        </p:txBody>
      </p:sp>
      <p:sp>
        <p:nvSpPr>
          <p:cNvPr id="24" name="Text Placeholder 22"/>
          <p:cNvSpPr>
            <a:spLocks noGrp="1"/>
          </p:cNvSpPr>
          <p:nvPr>
            <p:ph type="body" sz="quarter" idx="14" hasCustomPrompt="1"/>
          </p:nvPr>
        </p:nvSpPr>
        <p:spPr>
          <a:xfrm>
            <a:off x="1878051" y="3511549"/>
            <a:ext cx="8435899" cy="1289051"/>
          </a:xfrm>
          <a:prstGeom prst="rect">
            <a:avLst/>
          </a:prstGeom>
        </p:spPr>
        <p:txBody>
          <a:bodyPr/>
          <a:lstStyle>
            <a:lvl1pPr marL="0" indent="0" algn="ctr">
              <a:buClr>
                <a:srgbClr val="FF545F"/>
              </a:buClr>
              <a:buFont typeface="Arial" panose="020B0604020202020204" pitchFamily="34" charset="0"/>
              <a:buNone/>
              <a:defRPr sz="16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a:t>
            </a:r>
          </a:p>
        </p:txBody>
      </p:sp>
      <p:sp>
        <p:nvSpPr>
          <p:cNvPr id="37" name="Text Placeholder 22"/>
          <p:cNvSpPr>
            <a:spLocks noGrp="1"/>
          </p:cNvSpPr>
          <p:nvPr>
            <p:ph type="body" sz="quarter" idx="16" hasCustomPrompt="1"/>
          </p:nvPr>
        </p:nvSpPr>
        <p:spPr>
          <a:xfrm>
            <a:off x="1878051" y="5387139"/>
            <a:ext cx="8435899" cy="324343"/>
          </a:xfrm>
          <a:prstGeom prst="rect">
            <a:avLst/>
          </a:prstGeom>
        </p:spPr>
        <p:txBody>
          <a:bodyPr/>
          <a:lstStyle>
            <a:lvl1pPr marL="0" indent="0" algn="ctr">
              <a:buClr>
                <a:srgbClr val="FF545F"/>
              </a:buClr>
              <a:buFont typeface="Arial" panose="020B0604020202020204" pitchFamily="34" charset="0"/>
              <a:buNone/>
              <a:defRPr sz="1400">
                <a:solidFill>
                  <a:schemeClr val="bg1"/>
                </a:solidFill>
                <a:latin typeface="Georgia" panose="02040502050405020303" pitchFamily="18" charset="0"/>
              </a:defRPr>
            </a:lvl1pPr>
          </a:lstStyle>
          <a:p>
            <a:pPr lvl="0"/>
            <a:r>
              <a:rPr lang="en-US" dirty="0"/>
              <a:t>Company name</a:t>
            </a:r>
          </a:p>
        </p:txBody>
      </p:sp>
      <p:sp>
        <p:nvSpPr>
          <p:cNvPr id="36" name="Text Placeholder 22"/>
          <p:cNvSpPr>
            <a:spLocks noGrp="1"/>
          </p:cNvSpPr>
          <p:nvPr>
            <p:ph type="body" sz="quarter" idx="15" hasCustomPrompt="1"/>
          </p:nvPr>
        </p:nvSpPr>
        <p:spPr>
          <a:xfrm>
            <a:off x="1878051" y="5086350"/>
            <a:ext cx="8435899" cy="324343"/>
          </a:xfrm>
          <a:prstGeom prst="rect">
            <a:avLst/>
          </a:prstGeom>
        </p:spPr>
        <p:txBody>
          <a:bodyPr/>
          <a:lstStyle>
            <a:lvl1pPr marL="0" indent="0" algn="ctr">
              <a:buClr>
                <a:srgbClr val="FF545F"/>
              </a:buClr>
              <a:buFont typeface="Arial" panose="020B0604020202020204" pitchFamily="34" charset="0"/>
              <a:buNone/>
              <a:defRPr sz="2000" spc="600">
                <a:solidFill>
                  <a:schemeClr val="bg1"/>
                </a:solidFill>
                <a:latin typeface="Georgia" panose="02040502050405020303" pitchFamily="18" charset="0"/>
              </a:defRPr>
            </a:lvl1pPr>
          </a:lstStyle>
          <a:p>
            <a:pPr lvl="0"/>
            <a:r>
              <a:rPr lang="en-US" dirty="0"/>
              <a:t>Name of person</a:t>
            </a:r>
          </a:p>
        </p:txBody>
      </p:sp>
      <p:pic>
        <p:nvPicPr>
          <p:cNvPr id="17" name="Picture 16"/>
          <p:cNvPicPr>
            <a:picLocks noChangeAspect="1"/>
          </p:cNvPicPr>
          <p:nvPr userDrawn="1"/>
        </p:nvPicPr>
        <p:blipFill>
          <a:blip r:embed="rId3"/>
          <a:stretch>
            <a:fillRect/>
          </a:stretch>
        </p:blipFill>
        <p:spPr>
          <a:xfrm>
            <a:off x="4572000" y="2729998"/>
            <a:ext cx="801213" cy="166096"/>
          </a:xfrm>
          <a:prstGeom prst="rect">
            <a:avLst/>
          </a:prstGeom>
        </p:spPr>
      </p:pic>
      <p:pic>
        <p:nvPicPr>
          <p:cNvPr id="18" name="Picture 17"/>
          <p:cNvPicPr>
            <a:picLocks noChangeAspect="1"/>
          </p:cNvPicPr>
          <p:nvPr userDrawn="1"/>
        </p:nvPicPr>
        <p:blipFill>
          <a:blip r:embed="rId3"/>
          <a:stretch>
            <a:fillRect/>
          </a:stretch>
        </p:blipFill>
        <p:spPr>
          <a:xfrm rot="10800000">
            <a:off x="6818787" y="2729998"/>
            <a:ext cx="801213" cy="166096"/>
          </a:xfrm>
          <a:prstGeom prst="rect">
            <a:avLst/>
          </a:prstGeom>
        </p:spPr>
      </p:pic>
      <p:sp>
        <p:nvSpPr>
          <p:cNvPr id="13"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bg1"/>
                </a:solidFill>
                <a:latin typeface="+mn-lt"/>
              </a:rPr>
              <a:pPr/>
              <a:t>‹#›</a:t>
            </a:fld>
            <a:endParaRPr lang="en-US" b="1" dirty="0">
              <a:solidFill>
                <a:schemeClr val="bg1"/>
              </a:solidFill>
              <a:latin typeface="+mn-lt"/>
            </a:endParaRPr>
          </a:p>
        </p:txBody>
      </p:sp>
      <p:sp>
        <p:nvSpPr>
          <p:cNvPr id="14" name="TextBox 13"/>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bg1"/>
                </a:solidFill>
                <a:latin typeface="+mn-lt"/>
                <a:ea typeface="Georgia" charset="0"/>
                <a:cs typeface="Georgia" charset="0"/>
              </a:rPr>
              <a:t>® 2017 Copyright  . All Rights Reserved.</a:t>
            </a:r>
          </a:p>
        </p:txBody>
      </p:sp>
      <p:pic>
        <p:nvPicPr>
          <p:cNvPr id="19" name="Picture 1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874375" y="6446360"/>
            <a:ext cx="868156" cy="340728"/>
          </a:xfrm>
          <a:prstGeom prst="rect">
            <a:avLst/>
          </a:prstGeom>
        </p:spPr>
      </p:pic>
    </p:spTree>
    <p:extLst>
      <p:ext uri="{BB962C8B-B14F-4D97-AF65-F5344CB8AC3E}">
        <p14:creationId xmlns:p14="http://schemas.microsoft.com/office/powerpoint/2010/main" val="233991455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stimonial for 3 with Background Color Option 1">
    <p:spTree>
      <p:nvGrpSpPr>
        <p:cNvPr id="1" name=""/>
        <p:cNvGrpSpPr/>
        <p:nvPr/>
      </p:nvGrpSpPr>
      <p:grpSpPr>
        <a:xfrm>
          <a:off x="0" y="0"/>
          <a:ext cx="0" cy="0"/>
          <a:chOff x="0" y="0"/>
          <a:chExt cx="0" cy="0"/>
        </a:xfrm>
      </p:grpSpPr>
      <p:sp>
        <p:nvSpPr>
          <p:cNvPr id="2" name="Rectangle 1"/>
          <p:cNvSpPr/>
          <p:nvPr userDrawn="1"/>
        </p:nvSpPr>
        <p:spPr>
          <a:xfrm>
            <a:off x="1" y="1"/>
            <a:ext cx="12201524" cy="6857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3" name="Group 2"/>
          <p:cNvGrpSpPr/>
          <p:nvPr userDrawn="1"/>
        </p:nvGrpSpPr>
        <p:grpSpPr>
          <a:xfrm>
            <a:off x="4544677" y="2729998"/>
            <a:ext cx="2971800" cy="2316429"/>
            <a:chOff x="4234880" y="2729998"/>
            <a:chExt cx="2971800" cy="2316429"/>
          </a:xfrm>
        </p:grpSpPr>
        <p:pic>
          <p:nvPicPr>
            <p:cNvPr id="21" name="Picture 20"/>
            <p:cNvPicPr>
              <a:picLocks noChangeAspect="1"/>
            </p:cNvPicPr>
            <p:nvPr userDrawn="1"/>
          </p:nvPicPr>
          <p:blipFill>
            <a:blip r:embed="rId2"/>
            <a:stretch>
              <a:fillRect/>
            </a:stretch>
          </p:blipFill>
          <p:spPr>
            <a:xfrm>
              <a:off x="4629641" y="3429494"/>
              <a:ext cx="2182275" cy="1616933"/>
            </a:xfrm>
            <a:prstGeom prst="rect">
              <a:avLst/>
            </a:prstGeom>
          </p:spPr>
        </p:pic>
        <p:pic>
          <p:nvPicPr>
            <p:cNvPr id="23" name="Picture 22"/>
            <p:cNvPicPr>
              <a:picLocks noChangeAspect="1"/>
            </p:cNvPicPr>
            <p:nvPr userDrawn="1"/>
          </p:nvPicPr>
          <p:blipFill>
            <a:blip r:embed="rId3"/>
            <a:stretch>
              <a:fillRect/>
            </a:stretch>
          </p:blipFill>
          <p:spPr>
            <a:xfrm>
              <a:off x="4234880" y="2729998"/>
              <a:ext cx="801213" cy="166096"/>
            </a:xfrm>
            <a:prstGeom prst="rect">
              <a:avLst/>
            </a:prstGeom>
          </p:spPr>
        </p:pic>
        <p:pic>
          <p:nvPicPr>
            <p:cNvPr id="25" name="Picture 24"/>
            <p:cNvPicPr>
              <a:picLocks noChangeAspect="1"/>
            </p:cNvPicPr>
            <p:nvPr userDrawn="1"/>
          </p:nvPicPr>
          <p:blipFill>
            <a:blip r:embed="rId3"/>
            <a:stretch>
              <a:fillRect/>
            </a:stretch>
          </p:blipFill>
          <p:spPr>
            <a:xfrm rot="10800000">
              <a:off x="6405467" y="2729998"/>
              <a:ext cx="801213" cy="166096"/>
            </a:xfrm>
            <a:prstGeom prst="rect">
              <a:avLst/>
            </a:prstGeom>
          </p:spPr>
        </p:pic>
      </p:grpSp>
      <p:sp>
        <p:nvSpPr>
          <p:cNvPr id="5" name="Picture Placeholder 4"/>
          <p:cNvSpPr>
            <a:spLocks noGrp="1"/>
          </p:cNvSpPr>
          <p:nvPr>
            <p:ph type="pic" sz="quarter" idx="13"/>
          </p:nvPr>
        </p:nvSpPr>
        <p:spPr>
          <a:xfrm>
            <a:off x="1949081" y="2308225"/>
            <a:ext cx="1009650" cy="1009650"/>
          </a:xfrm>
          <a:prstGeom prst="rect">
            <a:avLst/>
          </a:prstGeom>
        </p:spPr>
        <p:txBody>
          <a:bodyPr/>
          <a:lstStyle>
            <a:lvl1pPr algn="ctr">
              <a:defRPr sz="1200">
                <a:solidFill>
                  <a:schemeClr val="bg1"/>
                </a:solidFill>
              </a:defRPr>
            </a:lvl1pPr>
          </a:lstStyle>
          <a:p>
            <a:endParaRPr lang="en-IN"/>
          </a:p>
        </p:txBody>
      </p:sp>
      <p:pic>
        <p:nvPicPr>
          <p:cNvPr id="13" name="Picture 12"/>
          <p:cNvPicPr>
            <a:picLocks noChangeAspect="1"/>
          </p:cNvPicPr>
          <p:nvPr userDrawn="1"/>
        </p:nvPicPr>
        <p:blipFill>
          <a:blip r:embed="rId2"/>
          <a:stretch>
            <a:fillRect/>
          </a:stretch>
        </p:blipFill>
        <p:spPr>
          <a:xfrm>
            <a:off x="1362767" y="3429494"/>
            <a:ext cx="2182275" cy="1616933"/>
          </a:xfrm>
          <a:prstGeom prst="rect">
            <a:avLst/>
          </a:prstGeom>
        </p:spPr>
      </p:pic>
      <p:sp>
        <p:nvSpPr>
          <p:cNvPr id="24" name="Text Placeholder 22"/>
          <p:cNvSpPr>
            <a:spLocks noGrp="1"/>
          </p:cNvSpPr>
          <p:nvPr>
            <p:ph type="body" sz="quarter" idx="14" hasCustomPrompt="1"/>
          </p:nvPr>
        </p:nvSpPr>
        <p:spPr>
          <a:xfrm>
            <a:off x="983513" y="3511549"/>
            <a:ext cx="2940786" cy="1289051"/>
          </a:xfrm>
          <a:prstGeom prst="rect">
            <a:avLst/>
          </a:prstGeom>
        </p:spPr>
        <p:txBody>
          <a:bodyPr/>
          <a:lstStyle>
            <a:lvl1pPr marL="0" indent="0" algn="ctr">
              <a:buClr>
                <a:srgbClr val="FF545F"/>
              </a:buClr>
              <a:buFont typeface="Arial" panose="020B0604020202020204" pitchFamily="34" charset="0"/>
              <a:buNone/>
              <a:defRPr sz="14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a:t>
            </a:r>
          </a:p>
        </p:txBody>
      </p:sp>
      <p:pic>
        <p:nvPicPr>
          <p:cNvPr id="14" name="Picture 13"/>
          <p:cNvPicPr>
            <a:picLocks noChangeAspect="1"/>
          </p:cNvPicPr>
          <p:nvPr userDrawn="1"/>
        </p:nvPicPr>
        <p:blipFill>
          <a:blip r:embed="rId3"/>
          <a:stretch>
            <a:fillRect/>
          </a:stretch>
        </p:blipFill>
        <p:spPr>
          <a:xfrm>
            <a:off x="968006" y="2729998"/>
            <a:ext cx="801213" cy="166096"/>
          </a:xfrm>
          <a:prstGeom prst="rect">
            <a:avLst/>
          </a:prstGeom>
        </p:spPr>
      </p:pic>
      <p:pic>
        <p:nvPicPr>
          <p:cNvPr id="35" name="Picture 34"/>
          <p:cNvPicPr>
            <a:picLocks noChangeAspect="1"/>
          </p:cNvPicPr>
          <p:nvPr userDrawn="1"/>
        </p:nvPicPr>
        <p:blipFill>
          <a:blip r:embed="rId3"/>
          <a:stretch>
            <a:fillRect/>
          </a:stretch>
        </p:blipFill>
        <p:spPr>
          <a:xfrm rot="10800000">
            <a:off x="3138593" y="2729998"/>
            <a:ext cx="801213" cy="166096"/>
          </a:xfrm>
          <a:prstGeom prst="rect">
            <a:avLst/>
          </a:prstGeom>
        </p:spPr>
      </p:pic>
      <p:sp>
        <p:nvSpPr>
          <p:cNvPr id="37" name="Text Placeholder 22"/>
          <p:cNvSpPr>
            <a:spLocks noGrp="1"/>
          </p:cNvSpPr>
          <p:nvPr>
            <p:ph type="body" sz="quarter" idx="16" hasCustomPrompt="1"/>
          </p:nvPr>
        </p:nvSpPr>
        <p:spPr>
          <a:xfrm>
            <a:off x="983513" y="5387139"/>
            <a:ext cx="2940786" cy="324343"/>
          </a:xfrm>
          <a:prstGeom prst="rect">
            <a:avLst/>
          </a:prstGeom>
        </p:spPr>
        <p:txBody>
          <a:bodyPr/>
          <a:lstStyle>
            <a:lvl1pPr marL="0" indent="0" algn="ctr">
              <a:buClr>
                <a:srgbClr val="FF545F"/>
              </a:buClr>
              <a:buFont typeface="Arial" panose="020B0604020202020204" pitchFamily="34" charset="0"/>
              <a:buNone/>
              <a:defRPr sz="1200">
                <a:solidFill>
                  <a:schemeClr val="bg1"/>
                </a:solidFill>
                <a:latin typeface="Georgia" panose="02040502050405020303" pitchFamily="18" charset="0"/>
              </a:defRPr>
            </a:lvl1pPr>
          </a:lstStyle>
          <a:p>
            <a:pPr lvl="0"/>
            <a:r>
              <a:rPr lang="en-US" dirty="0"/>
              <a:t>Company name</a:t>
            </a:r>
          </a:p>
        </p:txBody>
      </p:sp>
      <p:sp>
        <p:nvSpPr>
          <p:cNvPr id="36" name="Text Placeholder 22"/>
          <p:cNvSpPr>
            <a:spLocks noGrp="1"/>
          </p:cNvSpPr>
          <p:nvPr>
            <p:ph type="body" sz="quarter" idx="15" hasCustomPrompt="1"/>
          </p:nvPr>
        </p:nvSpPr>
        <p:spPr>
          <a:xfrm>
            <a:off x="983513" y="5086350"/>
            <a:ext cx="2940786" cy="324343"/>
          </a:xfrm>
          <a:prstGeom prst="rect">
            <a:avLst/>
          </a:prstGeom>
        </p:spPr>
        <p:txBody>
          <a:bodyPr/>
          <a:lstStyle>
            <a:lvl1pPr marL="0" indent="0" algn="ctr">
              <a:buClr>
                <a:srgbClr val="FF545F"/>
              </a:buClr>
              <a:buFont typeface="Arial" panose="020B0604020202020204" pitchFamily="34" charset="0"/>
              <a:buNone/>
              <a:defRPr sz="1800" spc="600">
                <a:solidFill>
                  <a:schemeClr val="bg1"/>
                </a:solidFill>
                <a:latin typeface="Georgia" panose="02040502050405020303" pitchFamily="18" charset="0"/>
              </a:defRPr>
            </a:lvl1pPr>
          </a:lstStyle>
          <a:p>
            <a:pPr lvl="0"/>
            <a:r>
              <a:rPr lang="en-US" dirty="0"/>
              <a:t>Name of person</a:t>
            </a:r>
          </a:p>
        </p:txBody>
      </p:sp>
      <p:sp>
        <p:nvSpPr>
          <p:cNvPr id="20" name="Picture Placeholder 4"/>
          <p:cNvSpPr>
            <a:spLocks noGrp="1"/>
          </p:cNvSpPr>
          <p:nvPr>
            <p:ph type="pic" sz="quarter" idx="17"/>
          </p:nvPr>
        </p:nvSpPr>
        <p:spPr>
          <a:xfrm>
            <a:off x="5525752" y="2308225"/>
            <a:ext cx="1009650" cy="1009650"/>
          </a:xfrm>
          <a:prstGeom prst="rect">
            <a:avLst/>
          </a:prstGeom>
        </p:spPr>
        <p:txBody>
          <a:bodyPr/>
          <a:lstStyle>
            <a:lvl1pPr algn="ctr">
              <a:defRPr sz="1200">
                <a:solidFill>
                  <a:schemeClr val="bg1"/>
                </a:solidFill>
              </a:defRPr>
            </a:lvl1pPr>
          </a:lstStyle>
          <a:p>
            <a:endParaRPr lang="en-IN"/>
          </a:p>
        </p:txBody>
      </p:sp>
      <p:sp>
        <p:nvSpPr>
          <p:cNvPr id="22" name="Text Placeholder 22"/>
          <p:cNvSpPr>
            <a:spLocks noGrp="1"/>
          </p:cNvSpPr>
          <p:nvPr>
            <p:ph type="body" sz="quarter" idx="18" hasCustomPrompt="1"/>
          </p:nvPr>
        </p:nvSpPr>
        <p:spPr>
          <a:xfrm>
            <a:off x="4560184" y="3511549"/>
            <a:ext cx="2940786" cy="1289051"/>
          </a:xfrm>
          <a:prstGeom prst="rect">
            <a:avLst/>
          </a:prstGeom>
        </p:spPr>
        <p:txBody>
          <a:bodyPr/>
          <a:lstStyle>
            <a:lvl1pPr marL="0" indent="0" algn="ctr">
              <a:buClr>
                <a:srgbClr val="FF545F"/>
              </a:buClr>
              <a:buFont typeface="Arial" panose="020B0604020202020204" pitchFamily="34" charset="0"/>
              <a:buNone/>
              <a:defRPr sz="14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a:t>
            </a:r>
          </a:p>
        </p:txBody>
      </p:sp>
      <p:sp>
        <p:nvSpPr>
          <p:cNvPr id="26" name="Text Placeholder 22"/>
          <p:cNvSpPr>
            <a:spLocks noGrp="1"/>
          </p:cNvSpPr>
          <p:nvPr>
            <p:ph type="body" sz="quarter" idx="19" hasCustomPrompt="1"/>
          </p:nvPr>
        </p:nvSpPr>
        <p:spPr>
          <a:xfrm>
            <a:off x="4560184" y="5387139"/>
            <a:ext cx="2940786" cy="324343"/>
          </a:xfrm>
          <a:prstGeom prst="rect">
            <a:avLst/>
          </a:prstGeom>
        </p:spPr>
        <p:txBody>
          <a:bodyPr/>
          <a:lstStyle>
            <a:lvl1pPr marL="0" indent="0" algn="ctr">
              <a:buClr>
                <a:srgbClr val="FF545F"/>
              </a:buClr>
              <a:buFont typeface="Arial" panose="020B0604020202020204" pitchFamily="34" charset="0"/>
              <a:buNone/>
              <a:defRPr sz="1200">
                <a:solidFill>
                  <a:schemeClr val="bg1"/>
                </a:solidFill>
                <a:latin typeface="Georgia" panose="02040502050405020303" pitchFamily="18" charset="0"/>
              </a:defRPr>
            </a:lvl1pPr>
          </a:lstStyle>
          <a:p>
            <a:pPr lvl="0"/>
            <a:r>
              <a:rPr lang="en-US" dirty="0"/>
              <a:t>Company name</a:t>
            </a:r>
          </a:p>
        </p:txBody>
      </p:sp>
      <p:sp>
        <p:nvSpPr>
          <p:cNvPr id="27" name="Text Placeholder 22"/>
          <p:cNvSpPr>
            <a:spLocks noGrp="1"/>
          </p:cNvSpPr>
          <p:nvPr>
            <p:ph type="body" sz="quarter" idx="20" hasCustomPrompt="1"/>
          </p:nvPr>
        </p:nvSpPr>
        <p:spPr>
          <a:xfrm>
            <a:off x="4560184" y="5086350"/>
            <a:ext cx="2940786" cy="324343"/>
          </a:xfrm>
          <a:prstGeom prst="rect">
            <a:avLst/>
          </a:prstGeom>
        </p:spPr>
        <p:txBody>
          <a:bodyPr/>
          <a:lstStyle>
            <a:lvl1pPr marL="0" indent="0" algn="ctr">
              <a:buClr>
                <a:srgbClr val="FF545F"/>
              </a:buClr>
              <a:buFont typeface="Arial" panose="020B0604020202020204" pitchFamily="34" charset="0"/>
              <a:buNone/>
              <a:defRPr sz="1800" spc="600">
                <a:solidFill>
                  <a:schemeClr val="bg1"/>
                </a:solidFill>
                <a:latin typeface="Georgia" panose="02040502050405020303" pitchFamily="18" charset="0"/>
              </a:defRPr>
            </a:lvl1pPr>
          </a:lstStyle>
          <a:p>
            <a:pPr lvl="0"/>
            <a:r>
              <a:rPr lang="en-US" dirty="0"/>
              <a:t>Name of person</a:t>
            </a:r>
          </a:p>
        </p:txBody>
      </p:sp>
      <p:sp>
        <p:nvSpPr>
          <p:cNvPr id="33" name="Picture Placeholder 4"/>
          <p:cNvSpPr>
            <a:spLocks noGrp="1"/>
          </p:cNvSpPr>
          <p:nvPr>
            <p:ph type="pic" sz="quarter" idx="21"/>
          </p:nvPr>
        </p:nvSpPr>
        <p:spPr>
          <a:xfrm>
            <a:off x="9106148" y="2308225"/>
            <a:ext cx="1009650" cy="1009650"/>
          </a:xfrm>
          <a:prstGeom prst="rect">
            <a:avLst/>
          </a:prstGeom>
        </p:spPr>
        <p:txBody>
          <a:bodyPr/>
          <a:lstStyle>
            <a:lvl1pPr algn="ctr">
              <a:defRPr sz="1200">
                <a:solidFill>
                  <a:schemeClr val="bg1"/>
                </a:solidFill>
              </a:defRPr>
            </a:lvl1pPr>
          </a:lstStyle>
          <a:p>
            <a:endParaRPr lang="en-IN"/>
          </a:p>
        </p:txBody>
      </p:sp>
      <p:pic>
        <p:nvPicPr>
          <p:cNvPr id="34" name="Picture 33"/>
          <p:cNvPicPr>
            <a:picLocks noChangeAspect="1"/>
          </p:cNvPicPr>
          <p:nvPr userDrawn="1"/>
        </p:nvPicPr>
        <p:blipFill>
          <a:blip r:embed="rId2"/>
          <a:stretch>
            <a:fillRect/>
          </a:stretch>
        </p:blipFill>
        <p:spPr>
          <a:xfrm>
            <a:off x="8519834" y="3429494"/>
            <a:ext cx="2182275" cy="1616933"/>
          </a:xfrm>
          <a:prstGeom prst="rect">
            <a:avLst/>
          </a:prstGeom>
        </p:spPr>
      </p:pic>
      <p:sp>
        <p:nvSpPr>
          <p:cNvPr id="38" name="Text Placeholder 22"/>
          <p:cNvSpPr>
            <a:spLocks noGrp="1"/>
          </p:cNvSpPr>
          <p:nvPr>
            <p:ph type="body" sz="quarter" idx="22" hasCustomPrompt="1"/>
          </p:nvPr>
        </p:nvSpPr>
        <p:spPr>
          <a:xfrm>
            <a:off x="8140580" y="3511549"/>
            <a:ext cx="2940786" cy="1289051"/>
          </a:xfrm>
          <a:prstGeom prst="rect">
            <a:avLst/>
          </a:prstGeom>
        </p:spPr>
        <p:txBody>
          <a:bodyPr/>
          <a:lstStyle>
            <a:lvl1pPr marL="0" indent="0" algn="ctr">
              <a:buClr>
                <a:srgbClr val="FF545F"/>
              </a:buClr>
              <a:buFont typeface="Arial" panose="020B0604020202020204" pitchFamily="34" charset="0"/>
              <a:buNone/>
              <a:defRPr sz="14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a:t>
            </a:r>
          </a:p>
        </p:txBody>
      </p:sp>
      <p:pic>
        <p:nvPicPr>
          <p:cNvPr id="39" name="Picture 38"/>
          <p:cNvPicPr>
            <a:picLocks noChangeAspect="1"/>
          </p:cNvPicPr>
          <p:nvPr userDrawn="1"/>
        </p:nvPicPr>
        <p:blipFill>
          <a:blip r:embed="rId3"/>
          <a:stretch>
            <a:fillRect/>
          </a:stretch>
        </p:blipFill>
        <p:spPr>
          <a:xfrm>
            <a:off x="8125073" y="2729998"/>
            <a:ext cx="801213" cy="166096"/>
          </a:xfrm>
          <a:prstGeom prst="rect">
            <a:avLst/>
          </a:prstGeom>
        </p:spPr>
      </p:pic>
      <p:pic>
        <p:nvPicPr>
          <p:cNvPr id="40" name="Picture 39"/>
          <p:cNvPicPr>
            <a:picLocks noChangeAspect="1"/>
          </p:cNvPicPr>
          <p:nvPr userDrawn="1"/>
        </p:nvPicPr>
        <p:blipFill>
          <a:blip r:embed="rId3"/>
          <a:stretch>
            <a:fillRect/>
          </a:stretch>
        </p:blipFill>
        <p:spPr>
          <a:xfrm rot="10800000">
            <a:off x="10295660" y="2729998"/>
            <a:ext cx="801213" cy="166096"/>
          </a:xfrm>
          <a:prstGeom prst="rect">
            <a:avLst/>
          </a:prstGeom>
        </p:spPr>
      </p:pic>
      <p:sp>
        <p:nvSpPr>
          <p:cNvPr id="41" name="Text Placeholder 22"/>
          <p:cNvSpPr>
            <a:spLocks noGrp="1"/>
          </p:cNvSpPr>
          <p:nvPr>
            <p:ph type="body" sz="quarter" idx="23" hasCustomPrompt="1"/>
          </p:nvPr>
        </p:nvSpPr>
        <p:spPr>
          <a:xfrm>
            <a:off x="8140580" y="5387139"/>
            <a:ext cx="2940786" cy="324343"/>
          </a:xfrm>
          <a:prstGeom prst="rect">
            <a:avLst/>
          </a:prstGeom>
        </p:spPr>
        <p:txBody>
          <a:bodyPr/>
          <a:lstStyle>
            <a:lvl1pPr marL="0" indent="0" algn="ctr">
              <a:buClr>
                <a:srgbClr val="FF545F"/>
              </a:buClr>
              <a:buFont typeface="Arial" panose="020B0604020202020204" pitchFamily="34" charset="0"/>
              <a:buNone/>
              <a:defRPr sz="1200">
                <a:solidFill>
                  <a:schemeClr val="bg1"/>
                </a:solidFill>
                <a:latin typeface="Georgia" panose="02040502050405020303" pitchFamily="18" charset="0"/>
              </a:defRPr>
            </a:lvl1pPr>
          </a:lstStyle>
          <a:p>
            <a:pPr lvl="0"/>
            <a:r>
              <a:rPr lang="en-US" dirty="0"/>
              <a:t>Company name</a:t>
            </a:r>
          </a:p>
        </p:txBody>
      </p:sp>
      <p:sp>
        <p:nvSpPr>
          <p:cNvPr id="42" name="Text Placeholder 22"/>
          <p:cNvSpPr>
            <a:spLocks noGrp="1"/>
          </p:cNvSpPr>
          <p:nvPr>
            <p:ph type="body" sz="quarter" idx="24" hasCustomPrompt="1"/>
          </p:nvPr>
        </p:nvSpPr>
        <p:spPr>
          <a:xfrm>
            <a:off x="8140580" y="5086350"/>
            <a:ext cx="2940786" cy="324343"/>
          </a:xfrm>
          <a:prstGeom prst="rect">
            <a:avLst/>
          </a:prstGeom>
        </p:spPr>
        <p:txBody>
          <a:bodyPr/>
          <a:lstStyle>
            <a:lvl1pPr marL="0" indent="0" algn="ctr">
              <a:buClr>
                <a:srgbClr val="FF545F"/>
              </a:buClr>
              <a:buFont typeface="Arial" panose="020B0604020202020204" pitchFamily="34" charset="0"/>
              <a:buNone/>
              <a:defRPr sz="1800" spc="600">
                <a:solidFill>
                  <a:schemeClr val="bg1"/>
                </a:solidFill>
                <a:latin typeface="Georgia" panose="02040502050405020303" pitchFamily="18" charset="0"/>
              </a:defRPr>
            </a:lvl1pPr>
          </a:lstStyle>
          <a:p>
            <a:pPr lvl="0"/>
            <a:r>
              <a:rPr lang="en-US" dirty="0"/>
              <a:t>Name of person</a:t>
            </a:r>
          </a:p>
        </p:txBody>
      </p:sp>
      <p:sp>
        <p:nvSpPr>
          <p:cNvPr id="45" name="Text Placeholder 22"/>
          <p:cNvSpPr>
            <a:spLocks noGrp="1"/>
          </p:cNvSpPr>
          <p:nvPr>
            <p:ph type="body" sz="quarter" idx="11" hasCustomPrompt="1"/>
          </p:nvPr>
        </p:nvSpPr>
        <p:spPr>
          <a:xfrm>
            <a:off x="457200" y="460357"/>
            <a:ext cx="6858000" cy="533400"/>
          </a:xfrm>
          <a:prstGeom prst="rect">
            <a:avLst/>
          </a:prstGeom>
        </p:spPr>
        <p:txBody>
          <a:bodyPr/>
          <a:lstStyle>
            <a:lvl1pPr>
              <a:defRPr sz="3000">
                <a:solidFill>
                  <a:schemeClr val="bg1"/>
                </a:solidFill>
                <a:latin typeface="Georgia" panose="02040502050405020303" pitchFamily="18" charset="0"/>
              </a:defRPr>
            </a:lvl1pPr>
          </a:lstStyle>
          <a:p>
            <a:pPr lvl="0"/>
            <a:r>
              <a:rPr lang="en-IN" dirty="0"/>
              <a:t>Content slide title goes here</a:t>
            </a:r>
            <a:endParaRPr lang="en-US" dirty="0"/>
          </a:p>
        </p:txBody>
      </p:sp>
      <p:sp>
        <p:nvSpPr>
          <p:cNvPr id="46" name="Text Placeholder 22"/>
          <p:cNvSpPr>
            <a:spLocks noGrp="1"/>
          </p:cNvSpPr>
          <p:nvPr>
            <p:ph type="body" sz="quarter" idx="12" hasCustomPrompt="1"/>
          </p:nvPr>
        </p:nvSpPr>
        <p:spPr>
          <a:xfrm>
            <a:off x="457200" y="1022785"/>
            <a:ext cx="9372600" cy="533400"/>
          </a:xfrm>
          <a:prstGeom prst="rect">
            <a:avLst/>
          </a:prstGeom>
        </p:spPr>
        <p:txBody>
          <a:bodyPr/>
          <a:lstStyle>
            <a:lvl1pPr>
              <a:defRPr sz="22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31"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bg1"/>
                </a:solidFill>
                <a:latin typeface="+mn-lt"/>
              </a:rPr>
              <a:pPr/>
              <a:t>‹#›</a:t>
            </a:fld>
            <a:endParaRPr lang="en-US" b="1" dirty="0">
              <a:solidFill>
                <a:schemeClr val="bg1"/>
              </a:solidFill>
              <a:latin typeface="+mn-lt"/>
            </a:endParaRPr>
          </a:p>
        </p:txBody>
      </p:sp>
      <p:sp>
        <p:nvSpPr>
          <p:cNvPr id="32" name="TextBox 31"/>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bg1"/>
                </a:solidFill>
                <a:latin typeface="+mn-lt"/>
                <a:ea typeface="Georgia" charset="0"/>
                <a:cs typeface="Georgia" charset="0"/>
              </a:rPr>
              <a:t>® 2017 Copyright  . All Rights Reserved.</a:t>
            </a:r>
          </a:p>
        </p:txBody>
      </p:sp>
      <p:pic>
        <p:nvPicPr>
          <p:cNvPr id="43" name="Picture 4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874375" y="6446360"/>
            <a:ext cx="868156" cy="340728"/>
          </a:xfrm>
          <a:prstGeom prst="rect">
            <a:avLst/>
          </a:prstGeom>
        </p:spPr>
      </p:pic>
    </p:spTree>
    <p:extLst>
      <p:ext uri="{BB962C8B-B14F-4D97-AF65-F5344CB8AC3E}">
        <p14:creationId xmlns:p14="http://schemas.microsoft.com/office/powerpoint/2010/main" val="390323735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stimonial for 3 with Background Color Option 2">
    <p:spTree>
      <p:nvGrpSpPr>
        <p:cNvPr id="1" name=""/>
        <p:cNvGrpSpPr/>
        <p:nvPr/>
      </p:nvGrpSpPr>
      <p:grpSpPr>
        <a:xfrm>
          <a:off x="0" y="0"/>
          <a:ext cx="0" cy="0"/>
          <a:chOff x="0" y="0"/>
          <a:chExt cx="0" cy="0"/>
        </a:xfrm>
      </p:grpSpPr>
      <p:sp>
        <p:nvSpPr>
          <p:cNvPr id="6" name="Rectangle 5"/>
          <p:cNvSpPr/>
          <p:nvPr userDrawn="1"/>
        </p:nvSpPr>
        <p:spPr>
          <a:xfrm>
            <a:off x="0" y="0"/>
            <a:ext cx="12192000" cy="6858000"/>
          </a:xfrm>
          <a:prstGeom prst="rect">
            <a:avLst/>
          </a:prstGeom>
          <a:solidFill>
            <a:srgbClr val="0732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p:cNvPicPr>
            <a:picLocks noChangeAspect="1"/>
          </p:cNvPicPr>
          <p:nvPr userDrawn="1"/>
        </p:nvPicPr>
        <p:blipFill>
          <a:blip r:embed="rId2"/>
          <a:stretch>
            <a:fillRect/>
          </a:stretch>
        </p:blipFill>
        <p:spPr>
          <a:xfrm>
            <a:off x="5172646" y="3356228"/>
            <a:ext cx="1922906" cy="1429333"/>
          </a:xfrm>
          <a:prstGeom prst="rect">
            <a:avLst/>
          </a:prstGeom>
        </p:spPr>
      </p:pic>
      <p:pic>
        <p:nvPicPr>
          <p:cNvPr id="23" name="Picture 22"/>
          <p:cNvPicPr>
            <a:picLocks noChangeAspect="1"/>
          </p:cNvPicPr>
          <p:nvPr userDrawn="1"/>
        </p:nvPicPr>
        <p:blipFill>
          <a:blip r:embed="rId3"/>
          <a:stretch>
            <a:fillRect/>
          </a:stretch>
        </p:blipFill>
        <p:spPr>
          <a:xfrm>
            <a:off x="4544677" y="2729998"/>
            <a:ext cx="801213" cy="166096"/>
          </a:xfrm>
          <a:prstGeom prst="rect">
            <a:avLst/>
          </a:prstGeom>
        </p:spPr>
      </p:pic>
      <p:pic>
        <p:nvPicPr>
          <p:cNvPr id="25" name="Picture 24"/>
          <p:cNvPicPr>
            <a:picLocks noChangeAspect="1"/>
          </p:cNvPicPr>
          <p:nvPr userDrawn="1"/>
        </p:nvPicPr>
        <p:blipFill>
          <a:blip r:embed="rId3"/>
          <a:stretch>
            <a:fillRect/>
          </a:stretch>
        </p:blipFill>
        <p:spPr>
          <a:xfrm rot="10800000">
            <a:off x="6715264" y="2729998"/>
            <a:ext cx="801213" cy="166096"/>
          </a:xfrm>
          <a:prstGeom prst="rect">
            <a:avLst/>
          </a:prstGeom>
        </p:spPr>
      </p:pic>
      <p:sp>
        <p:nvSpPr>
          <p:cNvPr id="5" name="Picture Placeholder 4"/>
          <p:cNvSpPr>
            <a:spLocks noGrp="1"/>
          </p:cNvSpPr>
          <p:nvPr userDrawn="1">
            <p:ph type="pic" sz="quarter" idx="13"/>
          </p:nvPr>
        </p:nvSpPr>
        <p:spPr>
          <a:xfrm>
            <a:off x="1949081" y="2308225"/>
            <a:ext cx="1009650" cy="1009650"/>
          </a:xfrm>
          <a:prstGeom prst="rect">
            <a:avLst/>
          </a:prstGeom>
        </p:spPr>
        <p:txBody>
          <a:bodyPr/>
          <a:lstStyle>
            <a:lvl1pPr algn="ctr">
              <a:defRPr sz="1200">
                <a:solidFill>
                  <a:schemeClr val="bg1"/>
                </a:solidFill>
              </a:defRPr>
            </a:lvl1pPr>
          </a:lstStyle>
          <a:p>
            <a:endParaRPr lang="en-IN"/>
          </a:p>
        </p:txBody>
      </p:sp>
      <p:pic>
        <p:nvPicPr>
          <p:cNvPr id="14" name="Picture 13"/>
          <p:cNvPicPr>
            <a:picLocks noChangeAspect="1"/>
          </p:cNvPicPr>
          <p:nvPr userDrawn="1"/>
        </p:nvPicPr>
        <p:blipFill>
          <a:blip r:embed="rId3"/>
          <a:stretch>
            <a:fillRect/>
          </a:stretch>
        </p:blipFill>
        <p:spPr>
          <a:xfrm>
            <a:off x="968006" y="2729998"/>
            <a:ext cx="801213" cy="166096"/>
          </a:xfrm>
          <a:prstGeom prst="rect">
            <a:avLst/>
          </a:prstGeom>
        </p:spPr>
      </p:pic>
      <p:pic>
        <p:nvPicPr>
          <p:cNvPr id="35" name="Picture 34"/>
          <p:cNvPicPr>
            <a:picLocks noChangeAspect="1"/>
          </p:cNvPicPr>
          <p:nvPr userDrawn="1"/>
        </p:nvPicPr>
        <p:blipFill>
          <a:blip r:embed="rId3"/>
          <a:stretch>
            <a:fillRect/>
          </a:stretch>
        </p:blipFill>
        <p:spPr>
          <a:xfrm rot="10800000">
            <a:off x="3138593" y="2729998"/>
            <a:ext cx="801213" cy="166096"/>
          </a:xfrm>
          <a:prstGeom prst="rect">
            <a:avLst/>
          </a:prstGeom>
        </p:spPr>
      </p:pic>
      <p:sp>
        <p:nvSpPr>
          <p:cNvPr id="37" name="Text Placeholder 22"/>
          <p:cNvSpPr>
            <a:spLocks noGrp="1"/>
          </p:cNvSpPr>
          <p:nvPr userDrawn="1">
            <p:ph type="body" sz="quarter" idx="16" hasCustomPrompt="1"/>
          </p:nvPr>
        </p:nvSpPr>
        <p:spPr>
          <a:xfrm>
            <a:off x="983513" y="5387139"/>
            <a:ext cx="2940786" cy="324343"/>
          </a:xfrm>
          <a:prstGeom prst="rect">
            <a:avLst/>
          </a:prstGeom>
        </p:spPr>
        <p:txBody>
          <a:bodyPr/>
          <a:lstStyle>
            <a:lvl1pPr marL="0" indent="0" algn="ctr">
              <a:buClr>
                <a:srgbClr val="FF545F"/>
              </a:buClr>
              <a:buFont typeface="Arial" panose="020B0604020202020204" pitchFamily="34" charset="0"/>
              <a:buNone/>
              <a:defRPr sz="1200">
                <a:solidFill>
                  <a:schemeClr val="bg1"/>
                </a:solidFill>
                <a:latin typeface="Georgia" panose="02040502050405020303" pitchFamily="18" charset="0"/>
              </a:defRPr>
            </a:lvl1pPr>
          </a:lstStyle>
          <a:p>
            <a:pPr lvl="0"/>
            <a:r>
              <a:rPr lang="en-US" dirty="0"/>
              <a:t>Company name</a:t>
            </a:r>
          </a:p>
        </p:txBody>
      </p:sp>
      <p:sp>
        <p:nvSpPr>
          <p:cNvPr id="36" name="Text Placeholder 22"/>
          <p:cNvSpPr>
            <a:spLocks noGrp="1"/>
          </p:cNvSpPr>
          <p:nvPr userDrawn="1">
            <p:ph type="body" sz="quarter" idx="15" hasCustomPrompt="1"/>
          </p:nvPr>
        </p:nvSpPr>
        <p:spPr>
          <a:xfrm>
            <a:off x="983513" y="5086350"/>
            <a:ext cx="2940786" cy="324343"/>
          </a:xfrm>
          <a:prstGeom prst="rect">
            <a:avLst/>
          </a:prstGeom>
        </p:spPr>
        <p:txBody>
          <a:bodyPr/>
          <a:lstStyle>
            <a:lvl1pPr marL="0" indent="0" algn="ctr">
              <a:buClr>
                <a:srgbClr val="FF545F"/>
              </a:buClr>
              <a:buFont typeface="Arial" panose="020B0604020202020204" pitchFamily="34" charset="0"/>
              <a:buNone/>
              <a:defRPr sz="1800" spc="600">
                <a:solidFill>
                  <a:schemeClr val="bg1"/>
                </a:solidFill>
                <a:latin typeface="Georgia" panose="02040502050405020303" pitchFamily="18" charset="0"/>
              </a:defRPr>
            </a:lvl1pPr>
          </a:lstStyle>
          <a:p>
            <a:pPr lvl="0"/>
            <a:r>
              <a:rPr lang="en-US" dirty="0"/>
              <a:t>Name of person</a:t>
            </a:r>
          </a:p>
        </p:txBody>
      </p:sp>
      <p:sp>
        <p:nvSpPr>
          <p:cNvPr id="20" name="Picture Placeholder 4"/>
          <p:cNvSpPr>
            <a:spLocks noGrp="1"/>
          </p:cNvSpPr>
          <p:nvPr userDrawn="1">
            <p:ph type="pic" sz="quarter" idx="17"/>
          </p:nvPr>
        </p:nvSpPr>
        <p:spPr>
          <a:xfrm>
            <a:off x="5525752" y="2308225"/>
            <a:ext cx="1009650" cy="1009650"/>
          </a:xfrm>
          <a:prstGeom prst="rect">
            <a:avLst/>
          </a:prstGeom>
        </p:spPr>
        <p:txBody>
          <a:bodyPr/>
          <a:lstStyle>
            <a:lvl1pPr algn="ctr">
              <a:defRPr sz="1200">
                <a:solidFill>
                  <a:schemeClr val="bg1"/>
                </a:solidFill>
              </a:defRPr>
            </a:lvl1pPr>
          </a:lstStyle>
          <a:p>
            <a:endParaRPr lang="en-IN"/>
          </a:p>
        </p:txBody>
      </p:sp>
      <p:sp>
        <p:nvSpPr>
          <p:cNvPr id="22" name="Text Placeholder 22"/>
          <p:cNvSpPr>
            <a:spLocks noGrp="1"/>
          </p:cNvSpPr>
          <p:nvPr userDrawn="1">
            <p:ph type="body" sz="quarter" idx="18" hasCustomPrompt="1"/>
          </p:nvPr>
        </p:nvSpPr>
        <p:spPr>
          <a:xfrm>
            <a:off x="4560184" y="3511549"/>
            <a:ext cx="2940786" cy="1289051"/>
          </a:xfrm>
          <a:prstGeom prst="rect">
            <a:avLst/>
          </a:prstGeom>
        </p:spPr>
        <p:txBody>
          <a:bodyPr/>
          <a:lstStyle>
            <a:lvl1pPr marL="0" indent="0" algn="ctr">
              <a:buClr>
                <a:srgbClr val="FF545F"/>
              </a:buClr>
              <a:buFont typeface="Arial" panose="020B0604020202020204" pitchFamily="34" charset="0"/>
              <a:buNone/>
              <a:defRPr sz="14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a:t>
            </a:r>
          </a:p>
        </p:txBody>
      </p:sp>
      <p:sp>
        <p:nvSpPr>
          <p:cNvPr id="26" name="Text Placeholder 22"/>
          <p:cNvSpPr>
            <a:spLocks noGrp="1"/>
          </p:cNvSpPr>
          <p:nvPr userDrawn="1">
            <p:ph type="body" sz="quarter" idx="19" hasCustomPrompt="1"/>
          </p:nvPr>
        </p:nvSpPr>
        <p:spPr>
          <a:xfrm>
            <a:off x="4560184" y="5387139"/>
            <a:ext cx="2940786" cy="324343"/>
          </a:xfrm>
          <a:prstGeom prst="rect">
            <a:avLst/>
          </a:prstGeom>
        </p:spPr>
        <p:txBody>
          <a:bodyPr/>
          <a:lstStyle>
            <a:lvl1pPr marL="0" indent="0" algn="ctr">
              <a:buClr>
                <a:srgbClr val="FF545F"/>
              </a:buClr>
              <a:buFont typeface="Arial" panose="020B0604020202020204" pitchFamily="34" charset="0"/>
              <a:buNone/>
              <a:defRPr sz="1200">
                <a:solidFill>
                  <a:schemeClr val="bg1"/>
                </a:solidFill>
                <a:latin typeface="Georgia" panose="02040502050405020303" pitchFamily="18" charset="0"/>
              </a:defRPr>
            </a:lvl1pPr>
          </a:lstStyle>
          <a:p>
            <a:pPr lvl="0"/>
            <a:r>
              <a:rPr lang="en-US" dirty="0"/>
              <a:t>Company name</a:t>
            </a:r>
          </a:p>
        </p:txBody>
      </p:sp>
      <p:sp>
        <p:nvSpPr>
          <p:cNvPr id="27" name="Text Placeholder 22"/>
          <p:cNvSpPr>
            <a:spLocks noGrp="1"/>
          </p:cNvSpPr>
          <p:nvPr userDrawn="1">
            <p:ph type="body" sz="quarter" idx="20" hasCustomPrompt="1"/>
          </p:nvPr>
        </p:nvSpPr>
        <p:spPr>
          <a:xfrm>
            <a:off x="4560184" y="5086350"/>
            <a:ext cx="2940786" cy="324343"/>
          </a:xfrm>
          <a:prstGeom prst="rect">
            <a:avLst/>
          </a:prstGeom>
        </p:spPr>
        <p:txBody>
          <a:bodyPr/>
          <a:lstStyle>
            <a:lvl1pPr marL="0" indent="0" algn="ctr">
              <a:buClr>
                <a:srgbClr val="FF545F"/>
              </a:buClr>
              <a:buFont typeface="Arial" panose="020B0604020202020204" pitchFamily="34" charset="0"/>
              <a:buNone/>
              <a:defRPr sz="1800" spc="600">
                <a:solidFill>
                  <a:schemeClr val="bg1"/>
                </a:solidFill>
                <a:latin typeface="Georgia" panose="02040502050405020303" pitchFamily="18" charset="0"/>
              </a:defRPr>
            </a:lvl1pPr>
          </a:lstStyle>
          <a:p>
            <a:pPr lvl="0"/>
            <a:r>
              <a:rPr lang="en-US" dirty="0"/>
              <a:t>Name of person</a:t>
            </a:r>
          </a:p>
        </p:txBody>
      </p:sp>
      <p:sp>
        <p:nvSpPr>
          <p:cNvPr id="33" name="Picture Placeholder 4"/>
          <p:cNvSpPr>
            <a:spLocks noGrp="1"/>
          </p:cNvSpPr>
          <p:nvPr userDrawn="1">
            <p:ph type="pic" sz="quarter" idx="21"/>
          </p:nvPr>
        </p:nvSpPr>
        <p:spPr>
          <a:xfrm>
            <a:off x="9106148" y="2308225"/>
            <a:ext cx="1009650" cy="1009650"/>
          </a:xfrm>
          <a:prstGeom prst="rect">
            <a:avLst/>
          </a:prstGeom>
        </p:spPr>
        <p:txBody>
          <a:bodyPr/>
          <a:lstStyle>
            <a:lvl1pPr algn="ctr">
              <a:defRPr sz="1200">
                <a:solidFill>
                  <a:schemeClr val="bg1"/>
                </a:solidFill>
              </a:defRPr>
            </a:lvl1pPr>
          </a:lstStyle>
          <a:p>
            <a:endParaRPr lang="en-IN"/>
          </a:p>
        </p:txBody>
      </p:sp>
      <p:pic>
        <p:nvPicPr>
          <p:cNvPr id="39" name="Picture 38"/>
          <p:cNvPicPr>
            <a:picLocks noChangeAspect="1"/>
          </p:cNvPicPr>
          <p:nvPr userDrawn="1"/>
        </p:nvPicPr>
        <p:blipFill>
          <a:blip r:embed="rId3"/>
          <a:stretch>
            <a:fillRect/>
          </a:stretch>
        </p:blipFill>
        <p:spPr>
          <a:xfrm>
            <a:off x="8125073" y="2729998"/>
            <a:ext cx="801213" cy="166096"/>
          </a:xfrm>
          <a:prstGeom prst="rect">
            <a:avLst/>
          </a:prstGeom>
        </p:spPr>
      </p:pic>
      <p:pic>
        <p:nvPicPr>
          <p:cNvPr id="40" name="Picture 39"/>
          <p:cNvPicPr>
            <a:picLocks noChangeAspect="1"/>
          </p:cNvPicPr>
          <p:nvPr userDrawn="1"/>
        </p:nvPicPr>
        <p:blipFill>
          <a:blip r:embed="rId3"/>
          <a:stretch>
            <a:fillRect/>
          </a:stretch>
        </p:blipFill>
        <p:spPr>
          <a:xfrm rot="10800000">
            <a:off x="10295660" y="2729998"/>
            <a:ext cx="801213" cy="166096"/>
          </a:xfrm>
          <a:prstGeom prst="rect">
            <a:avLst/>
          </a:prstGeom>
        </p:spPr>
      </p:pic>
      <p:sp>
        <p:nvSpPr>
          <p:cNvPr id="41" name="Text Placeholder 22"/>
          <p:cNvSpPr>
            <a:spLocks noGrp="1"/>
          </p:cNvSpPr>
          <p:nvPr userDrawn="1">
            <p:ph type="body" sz="quarter" idx="23" hasCustomPrompt="1"/>
          </p:nvPr>
        </p:nvSpPr>
        <p:spPr>
          <a:xfrm>
            <a:off x="8140580" y="5387139"/>
            <a:ext cx="2940786" cy="324343"/>
          </a:xfrm>
          <a:prstGeom prst="rect">
            <a:avLst/>
          </a:prstGeom>
        </p:spPr>
        <p:txBody>
          <a:bodyPr/>
          <a:lstStyle>
            <a:lvl1pPr marL="0" indent="0" algn="ctr">
              <a:buClr>
                <a:srgbClr val="FF545F"/>
              </a:buClr>
              <a:buFont typeface="Arial" panose="020B0604020202020204" pitchFamily="34" charset="0"/>
              <a:buNone/>
              <a:defRPr sz="1200">
                <a:solidFill>
                  <a:schemeClr val="bg1"/>
                </a:solidFill>
                <a:latin typeface="Georgia" panose="02040502050405020303" pitchFamily="18" charset="0"/>
              </a:defRPr>
            </a:lvl1pPr>
          </a:lstStyle>
          <a:p>
            <a:pPr lvl="0"/>
            <a:r>
              <a:rPr lang="en-US" dirty="0"/>
              <a:t>Company name</a:t>
            </a:r>
          </a:p>
        </p:txBody>
      </p:sp>
      <p:sp>
        <p:nvSpPr>
          <p:cNvPr id="42" name="Text Placeholder 22"/>
          <p:cNvSpPr>
            <a:spLocks noGrp="1"/>
          </p:cNvSpPr>
          <p:nvPr userDrawn="1">
            <p:ph type="body" sz="quarter" idx="24" hasCustomPrompt="1"/>
          </p:nvPr>
        </p:nvSpPr>
        <p:spPr>
          <a:xfrm>
            <a:off x="8140580" y="5086350"/>
            <a:ext cx="2940786" cy="324343"/>
          </a:xfrm>
          <a:prstGeom prst="rect">
            <a:avLst/>
          </a:prstGeom>
        </p:spPr>
        <p:txBody>
          <a:bodyPr/>
          <a:lstStyle>
            <a:lvl1pPr marL="0" indent="0" algn="ctr">
              <a:buClr>
                <a:srgbClr val="FF545F"/>
              </a:buClr>
              <a:buFont typeface="Arial" panose="020B0604020202020204" pitchFamily="34" charset="0"/>
              <a:buNone/>
              <a:defRPr sz="1800" spc="600">
                <a:solidFill>
                  <a:schemeClr val="bg1"/>
                </a:solidFill>
                <a:latin typeface="Georgia" panose="02040502050405020303" pitchFamily="18" charset="0"/>
              </a:defRPr>
            </a:lvl1pPr>
          </a:lstStyle>
          <a:p>
            <a:pPr lvl="0"/>
            <a:r>
              <a:rPr lang="en-US" dirty="0"/>
              <a:t>Name of person</a:t>
            </a:r>
          </a:p>
        </p:txBody>
      </p:sp>
      <p:sp>
        <p:nvSpPr>
          <p:cNvPr id="45" name="Text Placeholder 22"/>
          <p:cNvSpPr>
            <a:spLocks noGrp="1"/>
          </p:cNvSpPr>
          <p:nvPr userDrawn="1">
            <p:ph type="body" sz="quarter" idx="11" hasCustomPrompt="1"/>
          </p:nvPr>
        </p:nvSpPr>
        <p:spPr>
          <a:xfrm>
            <a:off x="457200" y="460357"/>
            <a:ext cx="6858000" cy="533400"/>
          </a:xfrm>
          <a:prstGeom prst="rect">
            <a:avLst/>
          </a:prstGeom>
        </p:spPr>
        <p:txBody>
          <a:bodyPr/>
          <a:lstStyle>
            <a:lvl1pPr>
              <a:defRPr sz="3000">
                <a:solidFill>
                  <a:schemeClr val="bg1"/>
                </a:solidFill>
                <a:latin typeface="Georgia" panose="02040502050405020303" pitchFamily="18" charset="0"/>
              </a:defRPr>
            </a:lvl1pPr>
          </a:lstStyle>
          <a:p>
            <a:pPr lvl="0"/>
            <a:r>
              <a:rPr lang="en-IN" dirty="0"/>
              <a:t>Content slide title goes here</a:t>
            </a:r>
            <a:endParaRPr lang="en-US" dirty="0"/>
          </a:p>
        </p:txBody>
      </p:sp>
      <p:sp>
        <p:nvSpPr>
          <p:cNvPr id="46" name="Text Placeholder 22"/>
          <p:cNvSpPr>
            <a:spLocks noGrp="1"/>
          </p:cNvSpPr>
          <p:nvPr userDrawn="1">
            <p:ph type="body" sz="quarter" idx="12" hasCustomPrompt="1"/>
          </p:nvPr>
        </p:nvSpPr>
        <p:spPr>
          <a:xfrm>
            <a:off x="457200" y="1022785"/>
            <a:ext cx="9372600" cy="533400"/>
          </a:xfrm>
          <a:prstGeom prst="rect">
            <a:avLst/>
          </a:prstGeom>
        </p:spPr>
        <p:txBody>
          <a:bodyPr/>
          <a:lstStyle>
            <a:lvl1pPr>
              <a:defRPr sz="22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pic>
        <p:nvPicPr>
          <p:cNvPr id="32" name="Picture 31"/>
          <p:cNvPicPr>
            <a:picLocks noChangeAspect="1"/>
          </p:cNvPicPr>
          <p:nvPr userDrawn="1"/>
        </p:nvPicPr>
        <p:blipFill>
          <a:blip r:embed="rId2"/>
          <a:stretch>
            <a:fillRect/>
          </a:stretch>
        </p:blipFill>
        <p:spPr>
          <a:xfrm>
            <a:off x="8649520" y="3356228"/>
            <a:ext cx="1922906" cy="1429333"/>
          </a:xfrm>
          <a:prstGeom prst="rect">
            <a:avLst/>
          </a:prstGeom>
        </p:spPr>
      </p:pic>
      <p:sp>
        <p:nvSpPr>
          <p:cNvPr id="38" name="Text Placeholder 22"/>
          <p:cNvSpPr>
            <a:spLocks noGrp="1"/>
          </p:cNvSpPr>
          <p:nvPr userDrawn="1">
            <p:ph type="body" sz="quarter" idx="22" hasCustomPrompt="1"/>
          </p:nvPr>
        </p:nvSpPr>
        <p:spPr>
          <a:xfrm>
            <a:off x="8140580" y="3511549"/>
            <a:ext cx="2940786" cy="1289051"/>
          </a:xfrm>
          <a:prstGeom prst="rect">
            <a:avLst/>
          </a:prstGeom>
        </p:spPr>
        <p:txBody>
          <a:bodyPr/>
          <a:lstStyle>
            <a:lvl1pPr marL="0" indent="0" algn="ctr">
              <a:buClr>
                <a:srgbClr val="FF545F"/>
              </a:buClr>
              <a:buFont typeface="Arial" panose="020B0604020202020204" pitchFamily="34" charset="0"/>
              <a:buNone/>
              <a:defRPr sz="14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a:t>
            </a:r>
          </a:p>
        </p:txBody>
      </p:sp>
      <p:pic>
        <p:nvPicPr>
          <p:cNvPr id="43" name="Picture 42"/>
          <p:cNvPicPr>
            <a:picLocks noChangeAspect="1"/>
          </p:cNvPicPr>
          <p:nvPr userDrawn="1"/>
        </p:nvPicPr>
        <p:blipFill>
          <a:blip r:embed="rId2"/>
          <a:stretch>
            <a:fillRect/>
          </a:stretch>
        </p:blipFill>
        <p:spPr>
          <a:xfrm>
            <a:off x="1492453" y="3356228"/>
            <a:ext cx="1922906" cy="1429333"/>
          </a:xfrm>
          <a:prstGeom prst="rect">
            <a:avLst/>
          </a:prstGeom>
        </p:spPr>
      </p:pic>
      <p:sp>
        <p:nvSpPr>
          <p:cNvPr id="24" name="Text Placeholder 22"/>
          <p:cNvSpPr>
            <a:spLocks noGrp="1"/>
          </p:cNvSpPr>
          <p:nvPr userDrawn="1">
            <p:ph type="body" sz="quarter" idx="14" hasCustomPrompt="1"/>
          </p:nvPr>
        </p:nvSpPr>
        <p:spPr>
          <a:xfrm>
            <a:off x="983513" y="3511549"/>
            <a:ext cx="2940786" cy="1289051"/>
          </a:xfrm>
          <a:prstGeom prst="rect">
            <a:avLst/>
          </a:prstGeom>
        </p:spPr>
        <p:txBody>
          <a:bodyPr/>
          <a:lstStyle>
            <a:lvl1pPr marL="0" indent="0" algn="ctr">
              <a:buClr>
                <a:srgbClr val="FF545F"/>
              </a:buClr>
              <a:buFont typeface="Arial" panose="020B0604020202020204" pitchFamily="34" charset="0"/>
              <a:buNone/>
              <a:defRPr sz="14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a:t>
            </a:r>
          </a:p>
        </p:txBody>
      </p:sp>
      <p:sp>
        <p:nvSpPr>
          <p:cNvPr id="28"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bg1"/>
                </a:solidFill>
                <a:latin typeface="+mn-lt"/>
              </a:rPr>
              <a:pPr/>
              <a:t>‹#›</a:t>
            </a:fld>
            <a:endParaRPr lang="en-US" b="1" dirty="0">
              <a:solidFill>
                <a:schemeClr val="bg1"/>
              </a:solidFill>
              <a:latin typeface="+mn-lt"/>
            </a:endParaRPr>
          </a:p>
        </p:txBody>
      </p:sp>
      <p:sp>
        <p:nvSpPr>
          <p:cNvPr id="29" name="TextBox 28"/>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bg1"/>
                </a:solidFill>
                <a:latin typeface="+mn-lt"/>
                <a:ea typeface="Georgia" charset="0"/>
                <a:cs typeface="Georgia" charset="0"/>
              </a:rPr>
              <a:t>® 2017 Copyright  . All Rights Reserved.</a:t>
            </a:r>
          </a:p>
        </p:txBody>
      </p:sp>
      <p:pic>
        <p:nvPicPr>
          <p:cNvPr id="34" name="Picture 3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874375" y="6446360"/>
            <a:ext cx="868156" cy="340728"/>
          </a:xfrm>
          <a:prstGeom prst="rect">
            <a:avLst/>
          </a:prstGeom>
        </p:spPr>
      </p:pic>
    </p:spTree>
    <p:extLst>
      <p:ext uri="{BB962C8B-B14F-4D97-AF65-F5344CB8AC3E}">
        <p14:creationId xmlns:p14="http://schemas.microsoft.com/office/powerpoint/2010/main" val="126697246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laceholder for 1 Option 1">
    <p:spTree>
      <p:nvGrpSpPr>
        <p:cNvPr id="1" name=""/>
        <p:cNvGrpSpPr/>
        <p:nvPr/>
      </p:nvGrpSpPr>
      <p:grpSpPr>
        <a:xfrm>
          <a:off x="0" y="0"/>
          <a:ext cx="0" cy="0"/>
          <a:chOff x="0" y="0"/>
          <a:chExt cx="0" cy="0"/>
        </a:xfrm>
      </p:grpSpPr>
      <p:sp>
        <p:nvSpPr>
          <p:cNvPr id="14" name="Text Placeholder 22"/>
          <p:cNvSpPr>
            <a:spLocks noGrp="1"/>
          </p:cNvSpPr>
          <p:nvPr>
            <p:ph type="body" sz="quarter" idx="11" hasCustomPrompt="1"/>
          </p:nvPr>
        </p:nvSpPr>
        <p:spPr>
          <a:xfrm>
            <a:off x="460744" y="457201"/>
            <a:ext cx="7235456" cy="533400"/>
          </a:xfrm>
          <a:prstGeom prst="rect">
            <a:avLst/>
          </a:prstGeom>
        </p:spPr>
        <p:txBody>
          <a:bodyPr anchor="ctr"/>
          <a:lstStyle>
            <a:lvl1pPr>
              <a:defRPr sz="3000" baseline="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5"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sp>
        <p:nvSpPr>
          <p:cNvPr id="8" name="Rectangle 7"/>
          <p:cNvSpPr/>
          <p:nvPr userDrawn="1"/>
        </p:nvSpPr>
        <p:spPr>
          <a:xfrm>
            <a:off x="5994400" y="2362200"/>
            <a:ext cx="5738606" cy="377570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9" name="Rectangle 8"/>
          <p:cNvSpPr/>
          <p:nvPr userDrawn="1"/>
        </p:nvSpPr>
        <p:spPr>
          <a:xfrm>
            <a:off x="460744" y="2362200"/>
            <a:ext cx="5533657" cy="377570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bg1"/>
              </a:solidFill>
              <a:effectLst/>
              <a:uLnTx/>
              <a:uFillTx/>
              <a:latin typeface="Georgia" charset="0"/>
              <a:ea typeface="Georgia" charset="0"/>
              <a:cs typeface="Georgia" charset="0"/>
            </a:endParaRPr>
          </a:p>
        </p:txBody>
      </p:sp>
      <p:sp>
        <p:nvSpPr>
          <p:cNvPr id="10" name="Triangle 3"/>
          <p:cNvSpPr/>
          <p:nvPr userDrawn="1"/>
        </p:nvSpPr>
        <p:spPr>
          <a:xfrm rot="5400000">
            <a:off x="4310417" y="4039485"/>
            <a:ext cx="3816697" cy="448733"/>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20" name="Text Placeholder 22"/>
          <p:cNvSpPr>
            <a:spLocks noGrp="1"/>
          </p:cNvSpPr>
          <p:nvPr>
            <p:ph type="body" sz="quarter" idx="13" hasCustomPrompt="1"/>
          </p:nvPr>
        </p:nvSpPr>
        <p:spPr>
          <a:xfrm>
            <a:off x="460744" y="1967993"/>
            <a:ext cx="5533656" cy="244578"/>
          </a:xfrm>
          <a:prstGeom prst="rect">
            <a:avLst/>
          </a:prstGeom>
        </p:spPr>
        <p:txBody>
          <a:bodyPr anchor="ctr"/>
          <a:lstStyle>
            <a:lvl1pPr algn="ctr">
              <a:defRPr sz="1600">
                <a:solidFill>
                  <a:srgbClr val="063161"/>
                </a:solidFill>
                <a:latin typeface="Georgia" panose="02040502050405020303" pitchFamily="18" charset="0"/>
              </a:defRPr>
            </a:lvl1pPr>
          </a:lstStyle>
          <a:p>
            <a:pPr lvl="0"/>
            <a:r>
              <a:rPr lang="en-US" dirty="0"/>
              <a:t>FROM</a:t>
            </a:r>
          </a:p>
        </p:txBody>
      </p:sp>
      <p:sp>
        <p:nvSpPr>
          <p:cNvPr id="21" name="Text Placeholder 22"/>
          <p:cNvSpPr>
            <a:spLocks noGrp="1"/>
          </p:cNvSpPr>
          <p:nvPr>
            <p:ph type="body" sz="quarter" idx="14" hasCustomPrompt="1"/>
          </p:nvPr>
        </p:nvSpPr>
        <p:spPr>
          <a:xfrm>
            <a:off x="5994400" y="1967993"/>
            <a:ext cx="5738606" cy="244578"/>
          </a:xfrm>
          <a:prstGeom prst="rect">
            <a:avLst/>
          </a:prstGeom>
        </p:spPr>
        <p:txBody>
          <a:bodyPr anchor="ctr"/>
          <a:lstStyle>
            <a:lvl1pPr algn="ctr">
              <a:defRPr sz="1600">
                <a:solidFill>
                  <a:srgbClr val="063161"/>
                </a:solidFill>
                <a:latin typeface="Georgia" panose="02040502050405020303" pitchFamily="18" charset="0"/>
              </a:defRPr>
            </a:lvl1pPr>
          </a:lstStyle>
          <a:p>
            <a:pPr lvl="0"/>
            <a:r>
              <a:rPr lang="en-US" dirty="0"/>
              <a:t>TO</a:t>
            </a:r>
          </a:p>
        </p:txBody>
      </p:sp>
      <p:sp>
        <p:nvSpPr>
          <p:cNvPr id="26" name="Text Placeholder 5"/>
          <p:cNvSpPr>
            <a:spLocks noGrp="1"/>
          </p:cNvSpPr>
          <p:nvPr>
            <p:ph type="body" sz="quarter" idx="18" hasCustomPrompt="1"/>
          </p:nvPr>
        </p:nvSpPr>
        <p:spPr>
          <a:xfrm>
            <a:off x="848977" y="2816051"/>
            <a:ext cx="4419600" cy="2895600"/>
          </a:xfrm>
          <a:prstGeom prst="rect">
            <a:avLst/>
          </a:prstGeo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provident.</a:t>
            </a:r>
          </a:p>
        </p:txBody>
      </p:sp>
      <p:sp>
        <p:nvSpPr>
          <p:cNvPr id="27" name="Text Placeholder 5"/>
          <p:cNvSpPr>
            <a:spLocks noGrp="1"/>
          </p:cNvSpPr>
          <p:nvPr>
            <p:ph type="body" sz="quarter" idx="19" hasCustomPrompt="1"/>
          </p:nvPr>
        </p:nvSpPr>
        <p:spPr>
          <a:xfrm>
            <a:off x="6781800" y="2816051"/>
            <a:ext cx="4419600" cy="2895600"/>
          </a:xfrm>
          <a:prstGeom prst="rect">
            <a:avLst/>
          </a:prstGeo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provident.</a:t>
            </a:r>
          </a:p>
        </p:txBody>
      </p:sp>
    </p:spTree>
    <p:extLst>
      <p:ext uri="{BB962C8B-B14F-4D97-AF65-F5344CB8AC3E}">
        <p14:creationId xmlns:p14="http://schemas.microsoft.com/office/powerpoint/2010/main" val="336322647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laceholder for 1 Option 2">
    <p:spTree>
      <p:nvGrpSpPr>
        <p:cNvPr id="1" name=""/>
        <p:cNvGrpSpPr/>
        <p:nvPr/>
      </p:nvGrpSpPr>
      <p:grpSpPr>
        <a:xfrm>
          <a:off x="0" y="0"/>
          <a:ext cx="0" cy="0"/>
          <a:chOff x="0" y="0"/>
          <a:chExt cx="0" cy="0"/>
        </a:xfrm>
      </p:grpSpPr>
      <p:sp>
        <p:nvSpPr>
          <p:cNvPr id="14" name="Text Placeholder 22"/>
          <p:cNvSpPr>
            <a:spLocks noGrp="1"/>
          </p:cNvSpPr>
          <p:nvPr>
            <p:ph type="body" sz="quarter" idx="11" hasCustomPrompt="1"/>
          </p:nvPr>
        </p:nvSpPr>
        <p:spPr>
          <a:xfrm>
            <a:off x="460744" y="457201"/>
            <a:ext cx="7235456" cy="533400"/>
          </a:xfrm>
          <a:prstGeom prst="rect">
            <a:avLst/>
          </a:prstGeom>
        </p:spPr>
        <p:txBody>
          <a:bodyPr anchor="ctr"/>
          <a:lstStyle>
            <a:lvl1pPr>
              <a:defRPr sz="3000" baseline="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5"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sp>
        <p:nvSpPr>
          <p:cNvPr id="8" name="Rectangle 7"/>
          <p:cNvSpPr/>
          <p:nvPr userDrawn="1"/>
        </p:nvSpPr>
        <p:spPr>
          <a:xfrm>
            <a:off x="5994400" y="2362200"/>
            <a:ext cx="5738606" cy="377570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9" name="Rectangle 8"/>
          <p:cNvSpPr/>
          <p:nvPr userDrawn="1"/>
        </p:nvSpPr>
        <p:spPr>
          <a:xfrm>
            <a:off x="460744" y="2362200"/>
            <a:ext cx="5533657" cy="37757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bg1"/>
              </a:solidFill>
              <a:effectLst/>
              <a:uLnTx/>
              <a:uFillTx/>
              <a:latin typeface="Georgia" charset="0"/>
              <a:ea typeface="Georgia" charset="0"/>
              <a:cs typeface="Georgia" charset="0"/>
            </a:endParaRPr>
          </a:p>
        </p:txBody>
      </p:sp>
      <p:sp>
        <p:nvSpPr>
          <p:cNvPr id="10" name="Triangle 3"/>
          <p:cNvSpPr/>
          <p:nvPr userDrawn="1"/>
        </p:nvSpPr>
        <p:spPr>
          <a:xfrm rot="5400000">
            <a:off x="4310417" y="4039485"/>
            <a:ext cx="3816697" cy="44873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R="0" lvl="0" indent="0" fontAlgn="auto">
              <a:lnSpc>
                <a:spcPct val="100000"/>
              </a:lnSpc>
              <a:spcBef>
                <a:spcPts val="0"/>
              </a:spcBef>
              <a:spcAft>
                <a:spcPts val="0"/>
              </a:spcAft>
              <a:buClrTx/>
              <a:buSzTx/>
              <a:buFontTx/>
              <a:buNone/>
              <a:tabLst/>
            </a:pPr>
            <a:endParaRPr kumimoji="0" lang="en-US" b="0" i="0" u="none" strike="noStrike" cap="none" spc="0" normalizeH="0" baseline="0" noProof="0">
              <a:ln>
                <a:noFill/>
              </a:ln>
              <a:solidFill>
                <a:schemeClr val="bg1"/>
              </a:solidFill>
              <a:effectLst/>
              <a:uLnTx/>
              <a:uFillTx/>
              <a:latin typeface="Georgia" charset="0"/>
              <a:ea typeface="Georgia" charset="0"/>
              <a:cs typeface="Georgia" charset="0"/>
            </a:endParaRPr>
          </a:p>
        </p:txBody>
      </p:sp>
      <p:sp>
        <p:nvSpPr>
          <p:cNvPr id="20" name="Text Placeholder 22"/>
          <p:cNvSpPr>
            <a:spLocks noGrp="1"/>
          </p:cNvSpPr>
          <p:nvPr>
            <p:ph type="body" sz="quarter" idx="13" hasCustomPrompt="1"/>
          </p:nvPr>
        </p:nvSpPr>
        <p:spPr>
          <a:xfrm>
            <a:off x="460744" y="1967993"/>
            <a:ext cx="5533656" cy="244578"/>
          </a:xfrm>
          <a:prstGeom prst="rect">
            <a:avLst/>
          </a:prstGeom>
        </p:spPr>
        <p:txBody>
          <a:bodyPr anchor="ctr"/>
          <a:lstStyle>
            <a:lvl1pPr algn="ctr">
              <a:defRPr sz="1600">
                <a:solidFill>
                  <a:srgbClr val="063161"/>
                </a:solidFill>
                <a:latin typeface="Georgia" panose="02040502050405020303" pitchFamily="18" charset="0"/>
              </a:defRPr>
            </a:lvl1pPr>
          </a:lstStyle>
          <a:p>
            <a:pPr lvl="0"/>
            <a:r>
              <a:rPr lang="en-US" dirty="0"/>
              <a:t>FROM</a:t>
            </a:r>
          </a:p>
        </p:txBody>
      </p:sp>
      <p:sp>
        <p:nvSpPr>
          <p:cNvPr id="21" name="Text Placeholder 22"/>
          <p:cNvSpPr>
            <a:spLocks noGrp="1"/>
          </p:cNvSpPr>
          <p:nvPr>
            <p:ph type="body" sz="quarter" idx="14" hasCustomPrompt="1"/>
          </p:nvPr>
        </p:nvSpPr>
        <p:spPr>
          <a:xfrm>
            <a:off x="5994400" y="1967993"/>
            <a:ext cx="5738606" cy="244578"/>
          </a:xfrm>
          <a:prstGeom prst="rect">
            <a:avLst/>
          </a:prstGeom>
        </p:spPr>
        <p:txBody>
          <a:bodyPr anchor="ctr"/>
          <a:lstStyle>
            <a:lvl1pPr algn="ctr">
              <a:defRPr sz="1600">
                <a:solidFill>
                  <a:srgbClr val="063161"/>
                </a:solidFill>
                <a:latin typeface="Georgia" panose="02040502050405020303" pitchFamily="18" charset="0"/>
              </a:defRPr>
            </a:lvl1pPr>
          </a:lstStyle>
          <a:p>
            <a:pPr lvl="0"/>
            <a:r>
              <a:rPr lang="en-US" dirty="0"/>
              <a:t>TO</a:t>
            </a:r>
          </a:p>
        </p:txBody>
      </p:sp>
      <p:sp>
        <p:nvSpPr>
          <p:cNvPr id="12" name="Text Placeholder 5"/>
          <p:cNvSpPr>
            <a:spLocks noGrp="1"/>
          </p:cNvSpPr>
          <p:nvPr>
            <p:ph type="body" sz="quarter" idx="18" hasCustomPrompt="1"/>
          </p:nvPr>
        </p:nvSpPr>
        <p:spPr>
          <a:xfrm>
            <a:off x="848977" y="2816051"/>
            <a:ext cx="4419600" cy="2895600"/>
          </a:xfrm>
          <a:prstGeom prst="rect">
            <a:avLst/>
          </a:prstGeo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provident.</a:t>
            </a:r>
          </a:p>
        </p:txBody>
      </p:sp>
      <p:sp>
        <p:nvSpPr>
          <p:cNvPr id="13" name="Text Placeholder 5"/>
          <p:cNvSpPr>
            <a:spLocks noGrp="1"/>
          </p:cNvSpPr>
          <p:nvPr>
            <p:ph type="body" sz="quarter" idx="19" hasCustomPrompt="1"/>
          </p:nvPr>
        </p:nvSpPr>
        <p:spPr>
          <a:xfrm>
            <a:off x="6781800" y="2816051"/>
            <a:ext cx="4419600" cy="2895600"/>
          </a:xfrm>
          <a:prstGeom prst="rect">
            <a:avLst/>
          </a:prstGeo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provident.</a:t>
            </a:r>
          </a:p>
        </p:txBody>
      </p:sp>
    </p:spTree>
    <p:extLst>
      <p:ext uri="{BB962C8B-B14F-4D97-AF65-F5344CB8AC3E}">
        <p14:creationId xmlns:p14="http://schemas.microsoft.com/office/powerpoint/2010/main" val="170120642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laceholder for 3 Option 1">
    <p:spTree>
      <p:nvGrpSpPr>
        <p:cNvPr id="1" name=""/>
        <p:cNvGrpSpPr/>
        <p:nvPr/>
      </p:nvGrpSpPr>
      <p:grpSpPr>
        <a:xfrm>
          <a:off x="0" y="0"/>
          <a:ext cx="0" cy="0"/>
          <a:chOff x="0" y="0"/>
          <a:chExt cx="0" cy="0"/>
        </a:xfrm>
      </p:grpSpPr>
      <p:sp>
        <p:nvSpPr>
          <p:cNvPr id="14" name="Text Placeholder 22"/>
          <p:cNvSpPr>
            <a:spLocks noGrp="1"/>
          </p:cNvSpPr>
          <p:nvPr>
            <p:ph type="body" sz="quarter" idx="11" hasCustomPrompt="1"/>
          </p:nvPr>
        </p:nvSpPr>
        <p:spPr>
          <a:xfrm>
            <a:off x="460744" y="457201"/>
            <a:ext cx="7235456" cy="533400"/>
          </a:xfrm>
          <a:prstGeom prst="rect">
            <a:avLst/>
          </a:prstGeom>
        </p:spPr>
        <p:txBody>
          <a:bodyPr anchor="ctr"/>
          <a:lstStyle>
            <a:lvl1pPr>
              <a:defRPr sz="3000" baseline="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5"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sp>
        <p:nvSpPr>
          <p:cNvPr id="8" name="Rectangle 7"/>
          <p:cNvSpPr/>
          <p:nvPr userDrawn="1"/>
        </p:nvSpPr>
        <p:spPr>
          <a:xfrm>
            <a:off x="5994400" y="2362200"/>
            <a:ext cx="5738606" cy="123363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9" name="Rectangle 8"/>
          <p:cNvSpPr/>
          <p:nvPr userDrawn="1"/>
        </p:nvSpPr>
        <p:spPr>
          <a:xfrm>
            <a:off x="460744" y="2362200"/>
            <a:ext cx="5533657" cy="1233639"/>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73261"/>
              </a:solidFill>
              <a:effectLst/>
              <a:uLnTx/>
              <a:uFillTx/>
              <a:latin typeface="Georgia" charset="0"/>
              <a:ea typeface="Georgia" charset="0"/>
              <a:cs typeface="Georgia" charset="0"/>
            </a:endParaRPr>
          </a:p>
        </p:txBody>
      </p:sp>
      <p:sp>
        <p:nvSpPr>
          <p:cNvPr id="10" name="Triangle 3"/>
          <p:cNvSpPr/>
          <p:nvPr userDrawn="1"/>
        </p:nvSpPr>
        <p:spPr>
          <a:xfrm rot="5400000">
            <a:off x="5595250" y="2754653"/>
            <a:ext cx="1247033" cy="448733"/>
          </a:xfrm>
          <a:prstGeom prst="triangle">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1" name="Rectangle 10"/>
          <p:cNvSpPr/>
          <p:nvPr userDrawn="1"/>
        </p:nvSpPr>
        <p:spPr>
          <a:xfrm>
            <a:off x="5994400" y="3644294"/>
            <a:ext cx="5738606" cy="123363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12" name="Rectangle 11"/>
          <p:cNvSpPr/>
          <p:nvPr userDrawn="1"/>
        </p:nvSpPr>
        <p:spPr>
          <a:xfrm>
            <a:off x="460744" y="3644294"/>
            <a:ext cx="5533657" cy="1233639"/>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73261"/>
              </a:solidFill>
              <a:effectLst/>
              <a:uLnTx/>
              <a:uFillTx/>
              <a:latin typeface="Georgia" charset="0"/>
              <a:ea typeface="Georgia" charset="0"/>
              <a:cs typeface="Georgia" charset="0"/>
            </a:endParaRPr>
          </a:p>
        </p:txBody>
      </p:sp>
      <p:sp>
        <p:nvSpPr>
          <p:cNvPr id="13" name="Rectangle 12"/>
          <p:cNvSpPr/>
          <p:nvPr userDrawn="1"/>
        </p:nvSpPr>
        <p:spPr>
          <a:xfrm>
            <a:off x="5994400" y="4925949"/>
            <a:ext cx="5738606" cy="12336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20" name="Text Placeholder 22"/>
          <p:cNvSpPr>
            <a:spLocks noGrp="1"/>
          </p:cNvSpPr>
          <p:nvPr>
            <p:ph type="body" sz="quarter" idx="13" hasCustomPrompt="1"/>
          </p:nvPr>
        </p:nvSpPr>
        <p:spPr>
          <a:xfrm>
            <a:off x="460744" y="1967993"/>
            <a:ext cx="5533656" cy="244578"/>
          </a:xfrm>
          <a:prstGeom prst="rect">
            <a:avLst/>
          </a:prstGeom>
        </p:spPr>
        <p:txBody>
          <a:bodyPr anchor="ctr"/>
          <a:lstStyle>
            <a:lvl1pPr algn="ctr">
              <a:defRPr sz="1600">
                <a:solidFill>
                  <a:srgbClr val="063161"/>
                </a:solidFill>
                <a:latin typeface="Georgia" panose="02040502050405020303" pitchFamily="18" charset="0"/>
              </a:defRPr>
            </a:lvl1pPr>
          </a:lstStyle>
          <a:p>
            <a:pPr lvl="0"/>
            <a:r>
              <a:rPr lang="en-US" dirty="0"/>
              <a:t>FROM</a:t>
            </a:r>
          </a:p>
        </p:txBody>
      </p:sp>
      <p:sp>
        <p:nvSpPr>
          <p:cNvPr id="21" name="Text Placeholder 22"/>
          <p:cNvSpPr>
            <a:spLocks noGrp="1"/>
          </p:cNvSpPr>
          <p:nvPr>
            <p:ph type="body" sz="quarter" idx="14" hasCustomPrompt="1"/>
          </p:nvPr>
        </p:nvSpPr>
        <p:spPr>
          <a:xfrm>
            <a:off x="5994400" y="1967993"/>
            <a:ext cx="5738606" cy="244578"/>
          </a:xfrm>
          <a:prstGeom prst="rect">
            <a:avLst/>
          </a:prstGeom>
        </p:spPr>
        <p:txBody>
          <a:bodyPr anchor="ctr"/>
          <a:lstStyle>
            <a:lvl1pPr algn="ctr">
              <a:defRPr sz="1600">
                <a:solidFill>
                  <a:srgbClr val="063161"/>
                </a:solidFill>
                <a:latin typeface="Georgia" panose="02040502050405020303" pitchFamily="18" charset="0"/>
              </a:defRPr>
            </a:lvl1pPr>
          </a:lstStyle>
          <a:p>
            <a:pPr lvl="0"/>
            <a:r>
              <a:rPr lang="en-US" dirty="0"/>
              <a:t>TO</a:t>
            </a:r>
          </a:p>
        </p:txBody>
      </p:sp>
      <p:sp>
        <p:nvSpPr>
          <p:cNvPr id="22" name="Triangle 3"/>
          <p:cNvSpPr/>
          <p:nvPr userDrawn="1"/>
        </p:nvSpPr>
        <p:spPr>
          <a:xfrm rot="5400000">
            <a:off x="5595250" y="4045254"/>
            <a:ext cx="1247033" cy="448733"/>
          </a:xfrm>
          <a:prstGeom prst="triangle">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23" name="Triangle 3"/>
          <p:cNvSpPr/>
          <p:nvPr userDrawn="1"/>
        </p:nvSpPr>
        <p:spPr>
          <a:xfrm rot="5400000">
            <a:off x="5595250" y="5318402"/>
            <a:ext cx="1247033" cy="448733"/>
          </a:xfrm>
          <a:prstGeom prst="triangle">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6" name="Text Placeholder 5"/>
          <p:cNvSpPr>
            <a:spLocks noGrp="1"/>
          </p:cNvSpPr>
          <p:nvPr>
            <p:ph type="body" sz="quarter" idx="18" hasCustomPrompt="1"/>
          </p:nvPr>
        </p:nvSpPr>
        <p:spPr>
          <a:xfrm>
            <a:off x="6781800" y="2674219"/>
            <a:ext cx="4419600" cy="609600"/>
          </a:xfrm>
          <a:prstGeom prst="rect">
            <a:avLst/>
          </a:prstGeo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endParaRPr lang="en-IN" dirty="0"/>
          </a:p>
        </p:txBody>
      </p:sp>
      <p:sp>
        <p:nvSpPr>
          <p:cNvPr id="29" name="Text Placeholder 5"/>
          <p:cNvSpPr>
            <a:spLocks noGrp="1"/>
          </p:cNvSpPr>
          <p:nvPr>
            <p:ph type="body" sz="quarter" idx="19" hasCustomPrompt="1"/>
          </p:nvPr>
        </p:nvSpPr>
        <p:spPr>
          <a:xfrm>
            <a:off x="6781800" y="3953834"/>
            <a:ext cx="4419600" cy="609600"/>
          </a:xfrm>
          <a:prstGeom prst="rect">
            <a:avLst/>
          </a:prstGeo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endParaRPr lang="en-IN" dirty="0"/>
          </a:p>
        </p:txBody>
      </p:sp>
      <p:sp>
        <p:nvSpPr>
          <p:cNvPr id="30" name="Text Placeholder 5"/>
          <p:cNvSpPr>
            <a:spLocks noGrp="1"/>
          </p:cNvSpPr>
          <p:nvPr>
            <p:ph type="body" sz="quarter" idx="20" hasCustomPrompt="1"/>
          </p:nvPr>
        </p:nvSpPr>
        <p:spPr>
          <a:xfrm>
            <a:off x="6781800" y="5237968"/>
            <a:ext cx="4419600" cy="609600"/>
          </a:xfrm>
          <a:prstGeom prst="rect">
            <a:avLst/>
          </a:prstGeo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endParaRPr lang="en-IN" dirty="0"/>
          </a:p>
        </p:txBody>
      </p:sp>
      <p:sp>
        <p:nvSpPr>
          <p:cNvPr id="31" name="Text Placeholder 30"/>
          <p:cNvSpPr>
            <a:spLocks noGrp="1"/>
          </p:cNvSpPr>
          <p:nvPr>
            <p:ph type="body" sz="quarter" idx="21" hasCustomPrompt="1"/>
          </p:nvPr>
        </p:nvSpPr>
        <p:spPr>
          <a:xfrm>
            <a:off x="801872" y="2674219"/>
            <a:ext cx="5029200" cy="609600"/>
          </a:xfrm>
          <a:prstGeom prst="rect">
            <a:avLst/>
          </a:prstGeom>
        </p:spPr>
        <p:txBody>
          <a:bodyPr anchor="ctr"/>
          <a:lstStyle>
            <a:lvl1pPr>
              <a:defRPr>
                <a:solidFill>
                  <a:srgbClr val="063161"/>
                </a:solidFill>
              </a:defRPr>
            </a:lvl1pPr>
            <a:lvl2pPr>
              <a:defRPr>
                <a:solidFill>
                  <a:srgbClr val="063161"/>
                </a:solidFill>
              </a:defRPr>
            </a:lvl2pPr>
            <a:lvl3pPr>
              <a:defRPr>
                <a:solidFill>
                  <a:srgbClr val="063161"/>
                </a:solidFill>
              </a:defRPr>
            </a:lvl3pPr>
            <a:lvl4pPr>
              <a:defRPr>
                <a:solidFill>
                  <a:srgbClr val="063161"/>
                </a:solidFill>
              </a:defRPr>
            </a:lvl4pPr>
            <a:lvl5pPr>
              <a:defRPr>
                <a:solidFill>
                  <a:srgbClr val="06316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endParaRPr lang="en-IN" dirty="0"/>
          </a:p>
        </p:txBody>
      </p:sp>
      <p:sp>
        <p:nvSpPr>
          <p:cNvPr id="32" name="Rectangle 31"/>
          <p:cNvSpPr/>
          <p:nvPr userDrawn="1"/>
        </p:nvSpPr>
        <p:spPr>
          <a:xfrm>
            <a:off x="460744" y="4925949"/>
            <a:ext cx="5533657" cy="1233639"/>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73261"/>
              </a:solidFill>
              <a:effectLst/>
              <a:uLnTx/>
              <a:uFillTx/>
              <a:latin typeface="Georgia" charset="0"/>
              <a:ea typeface="Georgia" charset="0"/>
              <a:cs typeface="Georgia" charset="0"/>
            </a:endParaRPr>
          </a:p>
        </p:txBody>
      </p:sp>
      <p:sp>
        <p:nvSpPr>
          <p:cNvPr id="33" name="Text Placeholder 30"/>
          <p:cNvSpPr>
            <a:spLocks noGrp="1"/>
          </p:cNvSpPr>
          <p:nvPr>
            <p:ph type="body" sz="quarter" idx="22" hasCustomPrompt="1"/>
          </p:nvPr>
        </p:nvSpPr>
        <p:spPr>
          <a:xfrm>
            <a:off x="801872" y="3951528"/>
            <a:ext cx="5029200" cy="609600"/>
          </a:xfrm>
          <a:prstGeom prst="rect">
            <a:avLst/>
          </a:prstGeom>
        </p:spPr>
        <p:txBody>
          <a:bodyPr anchor="ctr"/>
          <a:lstStyle>
            <a:lvl1pPr>
              <a:defRPr>
                <a:solidFill>
                  <a:srgbClr val="063161"/>
                </a:solidFill>
              </a:defRPr>
            </a:lvl1pPr>
            <a:lvl2pPr>
              <a:defRPr>
                <a:solidFill>
                  <a:srgbClr val="063161"/>
                </a:solidFill>
              </a:defRPr>
            </a:lvl2pPr>
            <a:lvl3pPr>
              <a:defRPr>
                <a:solidFill>
                  <a:srgbClr val="063161"/>
                </a:solidFill>
              </a:defRPr>
            </a:lvl3pPr>
            <a:lvl4pPr>
              <a:defRPr>
                <a:solidFill>
                  <a:srgbClr val="063161"/>
                </a:solidFill>
              </a:defRPr>
            </a:lvl4pPr>
            <a:lvl5pPr>
              <a:defRPr>
                <a:solidFill>
                  <a:srgbClr val="06316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endParaRPr lang="en-IN" dirty="0"/>
          </a:p>
        </p:txBody>
      </p:sp>
      <p:sp>
        <p:nvSpPr>
          <p:cNvPr id="34" name="Text Placeholder 30"/>
          <p:cNvSpPr>
            <a:spLocks noGrp="1"/>
          </p:cNvSpPr>
          <p:nvPr>
            <p:ph type="body" sz="quarter" idx="23" hasCustomPrompt="1"/>
          </p:nvPr>
        </p:nvSpPr>
        <p:spPr>
          <a:xfrm>
            <a:off x="801872" y="5237968"/>
            <a:ext cx="5029200" cy="609600"/>
          </a:xfrm>
          <a:prstGeom prst="rect">
            <a:avLst/>
          </a:prstGeom>
        </p:spPr>
        <p:txBody>
          <a:bodyPr anchor="ctr"/>
          <a:lstStyle>
            <a:lvl1pPr>
              <a:defRPr>
                <a:solidFill>
                  <a:srgbClr val="063161"/>
                </a:solidFill>
              </a:defRPr>
            </a:lvl1pPr>
            <a:lvl2pPr>
              <a:defRPr>
                <a:solidFill>
                  <a:srgbClr val="063161"/>
                </a:solidFill>
              </a:defRPr>
            </a:lvl2pPr>
            <a:lvl3pPr>
              <a:defRPr>
                <a:solidFill>
                  <a:srgbClr val="063161"/>
                </a:solidFill>
              </a:defRPr>
            </a:lvl3pPr>
            <a:lvl4pPr>
              <a:defRPr>
                <a:solidFill>
                  <a:srgbClr val="063161"/>
                </a:solidFill>
              </a:defRPr>
            </a:lvl4pPr>
            <a:lvl5pPr>
              <a:defRPr>
                <a:solidFill>
                  <a:srgbClr val="06316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endParaRPr lang="en-IN" dirty="0"/>
          </a:p>
        </p:txBody>
      </p:sp>
    </p:spTree>
    <p:extLst>
      <p:ext uri="{BB962C8B-B14F-4D97-AF65-F5344CB8AC3E}">
        <p14:creationId xmlns:p14="http://schemas.microsoft.com/office/powerpoint/2010/main" val="7236603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laceholder for 3 Option 2">
    <p:spTree>
      <p:nvGrpSpPr>
        <p:cNvPr id="1" name=""/>
        <p:cNvGrpSpPr/>
        <p:nvPr/>
      </p:nvGrpSpPr>
      <p:grpSpPr>
        <a:xfrm>
          <a:off x="0" y="0"/>
          <a:ext cx="0" cy="0"/>
          <a:chOff x="0" y="0"/>
          <a:chExt cx="0" cy="0"/>
        </a:xfrm>
      </p:grpSpPr>
      <p:sp>
        <p:nvSpPr>
          <p:cNvPr id="14" name="Text Placeholder 22"/>
          <p:cNvSpPr>
            <a:spLocks noGrp="1"/>
          </p:cNvSpPr>
          <p:nvPr>
            <p:ph type="body" sz="quarter" idx="11" hasCustomPrompt="1"/>
          </p:nvPr>
        </p:nvSpPr>
        <p:spPr>
          <a:xfrm>
            <a:off x="460744" y="457201"/>
            <a:ext cx="7235456" cy="533400"/>
          </a:xfrm>
          <a:prstGeom prst="rect">
            <a:avLst/>
          </a:prstGeom>
        </p:spPr>
        <p:txBody>
          <a:bodyPr anchor="ctr"/>
          <a:lstStyle>
            <a:lvl1pPr>
              <a:defRPr sz="3000" baseline="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5"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sp>
        <p:nvSpPr>
          <p:cNvPr id="24" name="Rectangle 23"/>
          <p:cNvSpPr/>
          <p:nvPr userDrawn="1"/>
        </p:nvSpPr>
        <p:spPr>
          <a:xfrm>
            <a:off x="4097868" y="1928160"/>
            <a:ext cx="7635138" cy="1233639"/>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25" name="Parallelogram 24"/>
          <p:cNvSpPr/>
          <p:nvPr userDrawn="1"/>
        </p:nvSpPr>
        <p:spPr>
          <a:xfrm>
            <a:off x="3617383" y="1928160"/>
            <a:ext cx="960968" cy="1233639"/>
          </a:xfrm>
          <a:prstGeom prst="parallelogram">
            <a:avLst>
              <a:gd name="adj" fmla="val 4909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26" name="Rectangle 25"/>
          <p:cNvSpPr/>
          <p:nvPr userDrawn="1"/>
        </p:nvSpPr>
        <p:spPr>
          <a:xfrm>
            <a:off x="1066800" y="1928160"/>
            <a:ext cx="3031067" cy="12336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27" name="Rectangle 26"/>
          <p:cNvSpPr/>
          <p:nvPr userDrawn="1"/>
        </p:nvSpPr>
        <p:spPr>
          <a:xfrm>
            <a:off x="457201" y="1928160"/>
            <a:ext cx="609599" cy="12336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28" name="Rectangle 27"/>
          <p:cNvSpPr/>
          <p:nvPr userDrawn="1"/>
        </p:nvSpPr>
        <p:spPr>
          <a:xfrm>
            <a:off x="4097868" y="3356039"/>
            <a:ext cx="7635138" cy="1233639"/>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29" name="Parallelogram 28"/>
          <p:cNvSpPr/>
          <p:nvPr userDrawn="1"/>
        </p:nvSpPr>
        <p:spPr>
          <a:xfrm>
            <a:off x="3617383" y="3356039"/>
            <a:ext cx="960968" cy="1233639"/>
          </a:xfrm>
          <a:prstGeom prst="parallelogram">
            <a:avLst>
              <a:gd name="adj" fmla="val 4909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0" name="Rectangle 29"/>
          <p:cNvSpPr/>
          <p:nvPr userDrawn="1"/>
        </p:nvSpPr>
        <p:spPr>
          <a:xfrm>
            <a:off x="1066800" y="3356039"/>
            <a:ext cx="3031067" cy="123363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31" name="Rectangle 30"/>
          <p:cNvSpPr/>
          <p:nvPr userDrawn="1"/>
        </p:nvSpPr>
        <p:spPr>
          <a:xfrm>
            <a:off x="457201" y="3356039"/>
            <a:ext cx="609599" cy="123363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32" name="Rectangle 31"/>
          <p:cNvSpPr/>
          <p:nvPr userDrawn="1"/>
        </p:nvSpPr>
        <p:spPr>
          <a:xfrm>
            <a:off x="4097868" y="4783918"/>
            <a:ext cx="7635138" cy="1233639"/>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33" name="Parallelogram 32"/>
          <p:cNvSpPr/>
          <p:nvPr userDrawn="1"/>
        </p:nvSpPr>
        <p:spPr>
          <a:xfrm>
            <a:off x="3617383" y="4783918"/>
            <a:ext cx="960968" cy="1233639"/>
          </a:xfrm>
          <a:prstGeom prst="parallelogram">
            <a:avLst>
              <a:gd name="adj" fmla="val 49097"/>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4" name="Rectangle 33"/>
          <p:cNvSpPr/>
          <p:nvPr userDrawn="1"/>
        </p:nvSpPr>
        <p:spPr>
          <a:xfrm>
            <a:off x="1066800" y="4783918"/>
            <a:ext cx="3031067" cy="123363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35" name="Rectangle 34"/>
          <p:cNvSpPr/>
          <p:nvPr userDrawn="1"/>
        </p:nvSpPr>
        <p:spPr>
          <a:xfrm>
            <a:off x="457201" y="4783918"/>
            <a:ext cx="609599" cy="123363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4" name="Text Placeholder 3"/>
          <p:cNvSpPr>
            <a:spLocks noGrp="1"/>
          </p:cNvSpPr>
          <p:nvPr>
            <p:ph type="body" sz="quarter" idx="13" hasCustomPrompt="1"/>
          </p:nvPr>
        </p:nvSpPr>
        <p:spPr>
          <a:xfrm>
            <a:off x="457200" y="2256784"/>
            <a:ext cx="619763" cy="571440"/>
          </a:xfrm>
          <a:prstGeom prst="rect">
            <a:avLst/>
          </a:prstGeom>
        </p:spPr>
        <p:txBody>
          <a:bodyPr anchor="ctr"/>
          <a:lstStyle>
            <a:lvl1pPr algn="ctr">
              <a:defRPr sz="5400">
                <a:solidFill>
                  <a:schemeClr val="bg1"/>
                </a:solidFill>
              </a:defRPr>
            </a:lvl1pPr>
          </a:lstStyle>
          <a:p>
            <a:pPr lvl="0"/>
            <a:r>
              <a:rPr lang="en-US" dirty="0"/>
              <a:t>1</a:t>
            </a:r>
            <a:endParaRPr lang="en-IN" dirty="0"/>
          </a:p>
        </p:txBody>
      </p:sp>
      <p:sp>
        <p:nvSpPr>
          <p:cNvPr id="36" name="Text Placeholder 3"/>
          <p:cNvSpPr>
            <a:spLocks noGrp="1"/>
          </p:cNvSpPr>
          <p:nvPr>
            <p:ph type="body" sz="quarter" idx="14" hasCustomPrompt="1"/>
          </p:nvPr>
        </p:nvSpPr>
        <p:spPr>
          <a:xfrm>
            <a:off x="457200" y="3691632"/>
            <a:ext cx="609599" cy="569421"/>
          </a:xfrm>
          <a:prstGeom prst="rect">
            <a:avLst/>
          </a:prstGeom>
        </p:spPr>
        <p:txBody>
          <a:bodyPr anchor="ctr"/>
          <a:lstStyle>
            <a:lvl1pPr algn="ctr">
              <a:defRPr sz="5400">
                <a:solidFill>
                  <a:schemeClr val="bg1"/>
                </a:solidFill>
              </a:defRPr>
            </a:lvl1pPr>
          </a:lstStyle>
          <a:p>
            <a:pPr lvl="0"/>
            <a:r>
              <a:rPr lang="en-US" dirty="0"/>
              <a:t>2</a:t>
            </a:r>
            <a:endParaRPr lang="en-IN" dirty="0"/>
          </a:p>
        </p:txBody>
      </p:sp>
      <p:sp>
        <p:nvSpPr>
          <p:cNvPr id="37" name="Text Placeholder 3"/>
          <p:cNvSpPr>
            <a:spLocks noGrp="1"/>
          </p:cNvSpPr>
          <p:nvPr>
            <p:ph type="body" sz="quarter" idx="15" hasCustomPrompt="1"/>
          </p:nvPr>
        </p:nvSpPr>
        <p:spPr>
          <a:xfrm>
            <a:off x="457200" y="4901745"/>
            <a:ext cx="609599" cy="905014"/>
          </a:xfrm>
          <a:prstGeom prst="rect">
            <a:avLst/>
          </a:prstGeom>
        </p:spPr>
        <p:txBody>
          <a:bodyPr anchor="ctr"/>
          <a:lstStyle>
            <a:lvl1pPr algn="ctr">
              <a:lnSpc>
                <a:spcPts val="6480"/>
              </a:lnSpc>
              <a:defRPr sz="5400">
                <a:solidFill>
                  <a:schemeClr val="bg1"/>
                </a:solidFill>
              </a:defRPr>
            </a:lvl1pPr>
          </a:lstStyle>
          <a:p>
            <a:pPr lvl="0"/>
            <a:r>
              <a:rPr lang="en-US" dirty="0"/>
              <a:t>3</a:t>
            </a:r>
            <a:endParaRPr lang="en-IN" dirty="0"/>
          </a:p>
        </p:txBody>
      </p:sp>
      <p:sp>
        <p:nvSpPr>
          <p:cNvPr id="38" name="Text Placeholder 5"/>
          <p:cNvSpPr>
            <a:spLocks noGrp="1"/>
          </p:cNvSpPr>
          <p:nvPr>
            <p:ph type="body" sz="quarter" idx="18" hasCustomPrompt="1"/>
          </p:nvPr>
        </p:nvSpPr>
        <p:spPr>
          <a:xfrm>
            <a:off x="1219200" y="2256783"/>
            <a:ext cx="3200400" cy="576391"/>
          </a:xfrm>
          <a:prstGeom prst="rect">
            <a:avLst/>
          </a:prstGeo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39" name="Text Placeholder 5"/>
          <p:cNvSpPr>
            <a:spLocks noGrp="1"/>
          </p:cNvSpPr>
          <p:nvPr>
            <p:ph type="body" sz="quarter" idx="19" hasCustomPrompt="1"/>
          </p:nvPr>
        </p:nvSpPr>
        <p:spPr>
          <a:xfrm>
            <a:off x="1219200" y="3684662"/>
            <a:ext cx="3200400" cy="576391"/>
          </a:xfrm>
          <a:prstGeom prst="rect">
            <a:avLst/>
          </a:prstGeo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40" name="Text Placeholder 5"/>
          <p:cNvSpPr>
            <a:spLocks noGrp="1"/>
          </p:cNvSpPr>
          <p:nvPr>
            <p:ph type="body" sz="quarter" idx="20" hasCustomPrompt="1"/>
          </p:nvPr>
        </p:nvSpPr>
        <p:spPr>
          <a:xfrm>
            <a:off x="1219200" y="5112541"/>
            <a:ext cx="3200400" cy="576391"/>
          </a:xfrm>
          <a:prstGeom prst="rect">
            <a:avLst/>
          </a:prstGeo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41" name="Text Placeholder 5"/>
          <p:cNvSpPr>
            <a:spLocks noGrp="1"/>
          </p:cNvSpPr>
          <p:nvPr>
            <p:ph type="body" sz="quarter" idx="21" hasCustomPrompt="1"/>
          </p:nvPr>
        </p:nvSpPr>
        <p:spPr>
          <a:xfrm>
            <a:off x="4796526" y="2256783"/>
            <a:ext cx="6709673" cy="576391"/>
          </a:xfrm>
          <a:prstGeom prst="rect">
            <a:avLst/>
          </a:prstGeom>
        </p:spPr>
        <p:txBody>
          <a:bodyPr anchor="ctr"/>
          <a:lstStyle>
            <a:lvl1pP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endParaRPr lang="en-US" dirty="0"/>
          </a:p>
        </p:txBody>
      </p:sp>
      <p:sp>
        <p:nvSpPr>
          <p:cNvPr id="42" name="Text Placeholder 5"/>
          <p:cNvSpPr>
            <a:spLocks noGrp="1"/>
          </p:cNvSpPr>
          <p:nvPr>
            <p:ph type="body" sz="quarter" idx="22" hasCustomPrompt="1"/>
          </p:nvPr>
        </p:nvSpPr>
        <p:spPr>
          <a:xfrm>
            <a:off x="4796526" y="3684662"/>
            <a:ext cx="6709673" cy="576391"/>
          </a:xfrm>
          <a:prstGeom prst="rect">
            <a:avLst/>
          </a:prstGeom>
        </p:spPr>
        <p:txBody>
          <a:bodyPr anchor="ctr"/>
          <a:lstStyle>
            <a:lvl1pP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endParaRPr lang="en-US" dirty="0"/>
          </a:p>
        </p:txBody>
      </p:sp>
      <p:sp>
        <p:nvSpPr>
          <p:cNvPr id="43" name="Text Placeholder 5"/>
          <p:cNvSpPr>
            <a:spLocks noGrp="1"/>
          </p:cNvSpPr>
          <p:nvPr>
            <p:ph type="body" sz="quarter" idx="23" hasCustomPrompt="1"/>
          </p:nvPr>
        </p:nvSpPr>
        <p:spPr>
          <a:xfrm>
            <a:off x="4796526" y="5117829"/>
            <a:ext cx="6709673" cy="576391"/>
          </a:xfrm>
          <a:prstGeom prst="rect">
            <a:avLst/>
          </a:prstGeom>
        </p:spPr>
        <p:txBody>
          <a:bodyPr anchor="ctr"/>
          <a:lstStyle>
            <a:lvl1pP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endParaRPr lang="en-US" dirty="0"/>
          </a:p>
        </p:txBody>
      </p:sp>
    </p:spTree>
    <p:extLst>
      <p:ext uri="{BB962C8B-B14F-4D97-AF65-F5344CB8AC3E}">
        <p14:creationId xmlns:p14="http://schemas.microsoft.com/office/powerpoint/2010/main" val="237513764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laceholder for 3 Option 3">
    <p:spTree>
      <p:nvGrpSpPr>
        <p:cNvPr id="1" name=""/>
        <p:cNvGrpSpPr/>
        <p:nvPr/>
      </p:nvGrpSpPr>
      <p:grpSpPr>
        <a:xfrm>
          <a:off x="0" y="0"/>
          <a:ext cx="0" cy="0"/>
          <a:chOff x="0" y="0"/>
          <a:chExt cx="0" cy="0"/>
        </a:xfrm>
      </p:grpSpPr>
      <p:sp>
        <p:nvSpPr>
          <p:cNvPr id="4" name="Rectangle 3"/>
          <p:cNvSpPr/>
          <p:nvPr userDrawn="1"/>
        </p:nvSpPr>
        <p:spPr>
          <a:xfrm>
            <a:off x="457200" y="1945849"/>
            <a:ext cx="11275806" cy="5714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n>
                <a:noFill/>
              </a:ln>
            </a:endParaRPr>
          </a:p>
        </p:txBody>
      </p:sp>
      <p:sp>
        <p:nvSpPr>
          <p:cNvPr id="14" name="Text Placeholder 22"/>
          <p:cNvSpPr>
            <a:spLocks noGrp="1"/>
          </p:cNvSpPr>
          <p:nvPr>
            <p:ph type="body" sz="quarter" idx="11" hasCustomPrompt="1"/>
          </p:nvPr>
        </p:nvSpPr>
        <p:spPr>
          <a:xfrm>
            <a:off x="460744" y="457201"/>
            <a:ext cx="7235456" cy="533400"/>
          </a:xfrm>
          <a:prstGeom prst="rect">
            <a:avLst/>
          </a:prstGeom>
        </p:spPr>
        <p:txBody>
          <a:bodyPr anchor="ctr"/>
          <a:lstStyle>
            <a:lvl1pPr>
              <a:defRPr sz="3000" baseline="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5"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sp>
        <p:nvSpPr>
          <p:cNvPr id="28" name="Rectangle 27"/>
          <p:cNvSpPr/>
          <p:nvPr userDrawn="1"/>
        </p:nvSpPr>
        <p:spPr>
          <a:xfrm>
            <a:off x="457199" y="2559541"/>
            <a:ext cx="3522121" cy="3486150"/>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29" name="Parallelogram 28"/>
          <p:cNvSpPr/>
          <p:nvPr userDrawn="1"/>
        </p:nvSpPr>
        <p:spPr>
          <a:xfrm>
            <a:off x="3174109" y="2559542"/>
            <a:ext cx="805212" cy="800456"/>
          </a:xfrm>
          <a:prstGeom prst="parallelogram">
            <a:avLst>
              <a:gd name="adj" fmla="val 4909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0" name="Rectangle 29"/>
          <p:cNvSpPr/>
          <p:nvPr userDrawn="1"/>
        </p:nvSpPr>
        <p:spPr>
          <a:xfrm>
            <a:off x="464595" y="2559542"/>
            <a:ext cx="3095876" cy="80045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54" name="Text Placeholder 3"/>
          <p:cNvSpPr>
            <a:spLocks noGrp="1"/>
          </p:cNvSpPr>
          <p:nvPr userDrawn="1">
            <p:ph type="body" sz="quarter" idx="13" hasCustomPrompt="1"/>
          </p:nvPr>
        </p:nvSpPr>
        <p:spPr>
          <a:xfrm>
            <a:off x="457200" y="1945849"/>
            <a:ext cx="11275806" cy="571440"/>
          </a:xfrm>
          <a:prstGeom prst="rect">
            <a:avLst/>
          </a:prstGeom>
        </p:spPr>
        <p:txBody>
          <a:bodyPr anchor="ctr"/>
          <a:lstStyle>
            <a:lvl1pPr algn="ctr">
              <a:defRPr sz="2000">
                <a:solidFill>
                  <a:schemeClr val="bg1"/>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endParaRPr lang="en-IN" dirty="0"/>
          </a:p>
        </p:txBody>
      </p:sp>
      <p:sp>
        <p:nvSpPr>
          <p:cNvPr id="55" name="Text Placeholder 5"/>
          <p:cNvSpPr>
            <a:spLocks noGrp="1"/>
          </p:cNvSpPr>
          <p:nvPr userDrawn="1">
            <p:ph type="body" sz="quarter" idx="18" hasCustomPrompt="1"/>
          </p:nvPr>
        </p:nvSpPr>
        <p:spPr>
          <a:xfrm>
            <a:off x="609600" y="2671575"/>
            <a:ext cx="3192469" cy="576391"/>
          </a:xfrm>
          <a:prstGeom prst="rect">
            <a:avLst/>
          </a:prstGeom>
        </p:spPr>
        <p:txBody>
          <a:bodyPr anchor="ctr"/>
          <a:lstStyle>
            <a:lvl1pP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56" name="Text Placeholder 5"/>
          <p:cNvSpPr>
            <a:spLocks noGrp="1"/>
          </p:cNvSpPr>
          <p:nvPr userDrawn="1">
            <p:ph type="body" sz="quarter" idx="21" hasCustomPrompt="1"/>
          </p:nvPr>
        </p:nvSpPr>
        <p:spPr>
          <a:xfrm>
            <a:off x="609600" y="3473181"/>
            <a:ext cx="3192469" cy="2572510"/>
          </a:xfrm>
          <a:prstGeom prst="rect">
            <a:avLst/>
          </a:prstGeom>
        </p:spPr>
        <p:txBody>
          <a:bodyPr anchor="t"/>
          <a:lstStyle>
            <a:lvl1pP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endParaRPr lang="en-US" dirty="0"/>
          </a:p>
        </p:txBody>
      </p:sp>
      <p:sp>
        <p:nvSpPr>
          <p:cNvPr id="79" name="Rectangle 78"/>
          <p:cNvSpPr/>
          <p:nvPr userDrawn="1"/>
        </p:nvSpPr>
        <p:spPr>
          <a:xfrm>
            <a:off x="8210884" y="2559541"/>
            <a:ext cx="3522122" cy="3486150"/>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80" name="Parallelogram 79"/>
          <p:cNvSpPr/>
          <p:nvPr userDrawn="1"/>
        </p:nvSpPr>
        <p:spPr>
          <a:xfrm>
            <a:off x="10927794" y="2559542"/>
            <a:ext cx="805212" cy="800456"/>
          </a:xfrm>
          <a:prstGeom prst="parallelogram">
            <a:avLst>
              <a:gd name="adj" fmla="val 4909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81" name="Rectangle 80"/>
          <p:cNvSpPr/>
          <p:nvPr userDrawn="1"/>
        </p:nvSpPr>
        <p:spPr>
          <a:xfrm>
            <a:off x="8218280" y="2559542"/>
            <a:ext cx="3095876" cy="8004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82" name="Text Placeholder 5"/>
          <p:cNvSpPr>
            <a:spLocks noGrp="1"/>
          </p:cNvSpPr>
          <p:nvPr>
            <p:ph type="body" sz="quarter" idx="22" hasCustomPrompt="1"/>
          </p:nvPr>
        </p:nvSpPr>
        <p:spPr>
          <a:xfrm>
            <a:off x="8363285" y="2671575"/>
            <a:ext cx="3192469" cy="576391"/>
          </a:xfrm>
          <a:prstGeom prst="rect">
            <a:avLst/>
          </a:prstGeom>
        </p:spPr>
        <p:txBody>
          <a:bodyPr anchor="ctr"/>
          <a:lstStyle>
            <a:lvl1pP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83" name="Text Placeholder 5"/>
          <p:cNvSpPr>
            <a:spLocks noGrp="1"/>
          </p:cNvSpPr>
          <p:nvPr>
            <p:ph type="body" sz="quarter" idx="23" hasCustomPrompt="1"/>
          </p:nvPr>
        </p:nvSpPr>
        <p:spPr>
          <a:xfrm>
            <a:off x="8363285" y="3473181"/>
            <a:ext cx="3192469" cy="2572510"/>
          </a:xfrm>
          <a:prstGeom prst="rect">
            <a:avLst/>
          </a:prstGeom>
        </p:spPr>
        <p:txBody>
          <a:bodyPr anchor="t"/>
          <a:lstStyle>
            <a:lvl1pP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endParaRPr lang="en-US" dirty="0"/>
          </a:p>
        </p:txBody>
      </p:sp>
      <p:sp>
        <p:nvSpPr>
          <p:cNvPr id="84" name="Rectangle 83"/>
          <p:cNvSpPr/>
          <p:nvPr userDrawn="1"/>
        </p:nvSpPr>
        <p:spPr>
          <a:xfrm>
            <a:off x="4334041" y="2559541"/>
            <a:ext cx="3522122" cy="3486150"/>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85" name="Parallelogram 84"/>
          <p:cNvSpPr/>
          <p:nvPr userDrawn="1"/>
        </p:nvSpPr>
        <p:spPr>
          <a:xfrm>
            <a:off x="7050951" y="2559542"/>
            <a:ext cx="805212" cy="800456"/>
          </a:xfrm>
          <a:prstGeom prst="parallelogram">
            <a:avLst>
              <a:gd name="adj" fmla="val 4909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86" name="Rectangle 85"/>
          <p:cNvSpPr/>
          <p:nvPr userDrawn="1"/>
        </p:nvSpPr>
        <p:spPr>
          <a:xfrm>
            <a:off x="4341437" y="2559542"/>
            <a:ext cx="3095876" cy="80045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87" name="Text Placeholder 5"/>
          <p:cNvSpPr>
            <a:spLocks noGrp="1"/>
          </p:cNvSpPr>
          <p:nvPr>
            <p:ph type="body" sz="quarter" idx="24" hasCustomPrompt="1"/>
          </p:nvPr>
        </p:nvSpPr>
        <p:spPr>
          <a:xfrm>
            <a:off x="4486442" y="2671575"/>
            <a:ext cx="3192469" cy="576391"/>
          </a:xfrm>
          <a:prstGeom prst="rect">
            <a:avLst/>
          </a:prstGeom>
        </p:spPr>
        <p:txBody>
          <a:bodyPr anchor="ctr"/>
          <a:lstStyle>
            <a:lvl1pP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88" name="Text Placeholder 5"/>
          <p:cNvSpPr>
            <a:spLocks noGrp="1"/>
          </p:cNvSpPr>
          <p:nvPr>
            <p:ph type="body" sz="quarter" idx="25" hasCustomPrompt="1"/>
          </p:nvPr>
        </p:nvSpPr>
        <p:spPr>
          <a:xfrm>
            <a:off x="4486442" y="3473181"/>
            <a:ext cx="3192469" cy="2572510"/>
          </a:xfrm>
          <a:prstGeom prst="rect">
            <a:avLst/>
          </a:prstGeom>
        </p:spPr>
        <p:txBody>
          <a:bodyPr anchor="t"/>
          <a:lstStyle>
            <a:lvl1pP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endParaRPr lang="en-US" dirty="0"/>
          </a:p>
        </p:txBody>
      </p:sp>
    </p:spTree>
    <p:extLst>
      <p:ext uri="{BB962C8B-B14F-4D97-AF65-F5344CB8AC3E}">
        <p14:creationId xmlns:p14="http://schemas.microsoft.com/office/powerpoint/2010/main" val="1025067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Placeholder for 4">
    <p:spTree>
      <p:nvGrpSpPr>
        <p:cNvPr id="1" name=""/>
        <p:cNvGrpSpPr/>
        <p:nvPr/>
      </p:nvGrpSpPr>
      <p:grpSpPr>
        <a:xfrm>
          <a:off x="0" y="0"/>
          <a:ext cx="0" cy="0"/>
          <a:chOff x="0" y="0"/>
          <a:chExt cx="0" cy="0"/>
        </a:xfrm>
      </p:grpSpPr>
      <p:sp>
        <p:nvSpPr>
          <p:cNvPr id="4" name="Rectangle 3"/>
          <p:cNvSpPr/>
          <p:nvPr userDrawn="1"/>
        </p:nvSpPr>
        <p:spPr>
          <a:xfrm>
            <a:off x="457200" y="1945849"/>
            <a:ext cx="11275806" cy="5714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n>
                <a:noFill/>
              </a:ln>
            </a:endParaRPr>
          </a:p>
        </p:txBody>
      </p:sp>
      <p:sp>
        <p:nvSpPr>
          <p:cNvPr id="14" name="Text Placeholder 22"/>
          <p:cNvSpPr>
            <a:spLocks noGrp="1"/>
          </p:cNvSpPr>
          <p:nvPr>
            <p:ph type="body" sz="quarter" idx="11" hasCustomPrompt="1"/>
          </p:nvPr>
        </p:nvSpPr>
        <p:spPr>
          <a:xfrm>
            <a:off x="460744" y="457201"/>
            <a:ext cx="7235456" cy="533400"/>
          </a:xfrm>
          <a:prstGeom prst="rect">
            <a:avLst/>
          </a:prstGeom>
        </p:spPr>
        <p:txBody>
          <a:bodyPr anchor="ctr"/>
          <a:lstStyle>
            <a:lvl1pPr>
              <a:defRPr sz="3000" baseline="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5"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sp>
        <p:nvSpPr>
          <p:cNvPr id="28" name="Rectangle 27"/>
          <p:cNvSpPr/>
          <p:nvPr userDrawn="1"/>
        </p:nvSpPr>
        <p:spPr>
          <a:xfrm>
            <a:off x="457199" y="2559541"/>
            <a:ext cx="2740483" cy="3695210"/>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30" name="Rectangle 29"/>
          <p:cNvSpPr/>
          <p:nvPr userDrawn="1"/>
        </p:nvSpPr>
        <p:spPr>
          <a:xfrm>
            <a:off x="464596" y="2559542"/>
            <a:ext cx="2330480" cy="80045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54" name="Text Placeholder 3"/>
          <p:cNvSpPr>
            <a:spLocks noGrp="1"/>
          </p:cNvSpPr>
          <p:nvPr userDrawn="1">
            <p:ph type="body" sz="quarter" idx="13" hasCustomPrompt="1"/>
          </p:nvPr>
        </p:nvSpPr>
        <p:spPr>
          <a:xfrm>
            <a:off x="457200" y="1945849"/>
            <a:ext cx="11275806" cy="571440"/>
          </a:xfrm>
          <a:prstGeom prst="rect">
            <a:avLst/>
          </a:prstGeom>
        </p:spPr>
        <p:txBody>
          <a:bodyPr anchor="ctr"/>
          <a:lstStyle>
            <a:lvl1pPr algn="ctr">
              <a:defRPr sz="2000">
                <a:solidFill>
                  <a:schemeClr val="bg1"/>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endParaRPr lang="en-IN" dirty="0"/>
          </a:p>
        </p:txBody>
      </p:sp>
      <p:sp>
        <p:nvSpPr>
          <p:cNvPr id="56" name="Text Placeholder 5"/>
          <p:cNvSpPr>
            <a:spLocks noGrp="1"/>
          </p:cNvSpPr>
          <p:nvPr userDrawn="1">
            <p:ph type="body" sz="quarter" idx="21" hasCustomPrompt="1"/>
          </p:nvPr>
        </p:nvSpPr>
        <p:spPr>
          <a:xfrm>
            <a:off x="609601" y="3473181"/>
            <a:ext cx="2377257" cy="2572510"/>
          </a:xfrm>
          <a:prstGeom prst="rect">
            <a:avLst/>
          </a:prstGeom>
        </p:spPr>
        <p:txBody>
          <a:bodyPr anchor="t"/>
          <a:lstStyle>
            <a:lvl1pPr>
              <a:defRPr sz="12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a:t>
            </a:r>
            <a:r>
              <a:rPr lang="en-US" dirty="0"/>
              <a:t>.</a:t>
            </a:r>
          </a:p>
        </p:txBody>
      </p:sp>
      <p:sp>
        <p:nvSpPr>
          <p:cNvPr id="24" name="Parallelogram 23"/>
          <p:cNvSpPr/>
          <p:nvPr userDrawn="1"/>
        </p:nvSpPr>
        <p:spPr>
          <a:xfrm>
            <a:off x="2392470" y="2559542"/>
            <a:ext cx="805212" cy="800456"/>
          </a:xfrm>
          <a:prstGeom prst="parallelogram">
            <a:avLst>
              <a:gd name="adj" fmla="val 4909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55" name="Text Placeholder 5"/>
          <p:cNvSpPr>
            <a:spLocks noGrp="1"/>
          </p:cNvSpPr>
          <p:nvPr userDrawn="1">
            <p:ph type="body" sz="quarter" idx="18" hasCustomPrompt="1"/>
          </p:nvPr>
        </p:nvSpPr>
        <p:spPr>
          <a:xfrm>
            <a:off x="609601" y="2671575"/>
            <a:ext cx="2377257" cy="576391"/>
          </a:xfrm>
          <a:prstGeom prst="rect">
            <a:avLst/>
          </a:prstGeom>
        </p:spPr>
        <p:txBody>
          <a:bodyPr anchor="ctr"/>
          <a:lstStyle>
            <a:lvl1pP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endParaRPr lang="en-US" dirty="0"/>
          </a:p>
        </p:txBody>
      </p:sp>
      <p:sp>
        <p:nvSpPr>
          <p:cNvPr id="61" name="Rectangle 60"/>
          <p:cNvSpPr/>
          <p:nvPr userDrawn="1"/>
        </p:nvSpPr>
        <p:spPr>
          <a:xfrm>
            <a:off x="3302307" y="2559541"/>
            <a:ext cx="2740483" cy="3695210"/>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62" name="Rectangle 61"/>
          <p:cNvSpPr/>
          <p:nvPr userDrawn="1"/>
        </p:nvSpPr>
        <p:spPr>
          <a:xfrm>
            <a:off x="6147415" y="2559541"/>
            <a:ext cx="2740483" cy="3695210"/>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63" name="Rectangle 62"/>
          <p:cNvSpPr/>
          <p:nvPr userDrawn="1"/>
        </p:nvSpPr>
        <p:spPr>
          <a:xfrm>
            <a:off x="8992523" y="2559541"/>
            <a:ext cx="2740483" cy="3695210"/>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64" name="Rectangle 63"/>
          <p:cNvSpPr/>
          <p:nvPr userDrawn="1"/>
        </p:nvSpPr>
        <p:spPr>
          <a:xfrm>
            <a:off x="3302307" y="2559542"/>
            <a:ext cx="2330480" cy="80045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65" name="Text Placeholder 5"/>
          <p:cNvSpPr>
            <a:spLocks noGrp="1"/>
          </p:cNvSpPr>
          <p:nvPr>
            <p:ph type="body" sz="quarter" idx="22" hasCustomPrompt="1"/>
          </p:nvPr>
        </p:nvSpPr>
        <p:spPr>
          <a:xfrm>
            <a:off x="3447312" y="3473181"/>
            <a:ext cx="2377257" cy="2572510"/>
          </a:xfrm>
          <a:prstGeom prst="rect">
            <a:avLst/>
          </a:prstGeom>
        </p:spPr>
        <p:txBody>
          <a:bodyPr anchor="t"/>
          <a:lstStyle>
            <a:lvl1pPr>
              <a:defRPr sz="12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a:t>
            </a:r>
            <a:r>
              <a:rPr lang="en-US" dirty="0"/>
              <a:t>.</a:t>
            </a:r>
          </a:p>
        </p:txBody>
      </p:sp>
      <p:sp>
        <p:nvSpPr>
          <p:cNvPr id="66" name="Parallelogram 65"/>
          <p:cNvSpPr/>
          <p:nvPr userDrawn="1"/>
        </p:nvSpPr>
        <p:spPr>
          <a:xfrm>
            <a:off x="5230181" y="2559542"/>
            <a:ext cx="805212" cy="800456"/>
          </a:xfrm>
          <a:prstGeom prst="parallelogram">
            <a:avLst>
              <a:gd name="adj" fmla="val 4909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67" name="Text Placeholder 5"/>
          <p:cNvSpPr>
            <a:spLocks noGrp="1"/>
          </p:cNvSpPr>
          <p:nvPr>
            <p:ph type="body" sz="quarter" idx="23" hasCustomPrompt="1"/>
          </p:nvPr>
        </p:nvSpPr>
        <p:spPr>
          <a:xfrm>
            <a:off x="3447312" y="2671575"/>
            <a:ext cx="2377257" cy="576391"/>
          </a:xfrm>
          <a:prstGeom prst="rect">
            <a:avLst/>
          </a:prstGeom>
        </p:spPr>
        <p:txBody>
          <a:bodyPr anchor="ctr"/>
          <a:lstStyle>
            <a:lvl1pP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endParaRPr lang="en-US" dirty="0"/>
          </a:p>
        </p:txBody>
      </p:sp>
      <p:sp>
        <p:nvSpPr>
          <p:cNvPr id="68" name="Rectangle 67"/>
          <p:cNvSpPr/>
          <p:nvPr userDrawn="1"/>
        </p:nvSpPr>
        <p:spPr>
          <a:xfrm>
            <a:off x="6140018" y="2559542"/>
            <a:ext cx="2330480" cy="8004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69" name="Text Placeholder 5"/>
          <p:cNvSpPr>
            <a:spLocks noGrp="1"/>
          </p:cNvSpPr>
          <p:nvPr>
            <p:ph type="body" sz="quarter" idx="24" hasCustomPrompt="1"/>
          </p:nvPr>
        </p:nvSpPr>
        <p:spPr>
          <a:xfrm>
            <a:off x="6285023" y="3473181"/>
            <a:ext cx="2377257" cy="2572510"/>
          </a:xfrm>
          <a:prstGeom prst="rect">
            <a:avLst/>
          </a:prstGeom>
        </p:spPr>
        <p:txBody>
          <a:bodyPr anchor="t"/>
          <a:lstStyle>
            <a:lvl1pPr>
              <a:defRPr sz="12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a:t>
            </a:r>
            <a:r>
              <a:rPr lang="en-US" dirty="0"/>
              <a:t>.</a:t>
            </a:r>
          </a:p>
        </p:txBody>
      </p:sp>
      <p:sp>
        <p:nvSpPr>
          <p:cNvPr id="70" name="Parallelogram 69"/>
          <p:cNvSpPr/>
          <p:nvPr userDrawn="1"/>
        </p:nvSpPr>
        <p:spPr>
          <a:xfrm>
            <a:off x="8067892" y="2559542"/>
            <a:ext cx="805212" cy="800456"/>
          </a:xfrm>
          <a:prstGeom prst="parallelogram">
            <a:avLst>
              <a:gd name="adj" fmla="val 4909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71" name="Text Placeholder 5"/>
          <p:cNvSpPr>
            <a:spLocks noGrp="1"/>
          </p:cNvSpPr>
          <p:nvPr>
            <p:ph type="body" sz="quarter" idx="25" hasCustomPrompt="1"/>
          </p:nvPr>
        </p:nvSpPr>
        <p:spPr>
          <a:xfrm>
            <a:off x="6285023" y="2671575"/>
            <a:ext cx="2377257" cy="576391"/>
          </a:xfrm>
          <a:prstGeom prst="rect">
            <a:avLst/>
          </a:prstGeom>
        </p:spPr>
        <p:txBody>
          <a:bodyPr anchor="ctr"/>
          <a:lstStyle>
            <a:lvl1pP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endParaRPr lang="en-US" dirty="0"/>
          </a:p>
        </p:txBody>
      </p:sp>
      <p:sp>
        <p:nvSpPr>
          <p:cNvPr id="72" name="Rectangle 71"/>
          <p:cNvSpPr/>
          <p:nvPr userDrawn="1"/>
        </p:nvSpPr>
        <p:spPr>
          <a:xfrm>
            <a:off x="9002048" y="2559542"/>
            <a:ext cx="2330480" cy="80045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73" name="Text Placeholder 5"/>
          <p:cNvSpPr>
            <a:spLocks noGrp="1"/>
          </p:cNvSpPr>
          <p:nvPr>
            <p:ph type="body" sz="quarter" idx="26" hasCustomPrompt="1"/>
          </p:nvPr>
        </p:nvSpPr>
        <p:spPr>
          <a:xfrm>
            <a:off x="9147053" y="3473181"/>
            <a:ext cx="2377257" cy="2572510"/>
          </a:xfrm>
          <a:prstGeom prst="rect">
            <a:avLst/>
          </a:prstGeom>
        </p:spPr>
        <p:txBody>
          <a:bodyPr anchor="t"/>
          <a:lstStyle>
            <a:lvl1pPr>
              <a:defRPr sz="12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a:t>
            </a:r>
            <a:r>
              <a:rPr lang="en-US" dirty="0"/>
              <a:t>.</a:t>
            </a:r>
          </a:p>
        </p:txBody>
      </p:sp>
      <p:sp>
        <p:nvSpPr>
          <p:cNvPr id="74" name="Parallelogram 73"/>
          <p:cNvSpPr/>
          <p:nvPr userDrawn="1"/>
        </p:nvSpPr>
        <p:spPr>
          <a:xfrm>
            <a:off x="10929922" y="2559542"/>
            <a:ext cx="805212" cy="800456"/>
          </a:xfrm>
          <a:prstGeom prst="parallelogram">
            <a:avLst>
              <a:gd name="adj" fmla="val 4909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75" name="Text Placeholder 5"/>
          <p:cNvSpPr>
            <a:spLocks noGrp="1"/>
          </p:cNvSpPr>
          <p:nvPr>
            <p:ph type="body" sz="quarter" idx="27" hasCustomPrompt="1"/>
          </p:nvPr>
        </p:nvSpPr>
        <p:spPr>
          <a:xfrm>
            <a:off x="9147053" y="2671575"/>
            <a:ext cx="2377257" cy="576391"/>
          </a:xfrm>
          <a:prstGeom prst="rect">
            <a:avLst/>
          </a:prstGeom>
        </p:spPr>
        <p:txBody>
          <a:bodyPr anchor="ctr"/>
          <a:lstStyle>
            <a:lvl1pP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endParaRPr lang="en-US" dirty="0"/>
          </a:p>
        </p:txBody>
      </p:sp>
    </p:spTree>
    <p:extLst>
      <p:ext uri="{BB962C8B-B14F-4D97-AF65-F5344CB8AC3E}">
        <p14:creationId xmlns:p14="http://schemas.microsoft.com/office/powerpoint/2010/main" val="297113609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Placeholder for 5">
    <p:spTree>
      <p:nvGrpSpPr>
        <p:cNvPr id="1" name=""/>
        <p:cNvGrpSpPr/>
        <p:nvPr/>
      </p:nvGrpSpPr>
      <p:grpSpPr>
        <a:xfrm>
          <a:off x="0" y="0"/>
          <a:ext cx="0" cy="0"/>
          <a:chOff x="0" y="0"/>
          <a:chExt cx="0" cy="0"/>
        </a:xfrm>
      </p:grpSpPr>
      <p:sp>
        <p:nvSpPr>
          <p:cNvPr id="14" name="Text Placeholder 22"/>
          <p:cNvSpPr>
            <a:spLocks noGrp="1"/>
          </p:cNvSpPr>
          <p:nvPr>
            <p:ph type="body" sz="quarter" idx="11" hasCustomPrompt="1"/>
          </p:nvPr>
        </p:nvSpPr>
        <p:spPr>
          <a:xfrm>
            <a:off x="460744" y="457201"/>
            <a:ext cx="7235456" cy="533400"/>
          </a:xfrm>
          <a:prstGeom prst="rect">
            <a:avLst/>
          </a:prstGeom>
        </p:spPr>
        <p:txBody>
          <a:bodyPr anchor="ctr"/>
          <a:lstStyle>
            <a:lvl1pPr>
              <a:defRPr sz="3000" baseline="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5"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grpSp>
        <p:nvGrpSpPr>
          <p:cNvPr id="2" name="Group 1"/>
          <p:cNvGrpSpPr/>
          <p:nvPr userDrawn="1"/>
        </p:nvGrpSpPr>
        <p:grpSpPr>
          <a:xfrm>
            <a:off x="457201" y="3656214"/>
            <a:ext cx="11275805" cy="800456"/>
            <a:chOff x="457201" y="2058786"/>
            <a:chExt cx="11275805" cy="1233639"/>
          </a:xfrm>
        </p:grpSpPr>
        <p:sp>
          <p:nvSpPr>
            <p:cNvPr id="24" name="Rectangle 23"/>
            <p:cNvSpPr/>
            <p:nvPr userDrawn="1"/>
          </p:nvSpPr>
          <p:spPr>
            <a:xfrm>
              <a:off x="4097868" y="2058786"/>
              <a:ext cx="7635138" cy="1233639"/>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25" name="Parallelogram 24"/>
            <p:cNvSpPr/>
            <p:nvPr userDrawn="1"/>
          </p:nvSpPr>
          <p:spPr>
            <a:xfrm>
              <a:off x="3617383" y="2058786"/>
              <a:ext cx="960968" cy="1233639"/>
            </a:xfrm>
            <a:prstGeom prst="parallelogram">
              <a:avLst>
                <a:gd name="adj" fmla="val 4909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26" name="Rectangle 25"/>
            <p:cNvSpPr/>
            <p:nvPr userDrawn="1"/>
          </p:nvSpPr>
          <p:spPr>
            <a:xfrm>
              <a:off x="1066800" y="2058786"/>
              <a:ext cx="3031067" cy="12336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27" name="Rectangle 26"/>
            <p:cNvSpPr/>
            <p:nvPr userDrawn="1"/>
          </p:nvSpPr>
          <p:spPr>
            <a:xfrm>
              <a:off x="457201" y="2058786"/>
              <a:ext cx="609599" cy="12336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grpSp>
      <p:grpSp>
        <p:nvGrpSpPr>
          <p:cNvPr id="3" name="Group 2"/>
          <p:cNvGrpSpPr/>
          <p:nvPr userDrawn="1"/>
        </p:nvGrpSpPr>
        <p:grpSpPr>
          <a:xfrm>
            <a:off x="457201" y="1943006"/>
            <a:ext cx="11275805" cy="800456"/>
            <a:chOff x="457201" y="3486665"/>
            <a:chExt cx="11275805" cy="1233639"/>
          </a:xfrm>
        </p:grpSpPr>
        <p:sp>
          <p:nvSpPr>
            <p:cNvPr id="28" name="Rectangle 27"/>
            <p:cNvSpPr/>
            <p:nvPr userDrawn="1"/>
          </p:nvSpPr>
          <p:spPr>
            <a:xfrm>
              <a:off x="4097868" y="3486665"/>
              <a:ext cx="7635138" cy="1233639"/>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29" name="Parallelogram 28"/>
            <p:cNvSpPr/>
            <p:nvPr userDrawn="1"/>
          </p:nvSpPr>
          <p:spPr>
            <a:xfrm>
              <a:off x="3617383" y="3486665"/>
              <a:ext cx="960968" cy="1233639"/>
            </a:xfrm>
            <a:prstGeom prst="parallelogram">
              <a:avLst>
                <a:gd name="adj" fmla="val 4909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0" name="Rectangle 29"/>
            <p:cNvSpPr/>
            <p:nvPr userDrawn="1"/>
          </p:nvSpPr>
          <p:spPr>
            <a:xfrm>
              <a:off x="1066800" y="3486665"/>
              <a:ext cx="3031067" cy="123363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31" name="Rectangle 30"/>
            <p:cNvSpPr/>
            <p:nvPr userDrawn="1"/>
          </p:nvSpPr>
          <p:spPr>
            <a:xfrm>
              <a:off x="457201" y="3486665"/>
              <a:ext cx="609599" cy="123363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grpSp>
      <p:grpSp>
        <p:nvGrpSpPr>
          <p:cNvPr id="5" name="Group 4"/>
          <p:cNvGrpSpPr/>
          <p:nvPr userDrawn="1"/>
        </p:nvGrpSpPr>
        <p:grpSpPr>
          <a:xfrm>
            <a:off x="457201" y="2799610"/>
            <a:ext cx="11275805" cy="800456"/>
            <a:chOff x="457201" y="4914544"/>
            <a:chExt cx="11275805" cy="1233639"/>
          </a:xfrm>
        </p:grpSpPr>
        <p:sp>
          <p:nvSpPr>
            <p:cNvPr id="32" name="Rectangle 31"/>
            <p:cNvSpPr/>
            <p:nvPr userDrawn="1"/>
          </p:nvSpPr>
          <p:spPr>
            <a:xfrm>
              <a:off x="4097868" y="4914544"/>
              <a:ext cx="7635138" cy="1233639"/>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33" name="Parallelogram 32"/>
            <p:cNvSpPr/>
            <p:nvPr userDrawn="1"/>
          </p:nvSpPr>
          <p:spPr>
            <a:xfrm>
              <a:off x="3617383" y="4914544"/>
              <a:ext cx="960968" cy="1233639"/>
            </a:xfrm>
            <a:prstGeom prst="parallelogram">
              <a:avLst>
                <a:gd name="adj" fmla="val 49097"/>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4" name="Rectangle 33"/>
            <p:cNvSpPr/>
            <p:nvPr userDrawn="1"/>
          </p:nvSpPr>
          <p:spPr>
            <a:xfrm>
              <a:off x="1066800" y="4914544"/>
              <a:ext cx="3031067" cy="123363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35" name="Rectangle 34"/>
            <p:cNvSpPr/>
            <p:nvPr userDrawn="1"/>
          </p:nvSpPr>
          <p:spPr>
            <a:xfrm>
              <a:off x="457201" y="4914544"/>
              <a:ext cx="609599" cy="123363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grpSp>
      <p:grpSp>
        <p:nvGrpSpPr>
          <p:cNvPr id="44" name="Group 43"/>
          <p:cNvGrpSpPr/>
          <p:nvPr userDrawn="1"/>
        </p:nvGrpSpPr>
        <p:grpSpPr>
          <a:xfrm>
            <a:off x="457201" y="4512818"/>
            <a:ext cx="11275805" cy="800456"/>
            <a:chOff x="457201" y="3486665"/>
            <a:chExt cx="11275805" cy="1233639"/>
          </a:xfrm>
        </p:grpSpPr>
        <p:sp>
          <p:nvSpPr>
            <p:cNvPr id="45" name="Rectangle 44"/>
            <p:cNvSpPr/>
            <p:nvPr userDrawn="1"/>
          </p:nvSpPr>
          <p:spPr>
            <a:xfrm>
              <a:off x="4097868" y="3486665"/>
              <a:ext cx="7635138" cy="1233639"/>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46" name="Parallelogram 45"/>
            <p:cNvSpPr/>
            <p:nvPr userDrawn="1"/>
          </p:nvSpPr>
          <p:spPr>
            <a:xfrm>
              <a:off x="3617383" y="3486665"/>
              <a:ext cx="960968" cy="1233639"/>
            </a:xfrm>
            <a:prstGeom prst="parallelogram">
              <a:avLst>
                <a:gd name="adj" fmla="val 4909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7" name="Rectangle 46"/>
            <p:cNvSpPr/>
            <p:nvPr userDrawn="1"/>
          </p:nvSpPr>
          <p:spPr>
            <a:xfrm>
              <a:off x="1066800" y="3486665"/>
              <a:ext cx="3031067" cy="123363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48" name="Rectangle 47"/>
            <p:cNvSpPr/>
            <p:nvPr userDrawn="1"/>
          </p:nvSpPr>
          <p:spPr>
            <a:xfrm>
              <a:off x="457201" y="3486665"/>
              <a:ext cx="609599" cy="123363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grpSp>
      <p:grpSp>
        <p:nvGrpSpPr>
          <p:cNvPr id="49" name="Group 48"/>
          <p:cNvGrpSpPr/>
          <p:nvPr userDrawn="1"/>
        </p:nvGrpSpPr>
        <p:grpSpPr>
          <a:xfrm>
            <a:off x="457201" y="5369423"/>
            <a:ext cx="11275805" cy="800456"/>
            <a:chOff x="457201" y="4914544"/>
            <a:chExt cx="11275805" cy="1233639"/>
          </a:xfrm>
        </p:grpSpPr>
        <p:sp>
          <p:nvSpPr>
            <p:cNvPr id="50" name="Rectangle 49"/>
            <p:cNvSpPr/>
            <p:nvPr userDrawn="1"/>
          </p:nvSpPr>
          <p:spPr>
            <a:xfrm>
              <a:off x="4097868" y="4914544"/>
              <a:ext cx="7635138" cy="1233639"/>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51" name="Parallelogram 50"/>
            <p:cNvSpPr/>
            <p:nvPr userDrawn="1"/>
          </p:nvSpPr>
          <p:spPr>
            <a:xfrm>
              <a:off x="3617383" y="4914544"/>
              <a:ext cx="960968" cy="1233639"/>
            </a:xfrm>
            <a:prstGeom prst="parallelogram">
              <a:avLst>
                <a:gd name="adj" fmla="val 49097"/>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52" name="Rectangle 51"/>
            <p:cNvSpPr/>
            <p:nvPr userDrawn="1"/>
          </p:nvSpPr>
          <p:spPr>
            <a:xfrm>
              <a:off x="1066800" y="4914544"/>
              <a:ext cx="3031067" cy="123363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53" name="Rectangle 52"/>
            <p:cNvSpPr/>
            <p:nvPr userDrawn="1"/>
          </p:nvSpPr>
          <p:spPr>
            <a:xfrm>
              <a:off x="457201" y="4914544"/>
              <a:ext cx="609599" cy="123363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grpSp>
      <p:sp>
        <p:nvSpPr>
          <p:cNvPr id="54" name="Text Placeholder 3"/>
          <p:cNvSpPr>
            <a:spLocks noGrp="1"/>
          </p:cNvSpPr>
          <p:nvPr>
            <p:ph type="body" sz="quarter" idx="13" hasCustomPrompt="1"/>
          </p:nvPr>
        </p:nvSpPr>
        <p:spPr>
          <a:xfrm>
            <a:off x="457200" y="2019554"/>
            <a:ext cx="619763" cy="571440"/>
          </a:xfrm>
          <a:prstGeom prst="rect">
            <a:avLst/>
          </a:prstGeom>
        </p:spPr>
        <p:txBody>
          <a:bodyPr anchor="ctr"/>
          <a:lstStyle>
            <a:lvl1pPr algn="ctr">
              <a:defRPr sz="5400">
                <a:solidFill>
                  <a:schemeClr val="bg1"/>
                </a:solidFill>
              </a:defRPr>
            </a:lvl1pPr>
          </a:lstStyle>
          <a:p>
            <a:pPr lvl="0"/>
            <a:r>
              <a:rPr lang="en-US" dirty="0"/>
              <a:t>1</a:t>
            </a:r>
            <a:endParaRPr lang="en-IN" dirty="0"/>
          </a:p>
        </p:txBody>
      </p:sp>
      <p:sp>
        <p:nvSpPr>
          <p:cNvPr id="55" name="Text Placeholder 5"/>
          <p:cNvSpPr>
            <a:spLocks noGrp="1"/>
          </p:cNvSpPr>
          <p:nvPr>
            <p:ph type="body" sz="quarter" idx="18" hasCustomPrompt="1"/>
          </p:nvPr>
        </p:nvSpPr>
        <p:spPr>
          <a:xfrm>
            <a:off x="1219200" y="2055039"/>
            <a:ext cx="3200400" cy="576391"/>
          </a:xfrm>
          <a:prstGeom prst="rect">
            <a:avLst/>
          </a:prstGeom>
        </p:spPr>
        <p:txBody>
          <a:bodyPr anchor="ctr"/>
          <a:lstStyle>
            <a:lvl1pPr>
              <a:defRPr sz="16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56" name="Text Placeholder 5"/>
          <p:cNvSpPr>
            <a:spLocks noGrp="1"/>
          </p:cNvSpPr>
          <p:nvPr>
            <p:ph type="body" sz="quarter" idx="21" hasCustomPrompt="1"/>
          </p:nvPr>
        </p:nvSpPr>
        <p:spPr>
          <a:xfrm>
            <a:off x="4796526" y="2055039"/>
            <a:ext cx="6709673" cy="576391"/>
          </a:xfrm>
          <a:prstGeom prst="rect">
            <a:avLst/>
          </a:prstGeom>
        </p:spPr>
        <p:txBody>
          <a:bodyPr anchor="ctr"/>
          <a:lstStyle>
            <a:lvl1pP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endParaRPr lang="en-US" dirty="0"/>
          </a:p>
        </p:txBody>
      </p:sp>
      <p:sp>
        <p:nvSpPr>
          <p:cNvPr id="57" name="Text Placeholder 3"/>
          <p:cNvSpPr>
            <a:spLocks noGrp="1"/>
          </p:cNvSpPr>
          <p:nvPr>
            <p:ph type="body" sz="quarter" idx="22" hasCustomPrompt="1"/>
          </p:nvPr>
        </p:nvSpPr>
        <p:spPr>
          <a:xfrm>
            <a:off x="457200" y="2856546"/>
            <a:ext cx="619763" cy="571440"/>
          </a:xfrm>
          <a:prstGeom prst="rect">
            <a:avLst/>
          </a:prstGeom>
        </p:spPr>
        <p:txBody>
          <a:bodyPr anchor="ctr"/>
          <a:lstStyle>
            <a:lvl1pPr algn="ctr">
              <a:defRPr sz="5400">
                <a:solidFill>
                  <a:schemeClr val="bg1"/>
                </a:solidFill>
              </a:defRPr>
            </a:lvl1pPr>
          </a:lstStyle>
          <a:p>
            <a:pPr lvl="0"/>
            <a:r>
              <a:rPr lang="en-US" dirty="0"/>
              <a:t>2</a:t>
            </a:r>
            <a:endParaRPr lang="en-IN" dirty="0"/>
          </a:p>
        </p:txBody>
      </p:sp>
      <p:sp>
        <p:nvSpPr>
          <p:cNvPr id="58" name="Text Placeholder 5"/>
          <p:cNvSpPr>
            <a:spLocks noGrp="1"/>
          </p:cNvSpPr>
          <p:nvPr>
            <p:ph type="body" sz="quarter" idx="23" hasCustomPrompt="1"/>
          </p:nvPr>
        </p:nvSpPr>
        <p:spPr>
          <a:xfrm>
            <a:off x="1219200" y="2919038"/>
            <a:ext cx="3200400" cy="576391"/>
          </a:xfrm>
          <a:prstGeom prst="rect">
            <a:avLst/>
          </a:prstGeom>
        </p:spPr>
        <p:txBody>
          <a:bodyPr anchor="ctr"/>
          <a:lstStyle>
            <a:lvl1pPr>
              <a:defRPr sz="16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59" name="Text Placeholder 5"/>
          <p:cNvSpPr>
            <a:spLocks noGrp="1"/>
          </p:cNvSpPr>
          <p:nvPr>
            <p:ph type="body" sz="quarter" idx="24" hasCustomPrompt="1"/>
          </p:nvPr>
        </p:nvSpPr>
        <p:spPr>
          <a:xfrm>
            <a:off x="4796526" y="2919038"/>
            <a:ext cx="6709673" cy="576391"/>
          </a:xfrm>
          <a:prstGeom prst="rect">
            <a:avLst/>
          </a:prstGeom>
        </p:spPr>
        <p:txBody>
          <a:bodyPr anchor="ctr"/>
          <a:lstStyle>
            <a:lvl1pP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endParaRPr lang="en-US" dirty="0"/>
          </a:p>
        </p:txBody>
      </p:sp>
      <p:sp>
        <p:nvSpPr>
          <p:cNvPr id="60" name="Text Placeholder 3"/>
          <p:cNvSpPr>
            <a:spLocks noGrp="1"/>
          </p:cNvSpPr>
          <p:nvPr>
            <p:ph type="body" sz="quarter" idx="25" hasCustomPrompt="1"/>
          </p:nvPr>
        </p:nvSpPr>
        <p:spPr>
          <a:xfrm>
            <a:off x="457200" y="3671005"/>
            <a:ext cx="619763" cy="571440"/>
          </a:xfrm>
          <a:prstGeom prst="rect">
            <a:avLst/>
          </a:prstGeom>
        </p:spPr>
        <p:txBody>
          <a:bodyPr anchor="ctr"/>
          <a:lstStyle>
            <a:lvl1pPr algn="ctr">
              <a:defRPr sz="5400">
                <a:solidFill>
                  <a:schemeClr val="bg1"/>
                </a:solidFill>
              </a:defRPr>
            </a:lvl1pPr>
          </a:lstStyle>
          <a:p>
            <a:pPr lvl="0"/>
            <a:r>
              <a:rPr lang="en-US" dirty="0"/>
              <a:t>3</a:t>
            </a:r>
            <a:endParaRPr lang="en-IN" dirty="0"/>
          </a:p>
        </p:txBody>
      </p:sp>
      <p:sp>
        <p:nvSpPr>
          <p:cNvPr id="61" name="Text Placeholder 5"/>
          <p:cNvSpPr>
            <a:spLocks noGrp="1"/>
          </p:cNvSpPr>
          <p:nvPr>
            <p:ph type="body" sz="quarter" idx="26" hasCustomPrompt="1"/>
          </p:nvPr>
        </p:nvSpPr>
        <p:spPr>
          <a:xfrm>
            <a:off x="1219200" y="3775642"/>
            <a:ext cx="3200400" cy="576391"/>
          </a:xfrm>
          <a:prstGeom prst="rect">
            <a:avLst/>
          </a:prstGeom>
        </p:spPr>
        <p:txBody>
          <a:bodyPr anchor="ctr"/>
          <a:lstStyle>
            <a:lvl1pPr>
              <a:defRPr sz="16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62" name="Text Placeholder 5"/>
          <p:cNvSpPr>
            <a:spLocks noGrp="1"/>
          </p:cNvSpPr>
          <p:nvPr>
            <p:ph type="body" sz="quarter" idx="27" hasCustomPrompt="1"/>
          </p:nvPr>
        </p:nvSpPr>
        <p:spPr>
          <a:xfrm>
            <a:off x="4796526" y="3775642"/>
            <a:ext cx="6709673" cy="576391"/>
          </a:xfrm>
          <a:prstGeom prst="rect">
            <a:avLst/>
          </a:prstGeom>
        </p:spPr>
        <p:txBody>
          <a:bodyPr anchor="ctr"/>
          <a:lstStyle>
            <a:lvl1pP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endParaRPr lang="en-US" dirty="0"/>
          </a:p>
        </p:txBody>
      </p:sp>
      <p:sp>
        <p:nvSpPr>
          <p:cNvPr id="63" name="Text Placeholder 3"/>
          <p:cNvSpPr>
            <a:spLocks noGrp="1"/>
          </p:cNvSpPr>
          <p:nvPr>
            <p:ph type="body" sz="quarter" idx="28" hasCustomPrompt="1"/>
          </p:nvPr>
        </p:nvSpPr>
        <p:spPr>
          <a:xfrm>
            <a:off x="457200" y="4514555"/>
            <a:ext cx="619763" cy="571440"/>
          </a:xfrm>
          <a:prstGeom prst="rect">
            <a:avLst/>
          </a:prstGeom>
        </p:spPr>
        <p:txBody>
          <a:bodyPr anchor="ctr"/>
          <a:lstStyle>
            <a:lvl1pPr algn="ctr">
              <a:defRPr sz="5400">
                <a:solidFill>
                  <a:schemeClr val="bg1"/>
                </a:solidFill>
              </a:defRPr>
            </a:lvl1pPr>
          </a:lstStyle>
          <a:p>
            <a:pPr lvl="0"/>
            <a:r>
              <a:rPr lang="en-US" dirty="0"/>
              <a:t>4</a:t>
            </a:r>
            <a:endParaRPr lang="en-IN" dirty="0"/>
          </a:p>
        </p:txBody>
      </p:sp>
      <p:sp>
        <p:nvSpPr>
          <p:cNvPr id="64" name="Text Placeholder 5"/>
          <p:cNvSpPr>
            <a:spLocks noGrp="1"/>
          </p:cNvSpPr>
          <p:nvPr>
            <p:ph type="body" sz="quarter" idx="29" hasCustomPrompt="1"/>
          </p:nvPr>
        </p:nvSpPr>
        <p:spPr>
          <a:xfrm>
            <a:off x="1219200" y="4632246"/>
            <a:ext cx="3200400" cy="576391"/>
          </a:xfrm>
          <a:prstGeom prst="rect">
            <a:avLst/>
          </a:prstGeom>
        </p:spPr>
        <p:txBody>
          <a:bodyPr anchor="ctr"/>
          <a:lstStyle>
            <a:lvl1pPr>
              <a:defRPr sz="16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65" name="Text Placeholder 5"/>
          <p:cNvSpPr>
            <a:spLocks noGrp="1"/>
          </p:cNvSpPr>
          <p:nvPr>
            <p:ph type="body" sz="quarter" idx="30" hasCustomPrompt="1"/>
          </p:nvPr>
        </p:nvSpPr>
        <p:spPr>
          <a:xfrm>
            <a:off x="4796526" y="4632246"/>
            <a:ext cx="6709673" cy="576391"/>
          </a:xfrm>
          <a:prstGeom prst="rect">
            <a:avLst/>
          </a:prstGeom>
        </p:spPr>
        <p:txBody>
          <a:bodyPr anchor="ctr"/>
          <a:lstStyle>
            <a:lvl1pP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endParaRPr lang="en-US" dirty="0"/>
          </a:p>
        </p:txBody>
      </p:sp>
      <p:sp>
        <p:nvSpPr>
          <p:cNvPr id="67" name="Text Placeholder 5"/>
          <p:cNvSpPr>
            <a:spLocks noGrp="1"/>
          </p:cNvSpPr>
          <p:nvPr>
            <p:ph type="body" sz="quarter" idx="32" hasCustomPrompt="1"/>
          </p:nvPr>
        </p:nvSpPr>
        <p:spPr>
          <a:xfrm>
            <a:off x="1219200" y="5483537"/>
            <a:ext cx="3200400" cy="576391"/>
          </a:xfrm>
          <a:prstGeom prst="rect">
            <a:avLst/>
          </a:prstGeom>
        </p:spPr>
        <p:txBody>
          <a:bodyPr anchor="ctr"/>
          <a:lstStyle>
            <a:lvl1pPr>
              <a:defRPr sz="16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68" name="Text Placeholder 5"/>
          <p:cNvSpPr>
            <a:spLocks noGrp="1"/>
          </p:cNvSpPr>
          <p:nvPr>
            <p:ph type="body" sz="quarter" idx="33" hasCustomPrompt="1"/>
          </p:nvPr>
        </p:nvSpPr>
        <p:spPr>
          <a:xfrm>
            <a:off x="4796526" y="5483537"/>
            <a:ext cx="6709673" cy="576391"/>
          </a:xfrm>
          <a:prstGeom prst="rect">
            <a:avLst/>
          </a:prstGeom>
        </p:spPr>
        <p:txBody>
          <a:bodyPr anchor="ctr"/>
          <a:lstStyle>
            <a:lvl1pP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endParaRPr lang="en-US" dirty="0"/>
          </a:p>
        </p:txBody>
      </p:sp>
      <p:sp>
        <p:nvSpPr>
          <p:cNvPr id="71" name="Text Placeholder 3"/>
          <p:cNvSpPr>
            <a:spLocks noGrp="1"/>
          </p:cNvSpPr>
          <p:nvPr>
            <p:ph type="body" sz="quarter" idx="34" hasCustomPrompt="1"/>
          </p:nvPr>
        </p:nvSpPr>
        <p:spPr>
          <a:xfrm>
            <a:off x="457200" y="5363404"/>
            <a:ext cx="619763" cy="571440"/>
          </a:xfrm>
          <a:prstGeom prst="rect">
            <a:avLst/>
          </a:prstGeom>
        </p:spPr>
        <p:txBody>
          <a:bodyPr anchor="ctr"/>
          <a:lstStyle>
            <a:lvl1pPr algn="ctr">
              <a:defRPr sz="5400">
                <a:solidFill>
                  <a:schemeClr val="bg1"/>
                </a:solidFill>
              </a:defRPr>
            </a:lvl1pPr>
          </a:lstStyle>
          <a:p>
            <a:pPr lvl="0"/>
            <a:r>
              <a:rPr lang="en-US" dirty="0"/>
              <a:t>5</a:t>
            </a:r>
            <a:endParaRPr lang="en-IN" dirty="0"/>
          </a:p>
        </p:txBody>
      </p:sp>
    </p:spTree>
    <p:extLst>
      <p:ext uri="{BB962C8B-B14F-4D97-AF65-F5344CB8AC3E}">
        <p14:creationId xmlns:p14="http://schemas.microsoft.com/office/powerpoint/2010/main" val="41144474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Graphics with Content for 4 Dimensions">
    <p:spTree>
      <p:nvGrpSpPr>
        <p:cNvPr id="1" name=""/>
        <p:cNvGrpSpPr/>
        <p:nvPr/>
      </p:nvGrpSpPr>
      <p:grpSpPr>
        <a:xfrm>
          <a:off x="0" y="0"/>
          <a:ext cx="0" cy="0"/>
          <a:chOff x="0" y="0"/>
          <a:chExt cx="0" cy="0"/>
        </a:xfrm>
      </p:grpSpPr>
      <p:sp>
        <p:nvSpPr>
          <p:cNvPr id="14" name="Text Placeholder 22"/>
          <p:cNvSpPr>
            <a:spLocks noGrp="1"/>
          </p:cNvSpPr>
          <p:nvPr>
            <p:ph type="body" sz="quarter" idx="11" hasCustomPrompt="1"/>
          </p:nvPr>
        </p:nvSpPr>
        <p:spPr>
          <a:xfrm>
            <a:off x="460744" y="457201"/>
            <a:ext cx="7235456" cy="533400"/>
          </a:xfrm>
          <a:prstGeom prst="rect">
            <a:avLst/>
          </a:prstGeom>
        </p:spPr>
        <p:txBody>
          <a:bodyPr anchor="ctr"/>
          <a:lstStyle>
            <a:lvl1pPr>
              <a:defRPr sz="3000" baseline="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5"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pic>
        <p:nvPicPr>
          <p:cNvPr id="29" name="Picture 2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981450" y="1905000"/>
            <a:ext cx="4229100" cy="4393282"/>
          </a:xfrm>
          <a:prstGeom prst="rect">
            <a:avLst/>
          </a:prstGeom>
        </p:spPr>
      </p:pic>
      <p:sp>
        <p:nvSpPr>
          <p:cNvPr id="32" name="Text Placeholder 22"/>
          <p:cNvSpPr>
            <a:spLocks noGrp="1"/>
          </p:cNvSpPr>
          <p:nvPr>
            <p:ph type="body" sz="quarter" idx="13" hasCustomPrompt="1"/>
          </p:nvPr>
        </p:nvSpPr>
        <p:spPr>
          <a:xfrm>
            <a:off x="457200" y="2532744"/>
            <a:ext cx="3429000" cy="1371600"/>
          </a:xfrm>
          <a:prstGeom prst="rect">
            <a:avLst/>
          </a:prstGeom>
        </p:spPr>
        <p:txBody>
          <a:bodyPr anchor="t"/>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p>
        </p:txBody>
      </p:sp>
      <p:sp>
        <p:nvSpPr>
          <p:cNvPr id="33" name="Text Placeholder 22"/>
          <p:cNvSpPr>
            <a:spLocks noGrp="1"/>
          </p:cNvSpPr>
          <p:nvPr>
            <p:ph type="body" sz="quarter" idx="14" hasCustomPrompt="1"/>
          </p:nvPr>
        </p:nvSpPr>
        <p:spPr>
          <a:xfrm>
            <a:off x="457200" y="1846944"/>
            <a:ext cx="3429000" cy="6858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endParaRPr lang="en-US" dirty="0"/>
          </a:p>
        </p:txBody>
      </p:sp>
      <p:sp>
        <p:nvSpPr>
          <p:cNvPr id="35" name="Text Placeholder 22"/>
          <p:cNvSpPr>
            <a:spLocks noGrp="1"/>
          </p:cNvSpPr>
          <p:nvPr>
            <p:ph type="body" sz="quarter" idx="15" hasCustomPrompt="1"/>
          </p:nvPr>
        </p:nvSpPr>
        <p:spPr>
          <a:xfrm>
            <a:off x="8310032" y="2532744"/>
            <a:ext cx="3429000" cy="1371600"/>
          </a:xfrm>
          <a:prstGeom prst="rect">
            <a:avLst/>
          </a:prstGeom>
        </p:spPr>
        <p:txBody>
          <a:bodyPr anchor="t"/>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p>
        </p:txBody>
      </p:sp>
      <p:sp>
        <p:nvSpPr>
          <p:cNvPr id="36" name="Text Placeholder 22"/>
          <p:cNvSpPr>
            <a:spLocks noGrp="1"/>
          </p:cNvSpPr>
          <p:nvPr>
            <p:ph type="body" sz="quarter" idx="16" hasCustomPrompt="1"/>
          </p:nvPr>
        </p:nvSpPr>
        <p:spPr>
          <a:xfrm>
            <a:off x="8310032" y="1846944"/>
            <a:ext cx="3429000" cy="6858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endParaRPr lang="en-US" dirty="0"/>
          </a:p>
        </p:txBody>
      </p:sp>
      <p:sp>
        <p:nvSpPr>
          <p:cNvPr id="38" name="Text Placeholder 22"/>
          <p:cNvSpPr>
            <a:spLocks noGrp="1"/>
          </p:cNvSpPr>
          <p:nvPr>
            <p:ph type="body" sz="quarter" idx="17" hasCustomPrompt="1"/>
          </p:nvPr>
        </p:nvSpPr>
        <p:spPr>
          <a:xfrm>
            <a:off x="457200" y="4906978"/>
            <a:ext cx="3429000" cy="1371600"/>
          </a:xfrm>
          <a:prstGeom prst="rect">
            <a:avLst/>
          </a:prstGeom>
        </p:spPr>
        <p:txBody>
          <a:bodyPr anchor="t"/>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p>
        </p:txBody>
      </p:sp>
      <p:sp>
        <p:nvSpPr>
          <p:cNvPr id="39" name="Text Placeholder 22"/>
          <p:cNvSpPr>
            <a:spLocks noGrp="1"/>
          </p:cNvSpPr>
          <p:nvPr>
            <p:ph type="body" sz="quarter" idx="18" hasCustomPrompt="1"/>
          </p:nvPr>
        </p:nvSpPr>
        <p:spPr>
          <a:xfrm>
            <a:off x="457200" y="4221178"/>
            <a:ext cx="3429000" cy="6858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endParaRPr lang="en-US" dirty="0"/>
          </a:p>
        </p:txBody>
      </p:sp>
      <p:sp>
        <p:nvSpPr>
          <p:cNvPr id="41" name="Text Placeholder 22"/>
          <p:cNvSpPr>
            <a:spLocks noGrp="1"/>
          </p:cNvSpPr>
          <p:nvPr>
            <p:ph type="body" sz="quarter" idx="19" hasCustomPrompt="1"/>
          </p:nvPr>
        </p:nvSpPr>
        <p:spPr>
          <a:xfrm>
            <a:off x="8310032" y="4906978"/>
            <a:ext cx="3429000" cy="1371600"/>
          </a:xfrm>
          <a:prstGeom prst="rect">
            <a:avLst/>
          </a:prstGeom>
        </p:spPr>
        <p:txBody>
          <a:bodyPr anchor="t"/>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p>
        </p:txBody>
      </p:sp>
      <p:sp>
        <p:nvSpPr>
          <p:cNvPr id="42" name="Text Placeholder 22"/>
          <p:cNvSpPr>
            <a:spLocks noGrp="1"/>
          </p:cNvSpPr>
          <p:nvPr>
            <p:ph type="body" sz="quarter" idx="20" hasCustomPrompt="1"/>
          </p:nvPr>
        </p:nvSpPr>
        <p:spPr>
          <a:xfrm>
            <a:off x="8310032" y="4221178"/>
            <a:ext cx="3429000" cy="6858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endParaRPr lang="en-US" dirty="0"/>
          </a:p>
        </p:txBody>
      </p:sp>
      <p:sp>
        <p:nvSpPr>
          <p:cNvPr id="44" name="Text Placeholder 22"/>
          <p:cNvSpPr>
            <a:spLocks noGrp="1"/>
          </p:cNvSpPr>
          <p:nvPr>
            <p:ph type="body" sz="quarter" idx="21" hasCustomPrompt="1"/>
          </p:nvPr>
        </p:nvSpPr>
        <p:spPr>
          <a:xfrm rot="19402216">
            <a:off x="4526147" y="2699113"/>
            <a:ext cx="1543050" cy="986851"/>
          </a:xfrm>
          <a:prstGeom prst="rect">
            <a:avLst/>
          </a:prstGeom>
        </p:spPr>
        <p:txBody>
          <a:bodyPr anchor="ctr"/>
          <a:lstStyle>
            <a:lvl1pPr marL="0" indent="0" algn="ctr">
              <a:lnSpc>
                <a:spcPct val="100000"/>
              </a:lnSpc>
              <a:spcAft>
                <a:spcPts val="1200"/>
              </a:spcAft>
              <a:buClr>
                <a:srgbClr val="FF545F"/>
              </a:buClr>
              <a:buFont typeface="Arial" panose="020B0604020202020204" pitchFamily="34" charset="0"/>
              <a:buNone/>
              <a:defRPr sz="1400" b="1">
                <a:solidFill>
                  <a:schemeClr val="bg1"/>
                </a:solidFill>
                <a:latin typeface="Georgia" panose="02040502050405020303" pitchFamily="18" charset="0"/>
              </a:defRPr>
            </a:lvl1pPr>
          </a:lstStyle>
          <a:p>
            <a:pPr lvl="0"/>
            <a:r>
              <a:rPr lang="en-US" dirty="0"/>
              <a:t>Lorem ipsum dolor sit</a:t>
            </a:r>
          </a:p>
        </p:txBody>
      </p:sp>
      <p:sp>
        <p:nvSpPr>
          <p:cNvPr id="45" name="Text Placeholder 22"/>
          <p:cNvSpPr>
            <a:spLocks noGrp="1"/>
          </p:cNvSpPr>
          <p:nvPr>
            <p:ph type="body" sz="quarter" idx="22" hasCustomPrompt="1"/>
          </p:nvPr>
        </p:nvSpPr>
        <p:spPr>
          <a:xfrm rot="1800000">
            <a:off x="6086947" y="2655893"/>
            <a:ext cx="1543050" cy="986851"/>
          </a:xfrm>
          <a:prstGeom prst="rect">
            <a:avLst/>
          </a:prstGeom>
        </p:spPr>
        <p:txBody>
          <a:bodyPr anchor="ctr"/>
          <a:lstStyle>
            <a:lvl1pPr marL="0" indent="0" algn="ctr">
              <a:lnSpc>
                <a:spcPct val="100000"/>
              </a:lnSpc>
              <a:spcAft>
                <a:spcPts val="1200"/>
              </a:spcAft>
              <a:buClr>
                <a:srgbClr val="FF545F"/>
              </a:buClr>
              <a:buFont typeface="Arial" panose="020B0604020202020204" pitchFamily="34" charset="0"/>
              <a:buNone/>
              <a:defRPr sz="1400" b="1">
                <a:solidFill>
                  <a:schemeClr val="bg1"/>
                </a:solidFill>
                <a:latin typeface="Georgia" panose="02040502050405020303" pitchFamily="18" charset="0"/>
              </a:defRPr>
            </a:lvl1pPr>
          </a:lstStyle>
          <a:p>
            <a:pPr lvl="0"/>
            <a:r>
              <a:rPr lang="en-US" dirty="0"/>
              <a:t>Lorem ipsum dolor sit</a:t>
            </a:r>
          </a:p>
        </p:txBody>
      </p:sp>
      <p:sp>
        <p:nvSpPr>
          <p:cNvPr id="46" name="Text Placeholder 22"/>
          <p:cNvSpPr>
            <a:spLocks noGrp="1"/>
          </p:cNvSpPr>
          <p:nvPr>
            <p:ph type="body" sz="quarter" idx="23" hasCustomPrompt="1"/>
          </p:nvPr>
        </p:nvSpPr>
        <p:spPr>
          <a:xfrm rot="12807123">
            <a:off x="4191001" y="4282055"/>
            <a:ext cx="1543050" cy="986851"/>
          </a:xfrm>
          <a:prstGeom prst="rect">
            <a:avLst/>
          </a:prstGeom>
        </p:spPr>
        <p:txBody>
          <a:bodyPr anchor="ctr"/>
          <a:lstStyle>
            <a:lvl1pPr marL="0" indent="0" algn="ctr">
              <a:lnSpc>
                <a:spcPct val="100000"/>
              </a:lnSpc>
              <a:spcAft>
                <a:spcPts val="1200"/>
              </a:spcAft>
              <a:buClr>
                <a:srgbClr val="FF545F"/>
              </a:buClr>
              <a:buFont typeface="Arial" panose="020B0604020202020204" pitchFamily="34" charset="0"/>
              <a:buNone/>
              <a:defRPr sz="1400" b="1">
                <a:solidFill>
                  <a:schemeClr val="bg1"/>
                </a:solidFill>
                <a:latin typeface="Georgia" panose="02040502050405020303" pitchFamily="18" charset="0"/>
              </a:defRPr>
            </a:lvl1pPr>
          </a:lstStyle>
          <a:p>
            <a:pPr lvl="0"/>
            <a:r>
              <a:rPr lang="en-US" dirty="0"/>
              <a:t>Lorem ipsum dolor sit</a:t>
            </a:r>
          </a:p>
        </p:txBody>
      </p:sp>
      <p:sp>
        <p:nvSpPr>
          <p:cNvPr id="47" name="Text Placeholder 22"/>
          <p:cNvSpPr>
            <a:spLocks noGrp="1"/>
          </p:cNvSpPr>
          <p:nvPr>
            <p:ph type="body" sz="quarter" idx="24" hasCustomPrompt="1"/>
          </p:nvPr>
        </p:nvSpPr>
        <p:spPr>
          <a:xfrm rot="8786600">
            <a:off x="6423414" y="4292297"/>
            <a:ext cx="1543050" cy="986851"/>
          </a:xfrm>
          <a:prstGeom prst="rect">
            <a:avLst/>
          </a:prstGeom>
        </p:spPr>
        <p:txBody>
          <a:bodyPr anchor="ctr"/>
          <a:lstStyle>
            <a:lvl1pPr marL="0" indent="0" algn="ctr">
              <a:lnSpc>
                <a:spcPct val="100000"/>
              </a:lnSpc>
              <a:spcAft>
                <a:spcPts val="1200"/>
              </a:spcAft>
              <a:buClr>
                <a:srgbClr val="FF545F"/>
              </a:buClr>
              <a:buFont typeface="Arial" panose="020B0604020202020204" pitchFamily="34" charset="0"/>
              <a:buNone/>
              <a:defRPr sz="1400" b="1">
                <a:solidFill>
                  <a:schemeClr val="bg1"/>
                </a:solidFill>
                <a:latin typeface="Georgia" panose="02040502050405020303" pitchFamily="18" charset="0"/>
              </a:defRPr>
            </a:lvl1pPr>
          </a:lstStyle>
          <a:p>
            <a:pPr lvl="0"/>
            <a:r>
              <a:rPr lang="en-US" dirty="0"/>
              <a:t>Lorem ipsum dolor sit</a:t>
            </a:r>
          </a:p>
        </p:txBody>
      </p:sp>
    </p:spTree>
    <p:extLst>
      <p:ext uri="{BB962C8B-B14F-4D97-AF65-F5344CB8AC3E}">
        <p14:creationId xmlns:p14="http://schemas.microsoft.com/office/powerpoint/2010/main" val="200146110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Graphics with Content for 6 Dimensions">
    <p:spTree>
      <p:nvGrpSpPr>
        <p:cNvPr id="1" name=""/>
        <p:cNvGrpSpPr/>
        <p:nvPr/>
      </p:nvGrpSpPr>
      <p:grpSpPr>
        <a:xfrm>
          <a:off x="0" y="0"/>
          <a:ext cx="0" cy="0"/>
          <a:chOff x="0" y="0"/>
          <a:chExt cx="0" cy="0"/>
        </a:xfrm>
      </p:grpSpPr>
      <p:sp>
        <p:nvSpPr>
          <p:cNvPr id="14" name="Text Placeholder 22"/>
          <p:cNvSpPr>
            <a:spLocks noGrp="1"/>
          </p:cNvSpPr>
          <p:nvPr>
            <p:ph type="body" sz="quarter" idx="11" hasCustomPrompt="1"/>
          </p:nvPr>
        </p:nvSpPr>
        <p:spPr>
          <a:xfrm>
            <a:off x="460744" y="457201"/>
            <a:ext cx="7235456" cy="533400"/>
          </a:xfrm>
          <a:prstGeom prst="rect">
            <a:avLst/>
          </a:prstGeom>
        </p:spPr>
        <p:txBody>
          <a:bodyPr anchor="ctr"/>
          <a:lstStyle>
            <a:lvl1pPr>
              <a:defRPr sz="3000" baseline="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5"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sp>
        <p:nvSpPr>
          <p:cNvPr id="32" name="Text Placeholder 22"/>
          <p:cNvSpPr>
            <a:spLocks noGrp="1"/>
          </p:cNvSpPr>
          <p:nvPr>
            <p:ph type="body" sz="quarter" idx="13" hasCustomPrompt="1"/>
          </p:nvPr>
        </p:nvSpPr>
        <p:spPr>
          <a:xfrm>
            <a:off x="457200" y="2219326"/>
            <a:ext cx="3429000" cy="984282"/>
          </a:xfrm>
          <a:prstGeom prst="rect">
            <a:avLst/>
          </a:prstGeom>
        </p:spPr>
        <p:txBody>
          <a:bodyPr anchor="t"/>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a:t>
            </a:r>
          </a:p>
        </p:txBody>
      </p:sp>
      <p:sp>
        <p:nvSpPr>
          <p:cNvPr id="33" name="Text Placeholder 22"/>
          <p:cNvSpPr>
            <a:spLocks noGrp="1"/>
          </p:cNvSpPr>
          <p:nvPr>
            <p:ph type="body" sz="quarter" idx="14" hasCustomPrompt="1"/>
          </p:nvPr>
        </p:nvSpPr>
        <p:spPr>
          <a:xfrm>
            <a:off x="457200" y="1905000"/>
            <a:ext cx="3429000" cy="304801"/>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p>
        </p:txBody>
      </p:sp>
      <p:sp>
        <p:nvSpPr>
          <p:cNvPr id="35" name="Text Placeholder 22"/>
          <p:cNvSpPr>
            <a:spLocks noGrp="1"/>
          </p:cNvSpPr>
          <p:nvPr>
            <p:ph type="body" sz="quarter" idx="15" hasCustomPrompt="1"/>
          </p:nvPr>
        </p:nvSpPr>
        <p:spPr>
          <a:xfrm>
            <a:off x="8310032" y="2223862"/>
            <a:ext cx="3429000" cy="962024"/>
          </a:xfrm>
          <a:prstGeom prst="rect">
            <a:avLst/>
          </a:prstGeom>
        </p:spPr>
        <p:txBody>
          <a:bodyPr anchor="t"/>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a:t>
            </a:r>
          </a:p>
        </p:txBody>
      </p:sp>
      <p:sp>
        <p:nvSpPr>
          <p:cNvPr id="36" name="Text Placeholder 22"/>
          <p:cNvSpPr>
            <a:spLocks noGrp="1"/>
          </p:cNvSpPr>
          <p:nvPr>
            <p:ph type="body" sz="quarter" idx="16" hasCustomPrompt="1"/>
          </p:nvPr>
        </p:nvSpPr>
        <p:spPr>
          <a:xfrm>
            <a:off x="8310032" y="1890486"/>
            <a:ext cx="3429000" cy="314326"/>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p>
        </p:txBody>
      </p:sp>
      <p:sp>
        <p:nvSpPr>
          <p:cNvPr id="24" name="Trapezoid 23"/>
          <p:cNvSpPr/>
          <p:nvPr userDrawn="1"/>
        </p:nvSpPr>
        <p:spPr>
          <a:xfrm rot="5400000">
            <a:off x="3635208" y="3211877"/>
            <a:ext cx="2225271" cy="1155377"/>
          </a:xfrm>
          <a:prstGeom prst="trapezoid">
            <a:avLst>
              <a:gd name="adj" fmla="val 5747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400" b="1" i="0" u="none" strike="noStrike" cap="none" spc="0" normalizeH="0" baseline="0" noProof="0" dirty="0">
              <a:ln>
                <a:noFill/>
              </a:ln>
              <a:solidFill>
                <a:srgbClr val="FFFFFF"/>
              </a:solidFill>
              <a:effectLst/>
              <a:uLnTx/>
              <a:uFillTx/>
              <a:latin typeface="Calibri" charset="0"/>
              <a:ea typeface="Calibri" charset="0"/>
              <a:cs typeface="Calibri" charset="0"/>
            </a:endParaRPr>
          </a:p>
        </p:txBody>
      </p:sp>
      <p:sp>
        <p:nvSpPr>
          <p:cNvPr id="25" name="Trapezoid 24"/>
          <p:cNvSpPr/>
          <p:nvPr userDrawn="1"/>
        </p:nvSpPr>
        <p:spPr>
          <a:xfrm rot="9000000">
            <a:off x="4310915" y="2047217"/>
            <a:ext cx="2225271" cy="1155377"/>
          </a:xfrm>
          <a:prstGeom prst="trapezoid">
            <a:avLst>
              <a:gd name="adj" fmla="val 5747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rot lat="0" lon="0" rev="10800000"/>
              </a:camera>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26" name="Trapezoid 25"/>
          <p:cNvSpPr/>
          <p:nvPr userDrawn="1"/>
        </p:nvSpPr>
        <p:spPr>
          <a:xfrm rot="1800000">
            <a:off x="4309933" y="4375474"/>
            <a:ext cx="2225271" cy="1155377"/>
          </a:xfrm>
          <a:prstGeom prst="trapezoid">
            <a:avLst>
              <a:gd name="adj" fmla="val 5747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rot lat="0" lon="0" rev="10800000"/>
              </a:camera>
              <a:lightRig rig="threePt" dir="t"/>
            </a:scene3d>
          </a:bodyPr>
          <a:lstStyle/>
          <a:p>
            <a:pPr marR="0" lvl="0" indent="0" algn="ctr" fontAlgn="auto">
              <a:lnSpc>
                <a:spcPct val="100000"/>
              </a:lnSpc>
              <a:spcBef>
                <a:spcPts val="0"/>
              </a:spcBef>
              <a:spcAft>
                <a:spcPts val="0"/>
              </a:spcAft>
              <a:buClrTx/>
              <a:buSzTx/>
              <a:buFontTx/>
              <a:buNone/>
              <a:tabLst/>
            </a:pPr>
            <a:endParaRPr kumimoji="0" lang="en-US" sz="1400" b="1" i="0" u="none" strike="noStrike" cap="none" spc="0" normalizeH="0" baseline="0" noProof="0" dirty="0">
              <a:ln>
                <a:noFill/>
              </a:ln>
              <a:solidFill>
                <a:srgbClr val="FFFFFF"/>
              </a:solidFill>
              <a:effectLst/>
              <a:uLnTx/>
              <a:uFillTx/>
              <a:latin typeface="Calibri" charset="0"/>
              <a:ea typeface="Calibri" charset="0"/>
              <a:cs typeface="Calibri" charset="0"/>
            </a:endParaRPr>
          </a:p>
        </p:txBody>
      </p:sp>
      <p:sp>
        <p:nvSpPr>
          <p:cNvPr id="27" name="Trapezoid 26"/>
          <p:cNvSpPr/>
          <p:nvPr userDrawn="1"/>
        </p:nvSpPr>
        <p:spPr>
          <a:xfrm rot="16200000">
            <a:off x="6334282" y="3210814"/>
            <a:ext cx="2225271" cy="1155377"/>
          </a:xfrm>
          <a:prstGeom prst="trapezoid">
            <a:avLst>
              <a:gd name="adj" fmla="val 5747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28" name="Trapezoid 27"/>
          <p:cNvSpPr/>
          <p:nvPr userDrawn="1"/>
        </p:nvSpPr>
        <p:spPr>
          <a:xfrm rot="19800000">
            <a:off x="5658575" y="4375474"/>
            <a:ext cx="2225271" cy="1155377"/>
          </a:xfrm>
          <a:prstGeom prst="trapezoid">
            <a:avLst>
              <a:gd name="adj" fmla="val 5747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rot lat="0" lon="0" rev="10800000"/>
              </a:camera>
              <a:lightRig rig="threePt" dir="t"/>
            </a:scene3d>
          </a:bodyPr>
          <a:lstStyle/>
          <a:p>
            <a:pPr marR="0" lvl="0" indent="0" algn="ctr" fontAlgn="auto">
              <a:lnSpc>
                <a:spcPct val="100000"/>
              </a:lnSpc>
              <a:spcBef>
                <a:spcPts val="0"/>
              </a:spcBef>
              <a:spcAft>
                <a:spcPts val="0"/>
              </a:spcAft>
              <a:buClrTx/>
              <a:buSzTx/>
              <a:buFontTx/>
              <a:buNone/>
              <a:tabLst/>
            </a:pPr>
            <a:endParaRPr kumimoji="0" lang="en-US" sz="1400" b="1" i="0" u="none" strike="noStrike" cap="none" spc="0" normalizeH="0" baseline="0" noProof="0" dirty="0">
              <a:ln>
                <a:noFill/>
              </a:ln>
              <a:solidFill>
                <a:srgbClr val="FFFFFF"/>
              </a:solidFill>
              <a:effectLst/>
              <a:uLnTx/>
              <a:uFillTx/>
              <a:latin typeface="Calibri" charset="0"/>
              <a:ea typeface="Calibri" charset="0"/>
              <a:cs typeface="Calibri" charset="0"/>
            </a:endParaRPr>
          </a:p>
        </p:txBody>
      </p:sp>
      <p:sp>
        <p:nvSpPr>
          <p:cNvPr id="30" name="Trapezoid 29"/>
          <p:cNvSpPr/>
          <p:nvPr userDrawn="1"/>
        </p:nvSpPr>
        <p:spPr>
          <a:xfrm rot="12600000">
            <a:off x="5659557" y="2047217"/>
            <a:ext cx="2225271" cy="1155377"/>
          </a:xfrm>
          <a:prstGeom prst="trapezoid">
            <a:avLst>
              <a:gd name="adj" fmla="val 5747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rot lat="0" lon="0" rev="10800000"/>
              </a:camera>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31" name="Text Placeholder 22"/>
          <p:cNvSpPr>
            <a:spLocks noGrp="1"/>
          </p:cNvSpPr>
          <p:nvPr>
            <p:ph type="body" sz="quarter" idx="21" hasCustomPrompt="1"/>
          </p:nvPr>
        </p:nvSpPr>
        <p:spPr>
          <a:xfrm rot="19743904">
            <a:off x="4636957" y="2049876"/>
            <a:ext cx="1543050" cy="986851"/>
          </a:xfrm>
          <a:prstGeom prst="rect">
            <a:avLst/>
          </a:prstGeom>
        </p:spPr>
        <p:txBody>
          <a:bodyPr anchor="ctr"/>
          <a:lstStyle>
            <a:lvl1pPr marL="0" indent="0" algn="ctr">
              <a:lnSpc>
                <a:spcPct val="100000"/>
              </a:lnSpc>
              <a:spcAft>
                <a:spcPts val="1200"/>
              </a:spcAft>
              <a:buClr>
                <a:srgbClr val="FF545F"/>
              </a:buClr>
              <a:buFont typeface="Arial" panose="020B0604020202020204" pitchFamily="34" charset="0"/>
              <a:buNone/>
              <a:defRPr sz="1400" b="1">
                <a:solidFill>
                  <a:schemeClr val="bg1"/>
                </a:solidFill>
                <a:latin typeface="Georgia" panose="02040502050405020303" pitchFamily="18" charset="0"/>
              </a:defRPr>
            </a:lvl1pPr>
          </a:lstStyle>
          <a:p>
            <a:pPr lvl="0"/>
            <a:r>
              <a:rPr lang="en-US" dirty="0"/>
              <a:t>Lorem ipsum dolor sit</a:t>
            </a:r>
          </a:p>
        </p:txBody>
      </p:sp>
      <p:sp>
        <p:nvSpPr>
          <p:cNvPr id="48" name="Text Placeholder 22"/>
          <p:cNvSpPr>
            <a:spLocks noGrp="1"/>
          </p:cNvSpPr>
          <p:nvPr>
            <p:ph type="body" sz="quarter" idx="22" hasCustomPrompt="1"/>
          </p:nvPr>
        </p:nvSpPr>
        <p:spPr>
          <a:xfrm rot="1803890">
            <a:off x="6059785" y="2072732"/>
            <a:ext cx="1543050" cy="986851"/>
          </a:xfrm>
          <a:prstGeom prst="rect">
            <a:avLst/>
          </a:prstGeom>
        </p:spPr>
        <p:txBody>
          <a:bodyPr anchor="ctr"/>
          <a:lstStyle>
            <a:lvl1pPr marL="0" indent="0" algn="ctr">
              <a:lnSpc>
                <a:spcPct val="100000"/>
              </a:lnSpc>
              <a:spcAft>
                <a:spcPts val="1200"/>
              </a:spcAft>
              <a:buClr>
                <a:srgbClr val="FF545F"/>
              </a:buClr>
              <a:buFont typeface="Arial" panose="020B0604020202020204" pitchFamily="34" charset="0"/>
              <a:buNone/>
              <a:defRPr sz="1400" b="1">
                <a:solidFill>
                  <a:schemeClr val="bg1"/>
                </a:solidFill>
                <a:latin typeface="Georgia" panose="02040502050405020303" pitchFamily="18" charset="0"/>
              </a:defRPr>
            </a:lvl1pPr>
          </a:lstStyle>
          <a:p>
            <a:pPr lvl="0"/>
            <a:r>
              <a:rPr lang="en-US" dirty="0"/>
              <a:t>Lorem ipsum dolor sit</a:t>
            </a:r>
          </a:p>
        </p:txBody>
      </p:sp>
      <p:sp>
        <p:nvSpPr>
          <p:cNvPr id="49" name="Text Placeholder 22"/>
          <p:cNvSpPr>
            <a:spLocks noGrp="1"/>
          </p:cNvSpPr>
          <p:nvPr>
            <p:ph type="body" sz="quarter" idx="23" hasCustomPrompt="1"/>
          </p:nvPr>
        </p:nvSpPr>
        <p:spPr>
          <a:xfrm rot="5400000">
            <a:off x="6758675" y="3339835"/>
            <a:ext cx="1543050" cy="986851"/>
          </a:xfrm>
          <a:prstGeom prst="rect">
            <a:avLst/>
          </a:prstGeom>
        </p:spPr>
        <p:txBody>
          <a:bodyPr anchor="ctr"/>
          <a:lstStyle>
            <a:lvl1pPr marL="0" indent="0" algn="ctr">
              <a:lnSpc>
                <a:spcPct val="100000"/>
              </a:lnSpc>
              <a:spcAft>
                <a:spcPts val="1200"/>
              </a:spcAft>
              <a:buClr>
                <a:srgbClr val="FF545F"/>
              </a:buClr>
              <a:buFont typeface="Arial" panose="020B0604020202020204" pitchFamily="34" charset="0"/>
              <a:buNone/>
              <a:defRPr sz="1400" b="1">
                <a:solidFill>
                  <a:schemeClr val="bg1"/>
                </a:solidFill>
                <a:latin typeface="Georgia" panose="02040502050405020303" pitchFamily="18" charset="0"/>
              </a:defRPr>
            </a:lvl1pPr>
          </a:lstStyle>
          <a:p>
            <a:pPr lvl="0"/>
            <a:r>
              <a:rPr lang="en-US" dirty="0"/>
              <a:t>Lorem ipsum dolor sit</a:t>
            </a:r>
          </a:p>
        </p:txBody>
      </p:sp>
      <p:sp>
        <p:nvSpPr>
          <p:cNvPr id="50" name="Text Placeholder 22"/>
          <p:cNvSpPr>
            <a:spLocks noGrp="1"/>
          </p:cNvSpPr>
          <p:nvPr>
            <p:ph type="body" sz="quarter" idx="24" hasCustomPrompt="1"/>
          </p:nvPr>
        </p:nvSpPr>
        <p:spPr>
          <a:xfrm rot="16200000">
            <a:off x="3880567" y="3284572"/>
            <a:ext cx="1543050" cy="986851"/>
          </a:xfrm>
          <a:prstGeom prst="rect">
            <a:avLst/>
          </a:prstGeom>
        </p:spPr>
        <p:txBody>
          <a:bodyPr anchor="ctr"/>
          <a:lstStyle>
            <a:lvl1pPr marL="0" indent="0" algn="ctr">
              <a:lnSpc>
                <a:spcPct val="100000"/>
              </a:lnSpc>
              <a:spcAft>
                <a:spcPts val="1200"/>
              </a:spcAft>
              <a:buClr>
                <a:srgbClr val="FF545F"/>
              </a:buClr>
              <a:buFont typeface="Arial" panose="020B0604020202020204" pitchFamily="34" charset="0"/>
              <a:buNone/>
              <a:defRPr sz="1400" b="1">
                <a:solidFill>
                  <a:schemeClr val="bg1"/>
                </a:solidFill>
                <a:latin typeface="Georgia" panose="02040502050405020303" pitchFamily="18" charset="0"/>
              </a:defRPr>
            </a:lvl1pPr>
          </a:lstStyle>
          <a:p>
            <a:pPr lvl="0"/>
            <a:r>
              <a:rPr lang="en-US" dirty="0"/>
              <a:t>Lorem ipsum dolor sit</a:t>
            </a:r>
          </a:p>
        </p:txBody>
      </p:sp>
      <p:sp>
        <p:nvSpPr>
          <p:cNvPr id="51" name="Text Placeholder 22"/>
          <p:cNvSpPr>
            <a:spLocks noGrp="1"/>
          </p:cNvSpPr>
          <p:nvPr>
            <p:ph type="body" sz="quarter" idx="25" hasCustomPrompt="1"/>
          </p:nvPr>
        </p:nvSpPr>
        <p:spPr>
          <a:xfrm rot="9000000">
            <a:off x="6071004" y="4517898"/>
            <a:ext cx="1543050" cy="986851"/>
          </a:xfrm>
          <a:prstGeom prst="rect">
            <a:avLst/>
          </a:prstGeom>
        </p:spPr>
        <p:txBody>
          <a:bodyPr anchor="ctr"/>
          <a:lstStyle>
            <a:lvl1pPr marL="0" indent="0" algn="ctr">
              <a:lnSpc>
                <a:spcPct val="100000"/>
              </a:lnSpc>
              <a:spcAft>
                <a:spcPts val="1200"/>
              </a:spcAft>
              <a:buClr>
                <a:srgbClr val="FF545F"/>
              </a:buClr>
              <a:buFont typeface="Arial" panose="020B0604020202020204" pitchFamily="34" charset="0"/>
              <a:buNone/>
              <a:defRPr sz="1400" b="1">
                <a:solidFill>
                  <a:schemeClr val="bg1"/>
                </a:solidFill>
                <a:latin typeface="Georgia" panose="02040502050405020303" pitchFamily="18" charset="0"/>
              </a:defRPr>
            </a:lvl1pPr>
          </a:lstStyle>
          <a:p>
            <a:pPr lvl="0"/>
            <a:r>
              <a:rPr lang="en-US" dirty="0"/>
              <a:t>Lorem ipsum dolor sit</a:t>
            </a:r>
          </a:p>
        </p:txBody>
      </p:sp>
      <p:sp>
        <p:nvSpPr>
          <p:cNvPr id="52" name="Text Placeholder 22"/>
          <p:cNvSpPr>
            <a:spLocks noGrp="1"/>
          </p:cNvSpPr>
          <p:nvPr>
            <p:ph type="body" sz="quarter" idx="26" hasCustomPrompt="1"/>
          </p:nvPr>
        </p:nvSpPr>
        <p:spPr>
          <a:xfrm rot="12600000">
            <a:off x="4616287" y="4517899"/>
            <a:ext cx="1543050" cy="986851"/>
          </a:xfrm>
          <a:prstGeom prst="rect">
            <a:avLst/>
          </a:prstGeom>
        </p:spPr>
        <p:txBody>
          <a:bodyPr anchor="ctr"/>
          <a:lstStyle>
            <a:lvl1pPr marL="0" indent="0" algn="ctr">
              <a:lnSpc>
                <a:spcPct val="100000"/>
              </a:lnSpc>
              <a:spcAft>
                <a:spcPts val="1200"/>
              </a:spcAft>
              <a:buClr>
                <a:srgbClr val="FF545F"/>
              </a:buClr>
              <a:buFont typeface="Arial" panose="020B0604020202020204" pitchFamily="34" charset="0"/>
              <a:buNone/>
              <a:defRPr sz="1400" b="1">
                <a:solidFill>
                  <a:schemeClr val="bg1"/>
                </a:solidFill>
                <a:latin typeface="Georgia" panose="02040502050405020303" pitchFamily="18" charset="0"/>
              </a:defRPr>
            </a:lvl1pPr>
          </a:lstStyle>
          <a:p>
            <a:pPr lvl="0"/>
            <a:r>
              <a:rPr lang="en-US" dirty="0"/>
              <a:t>Lorem ipsum dolor sit</a:t>
            </a:r>
          </a:p>
        </p:txBody>
      </p:sp>
      <p:sp>
        <p:nvSpPr>
          <p:cNvPr id="44" name="Text Placeholder 22"/>
          <p:cNvSpPr>
            <a:spLocks noGrp="1"/>
          </p:cNvSpPr>
          <p:nvPr>
            <p:ph type="body" sz="quarter" idx="27" hasCustomPrompt="1"/>
          </p:nvPr>
        </p:nvSpPr>
        <p:spPr>
          <a:xfrm>
            <a:off x="457200" y="3754660"/>
            <a:ext cx="3429000" cy="984282"/>
          </a:xfrm>
          <a:prstGeom prst="rect">
            <a:avLst/>
          </a:prstGeom>
        </p:spPr>
        <p:txBody>
          <a:bodyPr anchor="t"/>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a:t>
            </a:r>
          </a:p>
        </p:txBody>
      </p:sp>
      <p:sp>
        <p:nvSpPr>
          <p:cNvPr id="45" name="Text Placeholder 22"/>
          <p:cNvSpPr>
            <a:spLocks noGrp="1"/>
          </p:cNvSpPr>
          <p:nvPr>
            <p:ph type="body" sz="quarter" idx="28" hasCustomPrompt="1"/>
          </p:nvPr>
        </p:nvSpPr>
        <p:spPr>
          <a:xfrm>
            <a:off x="457200" y="3440334"/>
            <a:ext cx="3429000" cy="304801"/>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p>
        </p:txBody>
      </p:sp>
      <p:sp>
        <p:nvSpPr>
          <p:cNvPr id="47" name="Text Placeholder 22"/>
          <p:cNvSpPr>
            <a:spLocks noGrp="1"/>
          </p:cNvSpPr>
          <p:nvPr>
            <p:ph type="body" sz="quarter" idx="29" hasCustomPrompt="1"/>
          </p:nvPr>
        </p:nvSpPr>
        <p:spPr>
          <a:xfrm>
            <a:off x="8310032" y="3773710"/>
            <a:ext cx="3429000" cy="962024"/>
          </a:xfrm>
          <a:prstGeom prst="rect">
            <a:avLst/>
          </a:prstGeom>
        </p:spPr>
        <p:txBody>
          <a:bodyPr anchor="t"/>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a:t>
            </a:r>
          </a:p>
        </p:txBody>
      </p:sp>
      <p:sp>
        <p:nvSpPr>
          <p:cNvPr id="53" name="Text Placeholder 22"/>
          <p:cNvSpPr>
            <a:spLocks noGrp="1"/>
          </p:cNvSpPr>
          <p:nvPr>
            <p:ph type="body" sz="quarter" idx="30" hasCustomPrompt="1"/>
          </p:nvPr>
        </p:nvSpPr>
        <p:spPr>
          <a:xfrm>
            <a:off x="8310032" y="3440334"/>
            <a:ext cx="3429000" cy="314326"/>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p>
        </p:txBody>
      </p:sp>
      <p:sp>
        <p:nvSpPr>
          <p:cNvPr id="61" name="Text Placeholder 22"/>
          <p:cNvSpPr>
            <a:spLocks noGrp="1"/>
          </p:cNvSpPr>
          <p:nvPr>
            <p:ph type="body" sz="quarter" idx="31" hasCustomPrompt="1"/>
          </p:nvPr>
        </p:nvSpPr>
        <p:spPr>
          <a:xfrm>
            <a:off x="457200" y="5295901"/>
            <a:ext cx="3429000" cy="984282"/>
          </a:xfrm>
          <a:prstGeom prst="rect">
            <a:avLst/>
          </a:prstGeom>
        </p:spPr>
        <p:txBody>
          <a:bodyPr anchor="t"/>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a:t>
            </a:r>
          </a:p>
        </p:txBody>
      </p:sp>
      <p:sp>
        <p:nvSpPr>
          <p:cNvPr id="62" name="Text Placeholder 22"/>
          <p:cNvSpPr>
            <a:spLocks noGrp="1"/>
          </p:cNvSpPr>
          <p:nvPr>
            <p:ph type="body" sz="quarter" idx="32" hasCustomPrompt="1"/>
          </p:nvPr>
        </p:nvSpPr>
        <p:spPr>
          <a:xfrm>
            <a:off x="457200" y="4981575"/>
            <a:ext cx="3429000" cy="304801"/>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p>
        </p:txBody>
      </p:sp>
      <p:sp>
        <p:nvSpPr>
          <p:cNvPr id="64" name="Text Placeholder 22"/>
          <p:cNvSpPr>
            <a:spLocks noGrp="1"/>
          </p:cNvSpPr>
          <p:nvPr>
            <p:ph type="body" sz="quarter" idx="33" hasCustomPrompt="1"/>
          </p:nvPr>
        </p:nvSpPr>
        <p:spPr>
          <a:xfrm>
            <a:off x="8310032" y="5314951"/>
            <a:ext cx="3429000" cy="962024"/>
          </a:xfrm>
          <a:prstGeom prst="rect">
            <a:avLst/>
          </a:prstGeom>
        </p:spPr>
        <p:txBody>
          <a:bodyPr anchor="t"/>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a:t>
            </a:r>
          </a:p>
        </p:txBody>
      </p:sp>
      <p:sp>
        <p:nvSpPr>
          <p:cNvPr id="65" name="Text Placeholder 22"/>
          <p:cNvSpPr>
            <a:spLocks noGrp="1"/>
          </p:cNvSpPr>
          <p:nvPr>
            <p:ph type="body" sz="quarter" idx="34" hasCustomPrompt="1"/>
          </p:nvPr>
        </p:nvSpPr>
        <p:spPr>
          <a:xfrm>
            <a:off x="8310032" y="4981575"/>
            <a:ext cx="3429000" cy="314326"/>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p>
        </p:txBody>
      </p:sp>
    </p:spTree>
    <p:extLst>
      <p:ext uri="{BB962C8B-B14F-4D97-AF65-F5344CB8AC3E}">
        <p14:creationId xmlns:p14="http://schemas.microsoft.com/office/powerpoint/2010/main" val="57923252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rocess steps">
    <p:spTree>
      <p:nvGrpSpPr>
        <p:cNvPr id="1" name=""/>
        <p:cNvGrpSpPr/>
        <p:nvPr/>
      </p:nvGrpSpPr>
      <p:grpSpPr>
        <a:xfrm>
          <a:off x="0" y="0"/>
          <a:ext cx="0" cy="0"/>
          <a:chOff x="0" y="0"/>
          <a:chExt cx="0" cy="0"/>
        </a:xfrm>
      </p:grpSpPr>
      <p:cxnSp>
        <p:nvCxnSpPr>
          <p:cNvPr id="3" name="Straight Connector 2"/>
          <p:cNvCxnSpPr/>
          <p:nvPr userDrawn="1"/>
        </p:nvCxnSpPr>
        <p:spPr>
          <a:xfrm>
            <a:off x="6019800" y="3236646"/>
            <a:ext cx="0" cy="3621354"/>
          </a:xfrm>
          <a:prstGeom prst="line">
            <a:avLst/>
          </a:prstGeom>
          <a:ln w="127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 name="Oval 3"/>
          <p:cNvSpPr/>
          <p:nvPr userDrawn="1"/>
        </p:nvSpPr>
        <p:spPr>
          <a:xfrm>
            <a:off x="5486400" y="2703246"/>
            <a:ext cx="1066800" cy="1066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p:cNvSpPr/>
          <p:nvPr userDrawn="1"/>
        </p:nvSpPr>
        <p:spPr>
          <a:xfrm>
            <a:off x="5486400" y="4472920"/>
            <a:ext cx="1066800" cy="10668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 Placeholder 22"/>
          <p:cNvSpPr>
            <a:spLocks noGrp="1"/>
          </p:cNvSpPr>
          <p:nvPr>
            <p:ph type="body" sz="quarter" idx="13" hasCustomPrompt="1"/>
          </p:nvPr>
        </p:nvSpPr>
        <p:spPr>
          <a:xfrm>
            <a:off x="6846684" y="2821877"/>
            <a:ext cx="2741202" cy="829538"/>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a:t>
            </a:r>
          </a:p>
        </p:txBody>
      </p:sp>
      <p:sp>
        <p:nvSpPr>
          <p:cNvPr id="19" name="Text Placeholder 22"/>
          <p:cNvSpPr>
            <a:spLocks noGrp="1"/>
          </p:cNvSpPr>
          <p:nvPr>
            <p:ph type="body" sz="quarter" idx="18" hasCustomPrompt="1"/>
          </p:nvPr>
        </p:nvSpPr>
        <p:spPr>
          <a:xfrm>
            <a:off x="3657600" y="2988382"/>
            <a:ext cx="1535316" cy="496528"/>
          </a:xfrm>
          <a:prstGeom prst="rect">
            <a:avLst/>
          </a:prstGeom>
        </p:spPr>
        <p:txBody>
          <a:bodyPr/>
          <a:lstStyle>
            <a:lvl1pPr marL="0" indent="0" algn="r">
              <a:buClr>
                <a:srgbClr val="FF545F"/>
              </a:buClr>
              <a:buFont typeface="Arial" panose="020B0604020202020204" pitchFamily="34" charset="0"/>
              <a:buNone/>
              <a:defRPr sz="2800" baseline="30000">
                <a:solidFill>
                  <a:schemeClr val="accent1"/>
                </a:solidFill>
                <a:latin typeface="Georgia" panose="02040502050405020303" pitchFamily="18" charset="0"/>
              </a:defRPr>
            </a:lvl1pPr>
          </a:lstStyle>
          <a:p>
            <a:pPr lvl="0"/>
            <a:r>
              <a:rPr lang="en-US" dirty="0"/>
              <a:t>Heading of 1st point</a:t>
            </a:r>
          </a:p>
        </p:txBody>
      </p:sp>
      <p:sp>
        <p:nvSpPr>
          <p:cNvPr id="20" name="Text Placeholder 22"/>
          <p:cNvSpPr>
            <a:spLocks noGrp="1"/>
          </p:cNvSpPr>
          <p:nvPr>
            <p:ph type="body" sz="quarter" idx="19" hasCustomPrompt="1"/>
          </p:nvPr>
        </p:nvSpPr>
        <p:spPr>
          <a:xfrm>
            <a:off x="6846684" y="4758056"/>
            <a:ext cx="1535316" cy="496528"/>
          </a:xfrm>
          <a:prstGeom prst="rect">
            <a:avLst/>
          </a:prstGeom>
        </p:spPr>
        <p:txBody>
          <a:bodyPr/>
          <a:lstStyle>
            <a:lvl1pPr marL="0" indent="0" algn="l">
              <a:buClr>
                <a:srgbClr val="FF545F"/>
              </a:buClr>
              <a:buFont typeface="Arial" panose="020B0604020202020204" pitchFamily="34" charset="0"/>
              <a:buNone/>
              <a:defRPr sz="2800" baseline="30000">
                <a:solidFill>
                  <a:schemeClr val="accent1"/>
                </a:solidFill>
                <a:latin typeface="Georgia" panose="02040502050405020303" pitchFamily="18" charset="0"/>
              </a:defRPr>
            </a:lvl1pPr>
          </a:lstStyle>
          <a:p>
            <a:pPr lvl="0"/>
            <a:r>
              <a:rPr lang="en-US" dirty="0"/>
              <a:t>Heading of 1st point</a:t>
            </a:r>
          </a:p>
        </p:txBody>
      </p:sp>
      <p:sp>
        <p:nvSpPr>
          <p:cNvPr id="23" name="Text Placeholder 22"/>
          <p:cNvSpPr>
            <a:spLocks noGrp="1"/>
          </p:cNvSpPr>
          <p:nvPr>
            <p:ph type="body" sz="quarter" idx="20" hasCustomPrompt="1"/>
          </p:nvPr>
        </p:nvSpPr>
        <p:spPr>
          <a:xfrm>
            <a:off x="2451714" y="4591551"/>
            <a:ext cx="2741202" cy="829538"/>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a:t>
            </a:r>
          </a:p>
        </p:txBody>
      </p:sp>
      <p:sp>
        <p:nvSpPr>
          <p:cNvPr id="24" name="Text Placeholder 22"/>
          <p:cNvSpPr>
            <a:spLocks noGrp="1"/>
          </p:cNvSpPr>
          <p:nvPr>
            <p:ph type="body" sz="quarter" idx="21" hasCustomPrompt="1"/>
          </p:nvPr>
        </p:nvSpPr>
        <p:spPr>
          <a:xfrm>
            <a:off x="5764760" y="2977614"/>
            <a:ext cx="510080" cy="496528"/>
          </a:xfrm>
          <a:prstGeom prst="rect">
            <a:avLst/>
          </a:prstGeom>
        </p:spPr>
        <p:txBody>
          <a:bodyPr/>
          <a:lstStyle>
            <a:lvl1pPr marL="0" indent="0" algn="ctr">
              <a:buClr>
                <a:srgbClr val="FF545F"/>
              </a:buClr>
              <a:buFont typeface="Arial" panose="020B0604020202020204" pitchFamily="34" charset="0"/>
              <a:buNone/>
              <a:defRPr sz="8800" baseline="30000">
                <a:solidFill>
                  <a:schemeClr val="bg1"/>
                </a:solidFill>
                <a:latin typeface="Georgia" panose="02040502050405020303" pitchFamily="18" charset="0"/>
              </a:defRPr>
            </a:lvl1pPr>
          </a:lstStyle>
          <a:p>
            <a:pPr lvl="0"/>
            <a:r>
              <a:rPr lang="en-US" dirty="0"/>
              <a:t>1</a:t>
            </a:r>
          </a:p>
        </p:txBody>
      </p:sp>
      <p:sp>
        <p:nvSpPr>
          <p:cNvPr id="25" name="Text Placeholder 22"/>
          <p:cNvSpPr>
            <a:spLocks noGrp="1"/>
          </p:cNvSpPr>
          <p:nvPr>
            <p:ph type="body" sz="quarter" idx="22" hasCustomPrompt="1"/>
          </p:nvPr>
        </p:nvSpPr>
        <p:spPr>
          <a:xfrm>
            <a:off x="5764760" y="4757795"/>
            <a:ext cx="510080" cy="496528"/>
          </a:xfrm>
          <a:prstGeom prst="rect">
            <a:avLst/>
          </a:prstGeom>
        </p:spPr>
        <p:txBody>
          <a:bodyPr/>
          <a:lstStyle>
            <a:lvl1pPr marL="0" indent="0" algn="ctr">
              <a:buClr>
                <a:srgbClr val="FF545F"/>
              </a:buClr>
              <a:buFont typeface="Arial" panose="020B0604020202020204" pitchFamily="34" charset="0"/>
              <a:buNone/>
              <a:defRPr sz="8800" baseline="30000">
                <a:solidFill>
                  <a:schemeClr val="bg1"/>
                </a:solidFill>
                <a:latin typeface="Georgia" panose="02040502050405020303" pitchFamily="18" charset="0"/>
              </a:defRPr>
            </a:lvl1pPr>
          </a:lstStyle>
          <a:p>
            <a:pPr lvl="0"/>
            <a:r>
              <a:rPr lang="en-US" dirty="0"/>
              <a:t>2</a:t>
            </a:r>
          </a:p>
        </p:txBody>
      </p:sp>
      <p:sp>
        <p:nvSpPr>
          <p:cNvPr id="3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37" name="TextBox 3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 All Rights Reserved.</a:t>
            </a:r>
          </a:p>
        </p:txBody>
      </p:sp>
      <p:pic>
        <p:nvPicPr>
          <p:cNvPr id="38" name="Picture 37"/>
          <p:cNvPicPr>
            <a:picLocks noChangeAspect="1"/>
          </p:cNvPicPr>
          <p:nvPr userDrawn="1"/>
        </p:nvPicPr>
        <p:blipFill>
          <a:blip r:embed="rId2"/>
          <a:stretch>
            <a:fillRect/>
          </a:stretch>
        </p:blipFill>
        <p:spPr>
          <a:xfrm>
            <a:off x="10893034" y="6462131"/>
            <a:ext cx="839972" cy="309081"/>
          </a:xfrm>
          <a:prstGeom prst="rect">
            <a:avLst/>
          </a:prstGeom>
        </p:spPr>
      </p:pic>
      <p:sp>
        <p:nvSpPr>
          <p:cNvPr id="39" name="Text Placeholder 22"/>
          <p:cNvSpPr>
            <a:spLocks noGrp="1"/>
          </p:cNvSpPr>
          <p:nvPr>
            <p:ph type="body" sz="quarter" idx="11" hasCustomPrompt="1"/>
          </p:nvPr>
        </p:nvSpPr>
        <p:spPr>
          <a:xfrm>
            <a:off x="457199" y="445843"/>
            <a:ext cx="5525805" cy="533400"/>
          </a:xfrm>
          <a:prstGeom prst="rect">
            <a:avLst/>
          </a:prstGeom>
        </p:spPr>
        <p:txBody>
          <a:bodyPr/>
          <a:lstStyle>
            <a:lvl1pPr>
              <a:defRPr sz="300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40" name="Text Placeholder 22"/>
          <p:cNvSpPr>
            <a:spLocks noGrp="1"/>
          </p:cNvSpPr>
          <p:nvPr>
            <p:ph type="body" sz="quarter" idx="12" hasCustomPrompt="1"/>
          </p:nvPr>
        </p:nvSpPr>
        <p:spPr>
          <a:xfrm>
            <a:off x="457200" y="1022785"/>
            <a:ext cx="8153400" cy="533400"/>
          </a:xfrm>
          <a:prstGeom prst="rect">
            <a:avLst/>
          </a:prstGeom>
        </p:spPr>
        <p:txBody>
          <a:bodyP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Tree>
    <p:extLst>
      <p:ext uri="{BB962C8B-B14F-4D97-AF65-F5344CB8AC3E}">
        <p14:creationId xmlns:p14="http://schemas.microsoft.com/office/powerpoint/2010/main" val="140996732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rocess steps continue">
    <p:spTree>
      <p:nvGrpSpPr>
        <p:cNvPr id="1" name=""/>
        <p:cNvGrpSpPr/>
        <p:nvPr/>
      </p:nvGrpSpPr>
      <p:grpSpPr>
        <a:xfrm>
          <a:off x="0" y="0"/>
          <a:ext cx="0" cy="0"/>
          <a:chOff x="0" y="0"/>
          <a:chExt cx="0" cy="0"/>
        </a:xfrm>
      </p:grpSpPr>
      <p:cxnSp>
        <p:nvCxnSpPr>
          <p:cNvPr id="3" name="Straight Connector 2"/>
          <p:cNvCxnSpPr/>
          <p:nvPr userDrawn="1"/>
        </p:nvCxnSpPr>
        <p:spPr>
          <a:xfrm>
            <a:off x="6019800" y="1"/>
            <a:ext cx="0" cy="6864349"/>
          </a:xfrm>
          <a:prstGeom prst="line">
            <a:avLst/>
          </a:prstGeom>
          <a:ln w="127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 name="Oval 3"/>
          <p:cNvSpPr/>
          <p:nvPr userDrawn="1"/>
        </p:nvSpPr>
        <p:spPr>
          <a:xfrm>
            <a:off x="5486400" y="1160463"/>
            <a:ext cx="1066800" cy="10668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p:cNvSpPr/>
          <p:nvPr userDrawn="1"/>
        </p:nvSpPr>
        <p:spPr>
          <a:xfrm>
            <a:off x="5486400" y="2648170"/>
            <a:ext cx="1066800" cy="10668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 Placeholder 22"/>
          <p:cNvSpPr>
            <a:spLocks noGrp="1"/>
          </p:cNvSpPr>
          <p:nvPr>
            <p:ph type="body" sz="quarter" idx="13" hasCustomPrompt="1"/>
          </p:nvPr>
        </p:nvSpPr>
        <p:spPr>
          <a:xfrm>
            <a:off x="6846684" y="1279094"/>
            <a:ext cx="2741202" cy="829538"/>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a:t>
            </a:r>
          </a:p>
        </p:txBody>
      </p:sp>
      <p:sp>
        <p:nvSpPr>
          <p:cNvPr id="19" name="Text Placeholder 22"/>
          <p:cNvSpPr>
            <a:spLocks noGrp="1"/>
          </p:cNvSpPr>
          <p:nvPr>
            <p:ph type="body" sz="quarter" idx="18" hasCustomPrompt="1"/>
          </p:nvPr>
        </p:nvSpPr>
        <p:spPr>
          <a:xfrm>
            <a:off x="3657600" y="1445599"/>
            <a:ext cx="1535316" cy="496528"/>
          </a:xfrm>
          <a:prstGeom prst="rect">
            <a:avLst/>
          </a:prstGeom>
        </p:spPr>
        <p:txBody>
          <a:bodyPr/>
          <a:lstStyle>
            <a:lvl1pPr marL="0" indent="0" algn="r">
              <a:buClr>
                <a:srgbClr val="FF545F"/>
              </a:buClr>
              <a:buFont typeface="Arial" panose="020B0604020202020204" pitchFamily="34" charset="0"/>
              <a:buNone/>
              <a:defRPr sz="2800" baseline="30000">
                <a:solidFill>
                  <a:schemeClr val="tx2"/>
                </a:solidFill>
                <a:latin typeface="Georgia" panose="02040502050405020303" pitchFamily="18" charset="0"/>
              </a:defRPr>
            </a:lvl1pPr>
          </a:lstStyle>
          <a:p>
            <a:pPr lvl="0"/>
            <a:r>
              <a:rPr lang="en-US" dirty="0"/>
              <a:t>Heading of 1st point</a:t>
            </a:r>
          </a:p>
        </p:txBody>
      </p:sp>
      <p:sp>
        <p:nvSpPr>
          <p:cNvPr id="20" name="Text Placeholder 22"/>
          <p:cNvSpPr>
            <a:spLocks noGrp="1"/>
          </p:cNvSpPr>
          <p:nvPr>
            <p:ph type="body" sz="quarter" idx="19" hasCustomPrompt="1"/>
          </p:nvPr>
        </p:nvSpPr>
        <p:spPr>
          <a:xfrm>
            <a:off x="6846684" y="2933306"/>
            <a:ext cx="1535316" cy="496528"/>
          </a:xfrm>
          <a:prstGeom prst="rect">
            <a:avLst/>
          </a:prstGeom>
        </p:spPr>
        <p:txBody>
          <a:bodyPr/>
          <a:lstStyle>
            <a:lvl1pPr marL="0" indent="0" algn="l">
              <a:buClr>
                <a:srgbClr val="FF545F"/>
              </a:buClr>
              <a:buFont typeface="Arial" panose="020B0604020202020204" pitchFamily="34" charset="0"/>
              <a:buNone/>
              <a:defRPr sz="2800" baseline="30000">
                <a:solidFill>
                  <a:schemeClr val="accent1"/>
                </a:solidFill>
                <a:latin typeface="Georgia" panose="02040502050405020303" pitchFamily="18" charset="0"/>
              </a:defRPr>
            </a:lvl1pPr>
          </a:lstStyle>
          <a:p>
            <a:pPr lvl="0"/>
            <a:r>
              <a:rPr lang="en-US" dirty="0"/>
              <a:t>Heading of 1st point</a:t>
            </a:r>
          </a:p>
        </p:txBody>
      </p:sp>
      <p:sp>
        <p:nvSpPr>
          <p:cNvPr id="23" name="Text Placeholder 22"/>
          <p:cNvSpPr>
            <a:spLocks noGrp="1"/>
          </p:cNvSpPr>
          <p:nvPr>
            <p:ph type="body" sz="quarter" idx="20" hasCustomPrompt="1"/>
          </p:nvPr>
        </p:nvSpPr>
        <p:spPr>
          <a:xfrm>
            <a:off x="2451714" y="2766801"/>
            <a:ext cx="2741202" cy="829538"/>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a:t>
            </a:r>
          </a:p>
        </p:txBody>
      </p:sp>
      <p:sp>
        <p:nvSpPr>
          <p:cNvPr id="24" name="Text Placeholder 22"/>
          <p:cNvSpPr>
            <a:spLocks noGrp="1"/>
          </p:cNvSpPr>
          <p:nvPr>
            <p:ph type="body" sz="quarter" idx="21" hasCustomPrompt="1"/>
          </p:nvPr>
        </p:nvSpPr>
        <p:spPr>
          <a:xfrm>
            <a:off x="5764760" y="1434831"/>
            <a:ext cx="510080" cy="496528"/>
          </a:xfrm>
          <a:prstGeom prst="rect">
            <a:avLst/>
          </a:prstGeom>
        </p:spPr>
        <p:txBody>
          <a:bodyPr/>
          <a:lstStyle>
            <a:lvl1pPr marL="0" indent="0" algn="ctr">
              <a:buClr>
                <a:srgbClr val="FF545F"/>
              </a:buClr>
              <a:buFont typeface="Arial" panose="020B0604020202020204" pitchFamily="34" charset="0"/>
              <a:buNone/>
              <a:defRPr sz="8800" baseline="30000">
                <a:solidFill>
                  <a:schemeClr val="bg1"/>
                </a:solidFill>
                <a:latin typeface="Georgia" panose="02040502050405020303" pitchFamily="18" charset="0"/>
              </a:defRPr>
            </a:lvl1pPr>
          </a:lstStyle>
          <a:p>
            <a:pPr lvl="0"/>
            <a:r>
              <a:rPr lang="en-US" dirty="0"/>
              <a:t>1</a:t>
            </a:r>
          </a:p>
        </p:txBody>
      </p:sp>
      <p:sp>
        <p:nvSpPr>
          <p:cNvPr id="25" name="Text Placeholder 22"/>
          <p:cNvSpPr>
            <a:spLocks noGrp="1"/>
          </p:cNvSpPr>
          <p:nvPr>
            <p:ph type="body" sz="quarter" idx="22" hasCustomPrompt="1"/>
          </p:nvPr>
        </p:nvSpPr>
        <p:spPr>
          <a:xfrm>
            <a:off x="5764760" y="2933045"/>
            <a:ext cx="510080" cy="496528"/>
          </a:xfrm>
          <a:prstGeom prst="rect">
            <a:avLst/>
          </a:prstGeom>
        </p:spPr>
        <p:txBody>
          <a:bodyPr/>
          <a:lstStyle>
            <a:lvl1pPr marL="0" indent="0" algn="ctr">
              <a:buClr>
                <a:srgbClr val="FF545F"/>
              </a:buClr>
              <a:buFont typeface="Arial" panose="020B0604020202020204" pitchFamily="34" charset="0"/>
              <a:buNone/>
              <a:defRPr sz="8800" baseline="30000">
                <a:solidFill>
                  <a:schemeClr val="bg1"/>
                </a:solidFill>
                <a:latin typeface="Georgia" panose="02040502050405020303" pitchFamily="18" charset="0"/>
              </a:defRPr>
            </a:lvl1pPr>
          </a:lstStyle>
          <a:p>
            <a:pPr lvl="0"/>
            <a:r>
              <a:rPr lang="en-US" dirty="0"/>
              <a:t>2</a:t>
            </a:r>
          </a:p>
        </p:txBody>
      </p:sp>
      <p:sp>
        <p:nvSpPr>
          <p:cNvPr id="22" name="Oval 21"/>
          <p:cNvSpPr/>
          <p:nvPr userDrawn="1"/>
        </p:nvSpPr>
        <p:spPr>
          <a:xfrm>
            <a:off x="5486400" y="4254508"/>
            <a:ext cx="1066800" cy="1066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 Placeholder 22"/>
          <p:cNvSpPr>
            <a:spLocks noGrp="1"/>
          </p:cNvSpPr>
          <p:nvPr>
            <p:ph type="body" sz="quarter" idx="23" hasCustomPrompt="1"/>
          </p:nvPr>
        </p:nvSpPr>
        <p:spPr>
          <a:xfrm>
            <a:off x="6846684" y="4373139"/>
            <a:ext cx="2741202" cy="829538"/>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a:t>
            </a:r>
          </a:p>
        </p:txBody>
      </p:sp>
      <p:sp>
        <p:nvSpPr>
          <p:cNvPr id="27" name="Text Placeholder 22"/>
          <p:cNvSpPr>
            <a:spLocks noGrp="1"/>
          </p:cNvSpPr>
          <p:nvPr>
            <p:ph type="body" sz="quarter" idx="24" hasCustomPrompt="1"/>
          </p:nvPr>
        </p:nvSpPr>
        <p:spPr>
          <a:xfrm>
            <a:off x="3657600" y="4539644"/>
            <a:ext cx="1535316" cy="496528"/>
          </a:xfrm>
          <a:prstGeom prst="rect">
            <a:avLst/>
          </a:prstGeom>
        </p:spPr>
        <p:txBody>
          <a:bodyPr/>
          <a:lstStyle>
            <a:lvl1pPr marL="0" indent="0" algn="r">
              <a:buClr>
                <a:srgbClr val="FF545F"/>
              </a:buClr>
              <a:buFont typeface="Arial" panose="020B0604020202020204" pitchFamily="34" charset="0"/>
              <a:buNone/>
              <a:defRPr sz="2800" baseline="30000">
                <a:solidFill>
                  <a:schemeClr val="accent1"/>
                </a:solidFill>
                <a:latin typeface="Georgia" panose="02040502050405020303" pitchFamily="18" charset="0"/>
              </a:defRPr>
            </a:lvl1pPr>
          </a:lstStyle>
          <a:p>
            <a:pPr lvl="0"/>
            <a:r>
              <a:rPr lang="en-US" dirty="0"/>
              <a:t>Heading of 1st point</a:t>
            </a:r>
          </a:p>
        </p:txBody>
      </p:sp>
      <p:sp>
        <p:nvSpPr>
          <p:cNvPr id="33" name="Text Placeholder 22"/>
          <p:cNvSpPr>
            <a:spLocks noGrp="1"/>
          </p:cNvSpPr>
          <p:nvPr>
            <p:ph type="body" sz="quarter" idx="25" hasCustomPrompt="1"/>
          </p:nvPr>
        </p:nvSpPr>
        <p:spPr>
          <a:xfrm>
            <a:off x="5764760" y="4528876"/>
            <a:ext cx="510080" cy="496528"/>
          </a:xfrm>
          <a:prstGeom prst="rect">
            <a:avLst/>
          </a:prstGeom>
        </p:spPr>
        <p:txBody>
          <a:bodyPr/>
          <a:lstStyle>
            <a:lvl1pPr marL="0" indent="0" algn="ctr">
              <a:buClr>
                <a:srgbClr val="FF545F"/>
              </a:buClr>
              <a:buFont typeface="Arial" panose="020B0604020202020204" pitchFamily="34" charset="0"/>
              <a:buNone/>
              <a:defRPr sz="8800" baseline="30000">
                <a:solidFill>
                  <a:schemeClr val="bg1"/>
                </a:solidFill>
                <a:latin typeface="Georgia" panose="02040502050405020303" pitchFamily="18" charset="0"/>
              </a:defRPr>
            </a:lvl1pPr>
          </a:lstStyle>
          <a:p>
            <a:pPr lvl="0"/>
            <a:r>
              <a:rPr lang="en-US" dirty="0"/>
              <a:t>3</a:t>
            </a:r>
          </a:p>
        </p:txBody>
      </p:sp>
      <p:sp>
        <p:nvSpPr>
          <p:cNvPr id="39"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40" name="TextBox 39"/>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 All Rights Reserved.</a:t>
            </a:r>
          </a:p>
        </p:txBody>
      </p:sp>
      <p:pic>
        <p:nvPicPr>
          <p:cNvPr id="41" name="Picture 40"/>
          <p:cNvPicPr>
            <a:picLocks noChangeAspect="1"/>
          </p:cNvPicPr>
          <p:nvPr userDrawn="1"/>
        </p:nvPicPr>
        <p:blipFill>
          <a:blip r:embed="rId2"/>
          <a:stretch>
            <a:fillRect/>
          </a:stretch>
        </p:blipFill>
        <p:spPr>
          <a:xfrm>
            <a:off x="10893034" y="6462131"/>
            <a:ext cx="839972" cy="309081"/>
          </a:xfrm>
          <a:prstGeom prst="rect">
            <a:avLst/>
          </a:prstGeom>
        </p:spPr>
      </p:pic>
    </p:spTree>
    <p:extLst>
      <p:ext uri="{BB962C8B-B14F-4D97-AF65-F5344CB8AC3E}">
        <p14:creationId xmlns:p14="http://schemas.microsoft.com/office/powerpoint/2010/main" val="29877661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ank You Option 1">
    <p:spTree>
      <p:nvGrpSpPr>
        <p:cNvPr id="1" name=""/>
        <p:cNvGrpSpPr/>
        <p:nvPr/>
      </p:nvGrpSpPr>
      <p:grpSpPr>
        <a:xfrm>
          <a:off x="0" y="0"/>
          <a:ext cx="0" cy="0"/>
          <a:chOff x="0" y="0"/>
          <a:chExt cx="0" cy="0"/>
        </a:xfrm>
      </p:grpSpPr>
      <p:sp>
        <p:nvSpPr>
          <p:cNvPr id="48" name="Rectangle 47"/>
          <p:cNvSpPr/>
          <p:nvPr userDrawn="1"/>
        </p:nvSpPr>
        <p:spPr>
          <a:xfrm>
            <a:off x="0" y="0"/>
            <a:ext cx="12192000" cy="6858000"/>
          </a:xfrm>
          <a:prstGeom prst="rect">
            <a:avLst/>
          </a:prstGeom>
          <a:solidFill>
            <a:srgbClr val="0732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 Placeholder 2"/>
          <p:cNvSpPr>
            <a:spLocks noGrp="1"/>
          </p:cNvSpPr>
          <p:nvPr>
            <p:ph type="body" sz="quarter" idx="10" hasCustomPrompt="1"/>
          </p:nvPr>
        </p:nvSpPr>
        <p:spPr>
          <a:xfrm>
            <a:off x="457200" y="2514600"/>
            <a:ext cx="6019800" cy="1371600"/>
          </a:xfrm>
          <a:prstGeom prst="rect">
            <a:avLst/>
          </a:prstGeom>
        </p:spPr>
        <p:txBody>
          <a:bodyPr/>
          <a:lstStyle>
            <a:lvl1pPr>
              <a:defRPr sz="8800" baseline="0">
                <a:solidFill>
                  <a:schemeClr val="bg1"/>
                </a:solidFill>
              </a:defRPr>
            </a:lvl1pPr>
          </a:lstStyle>
          <a:p>
            <a:pPr lvl="0"/>
            <a:r>
              <a:rPr lang="en-US" dirty="0"/>
              <a:t>Thank you.</a:t>
            </a:r>
            <a:endParaRPr lang="en-IN" dirty="0"/>
          </a:p>
        </p:txBody>
      </p:sp>
      <p:sp>
        <p:nvSpPr>
          <p:cNvPr id="46" name="Text Placeholder 2"/>
          <p:cNvSpPr>
            <a:spLocks noGrp="1"/>
          </p:cNvSpPr>
          <p:nvPr>
            <p:ph type="body" sz="quarter" idx="12" hasCustomPrompt="1"/>
          </p:nvPr>
        </p:nvSpPr>
        <p:spPr>
          <a:xfrm>
            <a:off x="457200" y="6262963"/>
            <a:ext cx="6019800" cy="249839"/>
          </a:xfrm>
          <a:prstGeom prst="rect">
            <a:avLst/>
          </a:prstGeom>
        </p:spPr>
        <p:txBody>
          <a:bodyPr/>
          <a:lstStyle>
            <a:lvl1pPr>
              <a:defRPr sz="800" baseline="0">
                <a:solidFill>
                  <a:schemeClr val="bg1"/>
                </a:solidFill>
                <a:latin typeface="+mn-lt"/>
              </a:defRPr>
            </a:lvl1pPr>
          </a:lstStyle>
          <a:p>
            <a:pPr lvl="0"/>
            <a:r>
              <a:rPr lang="en-IN" dirty="0"/>
              <a:t>® 2017 Copyright </a:t>
            </a:r>
            <a:r>
              <a:rPr lang="en-IN" dirty="0" err="1"/>
              <a:t>Genpact</a:t>
            </a:r>
            <a:r>
              <a:rPr lang="en-IN" dirty="0"/>
              <a:t>. All Rights Reserved.</a:t>
            </a:r>
          </a:p>
        </p:txBody>
      </p:sp>
      <p:pic>
        <p:nvPicPr>
          <p:cNvPr id="47" name="Picture 46"/>
          <p:cNvPicPr>
            <a:picLocks noChangeAspect="1"/>
          </p:cNvPicPr>
          <p:nvPr userDrawn="1"/>
        </p:nvPicPr>
        <p:blipFill>
          <a:blip r:embed="rId2"/>
          <a:stretch>
            <a:fillRect/>
          </a:stretch>
        </p:blipFill>
        <p:spPr>
          <a:xfrm>
            <a:off x="457200" y="5181600"/>
            <a:ext cx="2465644" cy="907105"/>
          </a:xfrm>
          <a:prstGeom prst="rect">
            <a:avLst/>
          </a:prstGeom>
        </p:spPr>
      </p:pic>
      <p:pic>
        <p:nvPicPr>
          <p:cNvPr id="49" name="Picture 48"/>
          <p:cNvPicPr>
            <a:picLocks noChangeAspect="1"/>
          </p:cNvPicPr>
          <p:nvPr userDrawn="1"/>
        </p:nvPicPr>
        <p:blipFill rotWithShape="1">
          <a:blip r:embed="rId3"/>
          <a:srcRect t="26190"/>
          <a:stretch/>
        </p:blipFill>
        <p:spPr>
          <a:xfrm>
            <a:off x="8001000" y="0"/>
            <a:ext cx="4191000" cy="4309139"/>
          </a:xfrm>
          <a:prstGeom prst="rect">
            <a:avLst/>
          </a:prstGeom>
        </p:spPr>
      </p:pic>
    </p:spTree>
    <p:extLst>
      <p:ext uri="{BB962C8B-B14F-4D97-AF65-F5344CB8AC3E}">
        <p14:creationId xmlns:p14="http://schemas.microsoft.com/office/powerpoint/2010/main" val="264176936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ank You Option 2">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457200" y="2514600"/>
            <a:ext cx="6019800" cy="1371600"/>
          </a:xfrm>
          <a:prstGeom prst="rect">
            <a:avLst/>
          </a:prstGeom>
        </p:spPr>
        <p:txBody>
          <a:bodyPr/>
          <a:lstStyle>
            <a:lvl1pPr>
              <a:defRPr sz="8800" baseline="0">
                <a:solidFill>
                  <a:schemeClr val="accent3"/>
                </a:solidFill>
              </a:defRPr>
            </a:lvl1pPr>
          </a:lstStyle>
          <a:p>
            <a:pPr lvl="0"/>
            <a:r>
              <a:rPr lang="en-US" dirty="0"/>
              <a:t>Thank you.</a:t>
            </a:r>
            <a:endParaRPr lang="en-IN" dirty="0"/>
          </a:p>
        </p:txBody>
      </p:sp>
      <p:sp>
        <p:nvSpPr>
          <p:cNvPr id="46" name="Text Placeholder 2"/>
          <p:cNvSpPr>
            <a:spLocks noGrp="1"/>
          </p:cNvSpPr>
          <p:nvPr>
            <p:ph type="body" sz="quarter" idx="12" hasCustomPrompt="1"/>
          </p:nvPr>
        </p:nvSpPr>
        <p:spPr>
          <a:xfrm>
            <a:off x="457200" y="6262963"/>
            <a:ext cx="6019800" cy="249839"/>
          </a:xfrm>
          <a:prstGeom prst="rect">
            <a:avLst/>
          </a:prstGeom>
        </p:spPr>
        <p:txBody>
          <a:bodyPr/>
          <a:lstStyle>
            <a:lvl1pPr>
              <a:defRPr sz="800" baseline="0">
                <a:solidFill>
                  <a:schemeClr val="accent3"/>
                </a:solidFill>
                <a:latin typeface="Calibri" panose="020F0502020204030204" pitchFamily="34" charset="0"/>
              </a:defRPr>
            </a:lvl1pPr>
          </a:lstStyle>
          <a:p>
            <a:pPr lvl="0"/>
            <a:r>
              <a:rPr lang="en-IN" dirty="0"/>
              <a:t>® 2017 Copyright </a:t>
            </a:r>
            <a:r>
              <a:rPr lang="en-IN" dirty="0" err="1"/>
              <a:t>Genpact</a:t>
            </a:r>
            <a:r>
              <a:rPr lang="en-IN" dirty="0"/>
              <a:t>. All Rights Reserved.</a:t>
            </a:r>
          </a:p>
        </p:txBody>
      </p:sp>
      <p:pic>
        <p:nvPicPr>
          <p:cNvPr id="47" name="Picture 46"/>
          <p:cNvPicPr>
            <a:picLocks noChangeAspect="1"/>
          </p:cNvPicPr>
          <p:nvPr userDrawn="1"/>
        </p:nvPicPr>
        <p:blipFill>
          <a:blip r:embed="rId2"/>
          <a:stretch>
            <a:fillRect/>
          </a:stretch>
        </p:blipFill>
        <p:spPr>
          <a:xfrm>
            <a:off x="457200" y="5181600"/>
            <a:ext cx="2465644" cy="907105"/>
          </a:xfrm>
          <a:prstGeom prst="rect">
            <a:avLst/>
          </a:prstGeom>
        </p:spPr>
      </p:pic>
      <p:pic>
        <p:nvPicPr>
          <p:cNvPr id="49" name="Picture 48"/>
          <p:cNvPicPr>
            <a:picLocks noChangeAspect="1"/>
          </p:cNvPicPr>
          <p:nvPr userDrawn="1"/>
        </p:nvPicPr>
        <p:blipFill rotWithShape="1">
          <a:blip r:embed="rId3"/>
          <a:srcRect t="26190"/>
          <a:stretch/>
        </p:blipFill>
        <p:spPr>
          <a:xfrm>
            <a:off x="8001000" y="0"/>
            <a:ext cx="4191000" cy="4309139"/>
          </a:xfrm>
          <a:prstGeom prst="rect">
            <a:avLst/>
          </a:prstGeom>
        </p:spPr>
      </p:pic>
    </p:spTree>
    <p:extLst>
      <p:ext uri="{BB962C8B-B14F-4D97-AF65-F5344CB8AC3E}">
        <p14:creationId xmlns:p14="http://schemas.microsoft.com/office/powerpoint/2010/main" val="23403999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hank You Option 3">
    <p:spTree>
      <p:nvGrpSpPr>
        <p:cNvPr id="1" name=""/>
        <p:cNvGrpSpPr/>
        <p:nvPr/>
      </p:nvGrpSpPr>
      <p:grpSpPr>
        <a:xfrm>
          <a:off x="0" y="0"/>
          <a:ext cx="0" cy="0"/>
          <a:chOff x="0" y="0"/>
          <a:chExt cx="0" cy="0"/>
        </a:xfrm>
      </p:grpSpPr>
      <p:sp>
        <p:nvSpPr>
          <p:cNvPr id="48" name="Rectangle 47"/>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 Placeholder 2"/>
          <p:cNvSpPr>
            <a:spLocks noGrp="1"/>
          </p:cNvSpPr>
          <p:nvPr>
            <p:ph type="body" sz="quarter" idx="10" hasCustomPrompt="1"/>
          </p:nvPr>
        </p:nvSpPr>
        <p:spPr>
          <a:xfrm>
            <a:off x="457200" y="2514600"/>
            <a:ext cx="6019800" cy="1371600"/>
          </a:xfrm>
          <a:prstGeom prst="rect">
            <a:avLst/>
          </a:prstGeom>
        </p:spPr>
        <p:txBody>
          <a:bodyPr/>
          <a:lstStyle>
            <a:lvl1pPr>
              <a:defRPr sz="8800" baseline="0">
                <a:solidFill>
                  <a:schemeClr val="bg1"/>
                </a:solidFill>
              </a:defRPr>
            </a:lvl1pPr>
          </a:lstStyle>
          <a:p>
            <a:pPr lvl="0"/>
            <a:r>
              <a:rPr lang="en-US" dirty="0"/>
              <a:t>Thank you.</a:t>
            </a:r>
            <a:endParaRPr lang="en-IN" dirty="0"/>
          </a:p>
        </p:txBody>
      </p:sp>
      <p:sp>
        <p:nvSpPr>
          <p:cNvPr id="46" name="Text Placeholder 2"/>
          <p:cNvSpPr>
            <a:spLocks noGrp="1"/>
          </p:cNvSpPr>
          <p:nvPr>
            <p:ph type="body" sz="quarter" idx="12" hasCustomPrompt="1"/>
          </p:nvPr>
        </p:nvSpPr>
        <p:spPr>
          <a:xfrm>
            <a:off x="457200" y="6262963"/>
            <a:ext cx="6019800" cy="249839"/>
          </a:xfrm>
          <a:prstGeom prst="rect">
            <a:avLst/>
          </a:prstGeom>
        </p:spPr>
        <p:txBody>
          <a:bodyPr/>
          <a:lstStyle>
            <a:lvl1pPr>
              <a:defRPr sz="800" baseline="0">
                <a:solidFill>
                  <a:schemeClr val="bg1"/>
                </a:solidFill>
                <a:latin typeface="Calibri" panose="020F0502020204030204" pitchFamily="34" charset="0"/>
              </a:defRPr>
            </a:lvl1pPr>
          </a:lstStyle>
          <a:p>
            <a:pPr lvl="0"/>
            <a:r>
              <a:rPr lang="en-IN" dirty="0"/>
              <a:t>® 2017 Copyright </a:t>
            </a:r>
            <a:r>
              <a:rPr lang="en-IN" dirty="0" err="1"/>
              <a:t>Genpact</a:t>
            </a:r>
            <a:r>
              <a:rPr lang="en-IN" dirty="0"/>
              <a:t>. All Rights Reserved.</a:t>
            </a:r>
          </a:p>
        </p:txBody>
      </p:sp>
      <p:pic>
        <p:nvPicPr>
          <p:cNvPr id="47" name="Picture 46"/>
          <p:cNvPicPr>
            <a:picLocks noChangeAspect="1"/>
          </p:cNvPicPr>
          <p:nvPr userDrawn="1"/>
        </p:nvPicPr>
        <p:blipFill>
          <a:blip r:embed="rId2"/>
          <a:stretch>
            <a:fillRect/>
          </a:stretch>
        </p:blipFill>
        <p:spPr>
          <a:xfrm>
            <a:off x="457200" y="5181600"/>
            <a:ext cx="2465644" cy="907105"/>
          </a:xfrm>
          <a:prstGeom prst="rect">
            <a:avLst/>
          </a:prstGeom>
        </p:spPr>
      </p:pic>
      <p:sp>
        <p:nvSpPr>
          <p:cNvPr id="4" name="AutoShape 3"/>
          <p:cNvSpPr>
            <a:spLocks noChangeAspect="1" noChangeArrowheads="1" noTextEdit="1"/>
          </p:cNvSpPr>
          <p:nvPr userDrawn="1"/>
        </p:nvSpPr>
        <p:spPr bwMode="auto">
          <a:xfrm>
            <a:off x="6781800" y="5105400"/>
            <a:ext cx="2465388" cy="90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pic>
        <p:nvPicPr>
          <p:cNvPr id="45" name="Picture 44"/>
          <p:cNvPicPr>
            <a:picLocks noChangeAspect="1"/>
          </p:cNvPicPr>
          <p:nvPr userDrawn="1"/>
        </p:nvPicPr>
        <p:blipFill rotWithShape="1">
          <a:blip r:embed="rId3"/>
          <a:srcRect t="26190"/>
          <a:stretch/>
        </p:blipFill>
        <p:spPr>
          <a:xfrm>
            <a:off x="8001000" y="0"/>
            <a:ext cx="4191000" cy="4309139"/>
          </a:xfrm>
          <a:prstGeom prst="rect">
            <a:avLst/>
          </a:prstGeom>
        </p:spPr>
      </p:pic>
    </p:spTree>
    <p:extLst>
      <p:ext uri="{BB962C8B-B14F-4D97-AF65-F5344CB8AC3E}">
        <p14:creationId xmlns:p14="http://schemas.microsoft.com/office/powerpoint/2010/main" val="137383684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Cover Slide">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1838"/>
            <a:ext cx="12209991" cy="6869837"/>
          </a:xfrm>
          <a:prstGeom prst="rect">
            <a:avLst/>
          </a:prstGeom>
        </p:spPr>
      </p:pic>
      <p:sp>
        <p:nvSpPr>
          <p:cNvPr id="16" name="Text Placeholder 15"/>
          <p:cNvSpPr>
            <a:spLocks noGrp="1"/>
          </p:cNvSpPr>
          <p:nvPr>
            <p:ph type="body" sz="quarter" idx="13" hasCustomPrompt="1"/>
          </p:nvPr>
        </p:nvSpPr>
        <p:spPr>
          <a:xfrm>
            <a:off x="3182233" y="4175579"/>
            <a:ext cx="6459537" cy="1828800"/>
          </a:xfrm>
          <a:prstGeom prst="rect">
            <a:avLst/>
          </a:prstGeom>
        </p:spPr>
        <p:txBody>
          <a:bodyPr/>
          <a:lstStyle>
            <a:lvl1pPr>
              <a:lnSpc>
                <a:spcPts val="2200"/>
              </a:lnSpc>
              <a:defRPr sz="2000">
                <a:solidFill>
                  <a:schemeClr val="accent6"/>
                </a:solidFill>
                <a:latin typeface="+mj-lt"/>
              </a:defRPr>
            </a:lvl1pPr>
            <a:lvl2pPr algn="l">
              <a:defRPr/>
            </a:lvl2pPr>
          </a:lstStyle>
          <a:p>
            <a:pPr lvl="0"/>
            <a:r>
              <a:rPr lang="en-US" dirty="0"/>
              <a:t>Second level</a:t>
            </a:r>
          </a:p>
          <a:p>
            <a:pPr lvl="0"/>
            <a:r>
              <a:rPr lang="en-US" dirty="0"/>
              <a:t>Third level</a:t>
            </a:r>
          </a:p>
        </p:txBody>
      </p:sp>
      <p:sp>
        <p:nvSpPr>
          <p:cNvPr id="7" name="Text Placeholder 6"/>
          <p:cNvSpPr>
            <a:spLocks noGrp="1"/>
          </p:cNvSpPr>
          <p:nvPr>
            <p:ph type="body" sz="quarter" idx="10" hasCustomPrompt="1"/>
          </p:nvPr>
        </p:nvSpPr>
        <p:spPr>
          <a:xfrm>
            <a:off x="3182233" y="2008094"/>
            <a:ext cx="6858000" cy="381000"/>
          </a:xfrm>
          <a:prstGeom prst="rect">
            <a:avLst/>
          </a:prstGeom>
        </p:spPr>
        <p:txBody>
          <a:bodyPr/>
          <a:lstStyle>
            <a:lvl1pPr>
              <a:defRPr sz="2000" baseline="0">
                <a:solidFill>
                  <a:schemeClr val="accent6"/>
                </a:solidFill>
                <a:latin typeface="+mj-lt"/>
              </a:defRPr>
            </a:lvl1pPr>
          </a:lstStyle>
          <a:p>
            <a:pPr lvl="0"/>
            <a:r>
              <a:rPr lang="en-US" dirty="0"/>
              <a:t>Click to edit text</a:t>
            </a:r>
          </a:p>
        </p:txBody>
      </p:sp>
      <p:pic>
        <p:nvPicPr>
          <p:cNvPr id="8" name="Picture 7"/>
          <p:cNvPicPr>
            <a:picLocks noChangeAspect="1"/>
          </p:cNvPicPr>
          <p:nvPr userDrawn="1"/>
        </p:nvPicPr>
        <p:blipFill>
          <a:blip r:embed="rId3"/>
          <a:stretch>
            <a:fillRect/>
          </a:stretch>
        </p:blipFill>
        <p:spPr>
          <a:xfrm>
            <a:off x="9753600" y="475034"/>
            <a:ext cx="1979794" cy="728362"/>
          </a:xfrm>
          <a:prstGeom prst="rect">
            <a:avLst/>
          </a:prstGeom>
        </p:spPr>
      </p:pic>
      <p:sp>
        <p:nvSpPr>
          <p:cNvPr id="10" name="Title 4"/>
          <p:cNvSpPr txBox="1">
            <a:spLocks/>
          </p:cNvSpPr>
          <p:nvPr userDrawn="1"/>
        </p:nvSpPr>
        <p:spPr>
          <a:xfrm>
            <a:off x="457200" y="6408032"/>
            <a:ext cx="5129684" cy="256233"/>
          </a:xfrm>
          <a:prstGeom prst="rect">
            <a:avLst/>
          </a:prstGeom>
        </p:spPr>
        <p:txBody>
          <a:bodyPr lIns="0" tIns="0" rIns="0" bIns="0"/>
          <a:lstStyle>
            <a:lvl1pPr algn="l" defTabSz="914400" rtl="0" eaLnBrk="1" latinLnBrk="0" hangingPunct="1">
              <a:lnSpc>
                <a:spcPct val="90000"/>
              </a:lnSpc>
              <a:spcBef>
                <a:spcPct val="0"/>
              </a:spcBef>
              <a:buNone/>
              <a:defRPr sz="3000" kern="1200">
                <a:solidFill>
                  <a:srgbClr val="053061"/>
                </a:solidFill>
                <a:latin typeface="Georgia" charset="0"/>
                <a:ea typeface="Georgia" charset="0"/>
                <a:cs typeface="Georgia" charset="0"/>
              </a:defRPr>
            </a:lvl1pPr>
          </a:lstStyle>
          <a:p>
            <a:r>
              <a:rPr lang="en-US" sz="800" dirty="0">
                <a:solidFill>
                  <a:srgbClr val="44546A"/>
                </a:solidFill>
                <a:latin typeface="+mn-lt"/>
                <a:ea typeface="Calibri" charset="0"/>
                <a:cs typeface="Calibri" charset="0"/>
              </a:rPr>
              <a:t>® 2017 Copyright  . All Rights Reserved.</a:t>
            </a:r>
          </a:p>
        </p:txBody>
      </p:sp>
      <p:sp>
        <p:nvSpPr>
          <p:cNvPr id="5" name="Text Placeholder 4"/>
          <p:cNvSpPr>
            <a:spLocks noGrp="1"/>
          </p:cNvSpPr>
          <p:nvPr>
            <p:ph type="body" sz="quarter" idx="14" hasCustomPrompt="1"/>
          </p:nvPr>
        </p:nvSpPr>
        <p:spPr>
          <a:xfrm>
            <a:off x="3182233" y="2597150"/>
            <a:ext cx="6876167" cy="1447800"/>
          </a:xfrm>
          <a:prstGeom prst="rect">
            <a:avLst/>
          </a:prstGeom>
        </p:spPr>
        <p:txBody>
          <a:bodyPr/>
          <a:lstStyle>
            <a:lvl1pPr>
              <a:lnSpc>
                <a:spcPts val="5100"/>
              </a:lnSpc>
              <a:defRPr kumimoji="0" lang="en-US" sz="4800" b="0" i="0" u="none" strike="noStrike" kern="1200" cap="none" spc="0" normalizeH="0" baseline="0" dirty="0" smtClean="0">
                <a:ln>
                  <a:noFill/>
                </a:ln>
                <a:solidFill>
                  <a:schemeClr val="accent6"/>
                </a:solidFill>
                <a:effectLst/>
                <a:uLnTx/>
                <a:uFillTx/>
                <a:latin typeface="Georgia" charset="0"/>
                <a:ea typeface="+mn-ea"/>
                <a:cs typeface="+mn-cs"/>
              </a:defRPr>
            </a:lvl1pPr>
            <a:lvl2pPr>
              <a:defRPr kumimoji="0" lang="en-US" sz="4800" b="0" i="0" u="none" strike="noStrike" kern="1200" cap="none" spc="0" normalizeH="0" baseline="0" dirty="0" smtClean="0">
                <a:ln>
                  <a:noFill/>
                </a:ln>
                <a:solidFill>
                  <a:schemeClr val="accent6"/>
                </a:solidFill>
                <a:effectLst/>
                <a:uLnTx/>
                <a:uFillTx/>
                <a:latin typeface="Georgia" charset="0"/>
                <a:ea typeface="+mn-ea"/>
                <a:cs typeface="+mn-cs"/>
              </a:defRPr>
            </a:lvl2pPr>
            <a:lvl3pPr>
              <a:defRPr kumimoji="0" lang="en-US" sz="4800" b="0" i="0" u="none" strike="noStrike" kern="1200" cap="none" spc="0" normalizeH="0" baseline="0" dirty="0" smtClean="0">
                <a:ln>
                  <a:noFill/>
                </a:ln>
                <a:solidFill>
                  <a:schemeClr val="accent6"/>
                </a:solidFill>
                <a:effectLst/>
                <a:uLnTx/>
                <a:uFillTx/>
                <a:latin typeface="Georgia" charset="0"/>
                <a:ea typeface="+mn-ea"/>
                <a:cs typeface="+mn-cs"/>
              </a:defRPr>
            </a:lvl3pPr>
            <a:lvl4pPr>
              <a:defRPr kumimoji="0" lang="en-US" sz="4800" b="0" i="0" u="none" strike="noStrike" kern="1200" cap="none" spc="0" normalizeH="0" baseline="0" dirty="0" smtClean="0">
                <a:ln>
                  <a:noFill/>
                </a:ln>
                <a:solidFill>
                  <a:schemeClr val="accent6"/>
                </a:solidFill>
                <a:effectLst/>
                <a:uLnTx/>
                <a:uFillTx/>
                <a:latin typeface="Georgia" charset="0"/>
                <a:ea typeface="+mn-ea"/>
                <a:cs typeface="+mn-cs"/>
              </a:defRPr>
            </a:lvl4pPr>
            <a:lvl5pPr>
              <a:defRPr kumimoji="0" lang="en-US" sz="4800" b="0" i="0" u="none" strike="noStrike" kern="1200" cap="none" spc="0" normalizeH="0" baseline="0" dirty="0">
                <a:ln>
                  <a:noFill/>
                </a:ln>
                <a:solidFill>
                  <a:schemeClr val="accent6"/>
                </a:solidFill>
                <a:effectLst/>
                <a:uLnTx/>
                <a:uFillTx/>
                <a:latin typeface="Georgia" charset="0"/>
                <a:ea typeface="+mn-ea"/>
                <a:cs typeface="+mn-cs"/>
              </a:defRPr>
            </a:lvl5pPr>
          </a:lstStyle>
          <a:p>
            <a:pPr lvl="0"/>
            <a:r>
              <a:rPr lang="en-US" dirty="0"/>
              <a:t>Click to edit title text</a:t>
            </a:r>
          </a:p>
        </p:txBody>
      </p:sp>
    </p:spTree>
    <p:extLst>
      <p:ext uri="{BB962C8B-B14F-4D97-AF65-F5344CB8AC3E}">
        <p14:creationId xmlns:p14="http://schemas.microsoft.com/office/powerpoint/2010/main" val="348702187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423387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315800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694" r:id="rId33"/>
    <p:sldLayoutId id="2147483695" r:id="rId34"/>
    <p:sldLayoutId id="2147483696" r:id="rId35"/>
    <p:sldLayoutId id="2147483697" r:id="rId36"/>
    <p:sldLayoutId id="2147483698" r:id="rId37"/>
    <p:sldLayoutId id="2147483699" r:id="rId38"/>
    <p:sldLayoutId id="2147483700" r:id="rId39"/>
    <p:sldLayoutId id="2147483717" r:id="rId40"/>
    <p:sldLayoutId id="2147483718" r:id="rId41"/>
  </p:sldLayoutIdLst>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8.xml"/><Relationship Id="rId5" Type="http://schemas.openxmlformats.org/officeDocument/2006/relationships/image" Target="../media/image25.emf"/><Relationship Id="rId4" Type="http://schemas.openxmlformats.org/officeDocument/2006/relationships/image" Target="../media/image24.emf"/></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8.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9" Type="http://schemas.openxmlformats.org/officeDocument/2006/relationships/tags" Target="../tags/tag39.xml"/><Relationship Id="rId21" Type="http://schemas.openxmlformats.org/officeDocument/2006/relationships/tags" Target="../tags/tag21.xml"/><Relationship Id="rId34" Type="http://schemas.openxmlformats.org/officeDocument/2006/relationships/tags" Target="../tags/tag34.xml"/><Relationship Id="rId42" Type="http://schemas.openxmlformats.org/officeDocument/2006/relationships/tags" Target="../tags/tag42.xml"/><Relationship Id="rId7" Type="http://schemas.openxmlformats.org/officeDocument/2006/relationships/tags" Target="../tags/tag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tags" Target="../tags/tag29.xml"/><Relationship Id="rId41" Type="http://schemas.openxmlformats.org/officeDocument/2006/relationships/tags" Target="../tags/tag41.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tags" Target="../tags/tag32.xml"/><Relationship Id="rId37" Type="http://schemas.openxmlformats.org/officeDocument/2006/relationships/tags" Target="../tags/tag37.xml"/><Relationship Id="rId40" Type="http://schemas.openxmlformats.org/officeDocument/2006/relationships/tags" Target="../tags/tag40.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tags" Target="../tags/tag36.xml"/><Relationship Id="rId10" Type="http://schemas.openxmlformats.org/officeDocument/2006/relationships/tags" Target="../tags/tag10.xml"/><Relationship Id="rId19" Type="http://schemas.openxmlformats.org/officeDocument/2006/relationships/tags" Target="../tags/tag19.xml"/><Relationship Id="rId31" Type="http://schemas.openxmlformats.org/officeDocument/2006/relationships/tags" Target="../tags/tag31.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35" Type="http://schemas.openxmlformats.org/officeDocument/2006/relationships/tags" Target="../tags/tag35.xml"/><Relationship Id="rId43" Type="http://schemas.openxmlformats.org/officeDocument/2006/relationships/slideLayout" Target="../slideLayouts/slideLayout8.xml"/><Relationship Id="rId8" Type="http://schemas.openxmlformats.org/officeDocument/2006/relationships/tags" Target="../tags/tag8.xml"/><Relationship Id="rId3" Type="http://schemas.openxmlformats.org/officeDocument/2006/relationships/tags" Target="../tags/tag3.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tags" Target="../tags/tag33.xml"/><Relationship Id="rId38" Type="http://schemas.openxmlformats.org/officeDocument/2006/relationships/tags" Target="../tags/tag38.xml"/></Relationships>
</file>

<file path=ppt/slides/_rels/slide29.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oleObject" Target="../embeddings/oleObject1.bin"/><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4"/>
          </p:nvPr>
        </p:nvSpPr>
        <p:spPr>
          <a:xfrm>
            <a:off x="2971800" y="2081003"/>
            <a:ext cx="8857367" cy="1447800"/>
          </a:xfrm>
        </p:spPr>
        <p:txBody>
          <a:bodyPr lIns="91440" tIns="45720" rIns="91440" bIns="45720" anchor="t"/>
          <a:lstStyle/>
          <a:p>
            <a:r>
              <a:rPr lang="en-US" sz="3600" b="1">
                <a:solidFill>
                  <a:srgbClr val="002060"/>
                </a:solidFill>
                <a:latin typeface="Georgia"/>
              </a:rPr>
              <a:t>Paid on time increase for XYZ</a:t>
            </a:r>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89160" y="3528803"/>
            <a:ext cx="2353453" cy="10322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5362627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4"/>
          </p:nvPr>
        </p:nvSpPr>
        <p:spPr>
          <a:xfrm>
            <a:off x="1143000" y="1676400"/>
            <a:ext cx="9932949" cy="1289051"/>
          </a:xfrm>
        </p:spPr>
        <p:txBody>
          <a:bodyPr/>
          <a:lstStyle/>
          <a:p>
            <a:pPr defTabSz="904946">
              <a:lnSpc>
                <a:spcPct val="200000"/>
              </a:lnSpc>
              <a:spcBef>
                <a:spcPct val="0"/>
              </a:spcBef>
              <a:defRPr/>
            </a:pPr>
            <a:r>
              <a:rPr lang="en-US" sz="3600" b="1" dirty="0"/>
              <a:t>DEFINE</a:t>
            </a:r>
            <a:endParaRPr lang="en-US" altLang="en-US" sz="3600" dirty="0">
              <a:latin typeface="Calibri" panose="020F0502020204030204" pitchFamily="34" charset="0"/>
              <a:ea typeface="ＭＳ Ｐゴシック" pitchFamily="34" charset="-128"/>
              <a:cs typeface="Times New Roman" pitchFamily="18" charset="0"/>
            </a:endParaRPr>
          </a:p>
        </p:txBody>
      </p:sp>
    </p:spTree>
    <p:extLst>
      <p:ext uri="{BB962C8B-B14F-4D97-AF65-F5344CB8AC3E}">
        <p14:creationId xmlns:p14="http://schemas.microsoft.com/office/powerpoint/2010/main" val="259680055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370236" y="1514359"/>
            <a:ext cx="11144250" cy="290012"/>
          </a:xfrm>
        </p:spPr>
        <p:txBody>
          <a:bodyPr/>
          <a:lstStyle/>
          <a:p>
            <a:pPr marL="0" indent="0" algn="ctr">
              <a:buNone/>
            </a:pPr>
            <a:r>
              <a:rPr lang="en-US" dirty="0"/>
              <a:t>CUSTOMER VOC – ALIGNMENT TO “PROJECT Y”</a:t>
            </a:r>
          </a:p>
        </p:txBody>
      </p:sp>
      <p:pic>
        <p:nvPicPr>
          <p:cNvPr id="5" name="Picture 4" descr="imagesCAR7G38I.jpg"/>
          <p:cNvPicPr>
            <a:picLocks noChangeAspect="1"/>
          </p:cNvPicPr>
          <p:nvPr/>
        </p:nvPicPr>
        <p:blipFill>
          <a:blip r:embed="rId2" cstate="print"/>
          <a:stretch>
            <a:fillRect/>
          </a:stretch>
        </p:blipFill>
        <p:spPr>
          <a:xfrm>
            <a:off x="5168557" y="3645560"/>
            <a:ext cx="1217708" cy="1596994"/>
          </a:xfrm>
          <a:prstGeom prst="rect">
            <a:avLst/>
          </a:prstGeom>
        </p:spPr>
      </p:pic>
      <p:sp>
        <p:nvSpPr>
          <p:cNvPr id="24" name="Title 1"/>
          <p:cNvSpPr txBox="1">
            <a:spLocks/>
          </p:cNvSpPr>
          <p:nvPr/>
        </p:nvSpPr>
        <p:spPr>
          <a:xfrm>
            <a:off x="1834785" y="76582"/>
            <a:ext cx="8523288" cy="584775"/>
          </a:xfrm>
          <a:prstGeom prst="rect">
            <a:avLst/>
          </a:prstGeom>
        </p:spPr>
        <p:txBody>
          <a:bodyPr/>
          <a:lstStyle>
            <a:lvl1pPr>
              <a:defRPr>
                <a:latin typeface="+mj-lt"/>
                <a:ea typeface="+mj-ea"/>
                <a:cs typeface="+mj-cs"/>
              </a:defRPr>
            </a:lvl1pPr>
          </a:lstStyle>
          <a:p>
            <a:r>
              <a:rPr lang="en-US" b="1" kern="0" dirty="0">
                <a:solidFill>
                  <a:srgbClr val="002060"/>
                </a:solidFill>
              </a:rPr>
              <a:t>Voice of MBB / QLs / Business</a:t>
            </a:r>
            <a:endParaRPr lang="en-US" sz="2400" b="1" i="1" kern="0" dirty="0">
              <a:solidFill>
                <a:srgbClr val="002060"/>
              </a:solidFill>
            </a:endParaRPr>
          </a:p>
        </p:txBody>
      </p:sp>
      <p:sp>
        <p:nvSpPr>
          <p:cNvPr id="23" name="AutoShape 8"/>
          <p:cNvSpPr>
            <a:spLocks noChangeArrowheads="1"/>
          </p:cNvSpPr>
          <p:nvPr/>
        </p:nvSpPr>
        <p:spPr bwMode="auto">
          <a:xfrm>
            <a:off x="20053" y="53043"/>
            <a:ext cx="1814732" cy="416569"/>
          </a:xfrm>
          <a:prstGeom prst="chevron">
            <a:avLst>
              <a:gd name="adj" fmla="val 40576"/>
            </a:avLst>
          </a:prstGeom>
          <a:solidFill>
            <a:srgbClr val="EB3846"/>
          </a:solidFill>
          <a:ln>
            <a:noFill/>
          </a:ln>
          <a:effectLst/>
        </p:spPr>
        <p:txBody>
          <a:bodyPr wrap="none" anchor="ctr"/>
          <a:lstStyle>
            <a:lvl1pPr defTabSz="973138" eaLnBrk="0" hangingPunct="0">
              <a:tabLst>
                <a:tab pos="1374775" algn="l"/>
              </a:tabLst>
              <a:defRPr sz="1200">
                <a:solidFill>
                  <a:schemeClr val="tx1"/>
                </a:solidFill>
                <a:latin typeface="Arial" charset="0"/>
                <a:ea typeface="ＭＳ Ｐゴシック" pitchFamily="34" charset="-128"/>
              </a:defRPr>
            </a:lvl1pPr>
            <a:lvl2pPr marL="742950" indent="-285750" defTabSz="973138" eaLnBrk="0" hangingPunct="0">
              <a:tabLst>
                <a:tab pos="1374775" algn="l"/>
              </a:tabLst>
              <a:defRPr sz="1200">
                <a:solidFill>
                  <a:schemeClr val="tx1"/>
                </a:solidFill>
                <a:latin typeface="Arial" charset="0"/>
                <a:ea typeface="ＭＳ Ｐゴシック" pitchFamily="34" charset="-128"/>
              </a:defRPr>
            </a:lvl2pPr>
            <a:lvl3pPr marL="1143000" indent="-228600" defTabSz="973138" eaLnBrk="0" hangingPunct="0">
              <a:tabLst>
                <a:tab pos="1374775" algn="l"/>
              </a:tabLst>
              <a:defRPr sz="1200">
                <a:solidFill>
                  <a:schemeClr val="tx1"/>
                </a:solidFill>
                <a:latin typeface="Arial" charset="0"/>
                <a:ea typeface="ＭＳ Ｐゴシック" pitchFamily="34" charset="-128"/>
              </a:defRPr>
            </a:lvl3pPr>
            <a:lvl4pPr marL="1600200" indent="-228600" defTabSz="973138" eaLnBrk="0" hangingPunct="0">
              <a:tabLst>
                <a:tab pos="1374775" algn="l"/>
              </a:tabLst>
              <a:defRPr sz="1200">
                <a:solidFill>
                  <a:schemeClr val="tx1"/>
                </a:solidFill>
                <a:latin typeface="Arial" charset="0"/>
                <a:ea typeface="ＭＳ Ｐゴシック" pitchFamily="34" charset="-128"/>
              </a:defRPr>
            </a:lvl4pPr>
            <a:lvl5pPr marL="2057400" indent="-228600" defTabSz="973138" eaLnBrk="0" hangingPunct="0">
              <a:tabLst>
                <a:tab pos="1374775" algn="l"/>
              </a:tabLst>
              <a:defRPr sz="1200">
                <a:solidFill>
                  <a:schemeClr val="tx1"/>
                </a:solidFill>
                <a:latin typeface="Arial" charset="0"/>
                <a:ea typeface="ＭＳ Ｐゴシック" pitchFamily="34" charset="-128"/>
              </a:defRPr>
            </a:lvl5pPr>
            <a:lvl6pPr marL="25146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6pPr>
            <a:lvl7pPr marL="29718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7pPr>
            <a:lvl8pPr marL="34290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8pPr>
            <a:lvl9pPr marL="38862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9pPr>
          </a:lstStyle>
          <a:p>
            <a:pPr eaLnBrk="1" hangingPunct="1">
              <a:buClr>
                <a:srgbClr val="905500"/>
              </a:buClr>
            </a:pPr>
            <a:r>
              <a:rPr lang="en-US" altLang="en-US" sz="1800" b="1" dirty="0">
                <a:solidFill>
                  <a:schemeClr val="bg1"/>
                </a:solidFill>
              </a:rPr>
              <a:t>Define</a:t>
            </a:r>
          </a:p>
        </p:txBody>
      </p:sp>
      <p:sp>
        <p:nvSpPr>
          <p:cNvPr id="25" name="Rectangular Callout 24"/>
          <p:cNvSpPr/>
          <p:nvPr/>
        </p:nvSpPr>
        <p:spPr bwMode="auto">
          <a:xfrm>
            <a:off x="370236" y="1981200"/>
            <a:ext cx="4343400" cy="2310429"/>
          </a:xfrm>
          <a:prstGeom prst="wedgeRectCallout">
            <a:avLst>
              <a:gd name="adj1" fmla="val 55485"/>
              <a:gd name="adj2" fmla="val 72707"/>
            </a:avLst>
          </a:prstGeom>
          <a:solidFill>
            <a:schemeClr val="tx2"/>
          </a:solidFill>
          <a:ln>
            <a:noFill/>
            <a:headEnd/>
            <a:tailEnd/>
          </a:ln>
          <a:effectLst/>
        </p:spPr>
        <p:style>
          <a:lnRef idx="1">
            <a:schemeClr val="accent4"/>
          </a:lnRef>
          <a:fillRef idx="2">
            <a:schemeClr val="accent4"/>
          </a:fillRef>
          <a:effectRef idx="1">
            <a:schemeClr val="accent4"/>
          </a:effectRef>
          <a:fontRef idx="minor">
            <a:schemeClr val="dk1"/>
          </a:fontRef>
        </p:style>
        <p:txBody>
          <a:bodyPr vert="horz" wrap="square" lIns="45480" tIns="45480" rIns="45480" bIns="45480" numCol="1" rtlCol="0" anchor="ctr" anchorCtr="0" compatLnSpc="1">
            <a:prstTxWarp prst="textNoShape">
              <a:avLst/>
            </a:prstTxWarp>
            <a:noAutofit/>
          </a:bodyPr>
          <a:lstStyle/>
          <a:p>
            <a:r>
              <a:rPr lang="en-US" sz="1050" dirty="0"/>
              <a:t>“I think that your project is very important, as the POT is the basis of our work, with the arrival of </a:t>
            </a:r>
            <a:r>
              <a:rPr lang="en-US" sz="1050" dirty="0" err="1"/>
              <a:t>Coupa</a:t>
            </a:r>
            <a:r>
              <a:rPr lang="en-US" sz="1050" dirty="0"/>
              <a:t> (as expected) the level of the POT has lowered and it is essential to be able to return to the levels at which we and our suppliers were used, having a percentage of POT on or greater than 90% allows us to have a very high credibility with our suppliers and consequently allows us to have economic benefits in the negotiation and request for materials/services.”</a:t>
            </a:r>
          </a:p>
          <a:p>
            <a:endParaRPr lang="en-GB" dirty="0"/>
          </a:p>
          <a:p>
            <a:r>
              <a:rPr lang="en-GB" sz="1200" b="1" i="1" kern="0" dirty="0">
                <a:solidFill>
                  <a:schemeClr val="tx1"/>
                </a:solidFill>
              </a:rPr>
              <a:t>                      </a:t>
            </a:r>
          </a:p>
          <a:p>
            <a:r>
              <a:rPr lang="en-GB" sz="1200" b="1" i="1" kern="0" dirty="0">
                <a:solidFill>
                  <a:schemeClr val="tx1"/>
                </a:solidFill>
              </a:rPr>
              <a:t>                    </a:t>
            </a:r>
          </a:p>
          <a:p>
            <a:r>
              <a:rPr lang="en-GB" sz="1200" b="1" i="1" kern="0" dirty="0">
                <a:solidFill>
                  <a:schemeClr val="tx1"/>
                </a:solidFill>
              </a:rPr>
              <a:t>                                  </a:t>
            </a:r>
            <a:r>
              <a:rPr lang="en-US" sz="1100" b="1" i="1" kern="0" dirty="0">
                <a:solidFill>
                  <a:schemeClr val="tx1"/>
                </a:solidFill>
              </a:rPr>
              <a:t>XXXX</a:t>
            </a:r>
            <a:r>
              <a:rPr lang="en-US" sz="1100" b="1" dirty="0"/>
              <a:t>, </a:t>
            </a:r>
            <a:r>
              <a:rPr lang="es-ES" sz="1000" dirty="0"/>
              <a:t>Account </a:t>
            </a:r>
            <a:r>
              <a:rPr lang="es-ES" sz="1000" dirty="0" err="1"/>
              <a:t>Payable</a:t>
            </a:r>
            <a:r>
              <a:rPr lang="es-ES" sz="1000" dirty="0"/>
              <a:t> Manager, XYZ</a:t>
            </a:r>
            <a:r>
              <a:rPr lang="en-GB" dirty="0"/>
              <a:t> </a:t>
            </a:r>
            <a:endParaRPr lang="en-US" dirty="0"/>
          </a:p>
        </p:txBody>
      </p:sp>
      <p:sp>
        <p:nvSpPr>
          <p:cNvPr id="26" name="Rectangular Callout 25"/>
          <p:cNvSpPr/>
          <p:nvPr/>
        </p:nvSpPr>
        <p:spPr bwMode="auto">
          <a:xfrm>
            <a:off x="6815786" y="2131764"/>
            <a:ext cx="4495965" cy="1373436"/>
          </a:xfrm>
          <a:prstGeom prst="wedgeRectCallout">
            <a:avLst>
              <a:gd name="adj1" fmla="val -52618"/>
              <a:gd name="adj2" fmla="val 102891"/>
            </a:avLst>
          </a:prstGeom>
          <a:solidFill>
            <a:schemeClr val="tx2"/>
          </a:solidFill>
          <a:ln>
            <a:noFill/>
            <a:headEnd/>
            <a:tailEnd/>
          </a:ln>
          <a:effectLst/>
        </p:spPr>
        <p:style>
          <a:lnRef idx="1">
            <a:schemeClr val="accent4"/>
          </a:lnRef>
          <a:fillRef idx="2">
            <a:schemeClr val="accent4"/>
          </a:fillRef>
          <a:effectRef idx="1">
            <a:schemeClr val="accent4"/>
          </a:effectRef>
          <a:fontRef idx="minor">
            <a:schemeClr val="dk1"/>
          </a:fontRef>
        </p:style>
        <p:txBody>
          <a:bodyPr vert="horz" wrap="square" lIns="45480" tIns="45480" rIns="45480" bIns="45480" numCol="1" rtlCol="0" anchor="ctr" anchorCtr="0" compatLnSpc="1">
            <a:prstTxWarp prst="textNoShape">
              <a:avLst/>
            </a:prstTxWarp>
            <a:noAutofit/>
          </a:bodyPr>
          <a:lstStyle/>
          <a:p>
            <a:r>
              <a:rPr lang="en-US" sz="1200" dirty="0"/>
              <a:t>“We are convinced that this project and actions identified will help to increase this very important KPI.”</a:t>
            </a:r>
          </a:p>
          <a:p>
            <a:endParaRPr lang="en-GB" dirty="0"/>
          </a:p>
          <a:p>
            <a:endParaRPr lang="en-US" sz="900" dirty="0"/>
          </a:p>
          <a:p>
            <a:r>
              <a:rPr lang="en-US" sz="1100" b="1" dirty="0"/>
              <a:t>                                                 </a:t>
            </a:r>
          </a:p>
          <a:p>
            <a:r>
              <a:rPr lang="en-US" sz="1100" b="1" dirty="0"/>
              <a:t> </a:t>
            </a:r>
          </a:p>
          <a:p>
            <a:r>
              <a:rPr lang="en-US" sz="1100" b="1" dirty="0"/>
              <a:t>                           XXXX,</a:t>
            </a:r>
            <a:r>
              <a:rPr lang="en-US" dirty="0"/>
              <a:t> </a:t>
            </a:r>
            <a:r>
              <a:rPr lang="en-US" sz="1000" dirty="0"/>
              <a:t>Head of Finance Operations Europe, XYZ</a:t>
            </a:r>
          </a:p>
        </p:txBody>
      </p:sp>
      <p:sp>
        <p:nvSpPr>
          <p:cNvPr id="27" name="Rectangular Callout 26"/>
          <p:cNvSpPr/>
          <p:nvPr/>
        </p:nvSpPr>
        <p:spPr bwMode="auto">
          <a:xfrm>
            <a:off x="6855627" y="4444057"/>
            <a:ext cx="5046891" cy="2020186"/>
          </a:xfrm>
          <a:prstGeom prst="wedgeRectCallout">
            <a:avLst>
              <a:gd name="adj1" fmla="val -62501"/>
              <a:gd name="adj2" fmla="val 9622"/>
            </a:avLst>
          </a:prstGeom>
          <a:solidFill>
            <a:schemeClr val="tx2"/>
          </a:solidFill>
          <a:ln>
            <a:noFill/>
            <a:headEnd/>
            <a:tailEnd/>
          </a:ln>
          <a:effectLst/>
        </p:spPr>
        <p:style>
          <a:lnRef idx="1">
            <a:schemeClr val="accent4"/>
          </a:lnRef>
          <a:fillRef idx="2">
            <a:schemeClr val="accent4"/>
          </a:fillRef>
          <a:effectRef idx="1">
            <a:schemeClr val="accent4"/>
          </a:effectRef>
          <a:fontRef idx="minor">
            <a:schemeClr val="dk1"/>
          </a:fontRef>
        </p:style>
        <p:txBody>
          <a:bodyPr vert="horz" wrap="square" lIns="45480" tIns="45480" rIns="45480" bIns="45480" numCol="1" rtlCol="0" anchor="ctr" anchorCtr="0" compatLnSpc="1">
            <a:prstTxWarp prst="textNoShape">
              <a:avLst/>
            </a:prstTxWarp>
            <a:noAutofit/>
          </a:bodyPr>
          <a:lstStyle/>
          <a:p>
            <a:endParaRPr lang="en-US" sz="1000" dirty="0"/>
          </a:p>
          <a:p>
            <a:endParaRPr lang="en-US" sz="1000" dirty="0"/>
          </a:p>
          <a:p>
            <a:endParaRPr lang="en-US" sz="1050" dirty="0"/>
          </a:p>
          <a:p>
            <a:r>
              <a:rPr lang="en-US" sz="1050" dirty="0"/>
              <a:t>“I think this is a great initiative and it is in line with our client’s priorities. This is one of the most important metrics that our performance gets directly measured upon, so improving it would definitely bring with it a positive feedback from our client.</a:t>
            </a:r>
          </a:p>
          <a:p>
            <a:r>
              <a:rPr lang="en-US" sz="1050" dirty="0"/>
              <a:t> </a:t>
            </a:r>
          </a:p>
          <a:p>
            <a:r>
              <a:rPr lang="en-US" sz="1050" dirty="0"/>
              <a:t>Furthermore, these metrics carry a lot of weight for XYZ internally, so being able to raise the percentage here and maintain it would help strengthen their processes and the image they are trying to maintain in front of their partners/vendors.”</a:t>
            </a:r>
          </a:p>
          <a:p>
            <a:endParaRPr lang="en-US" sz="1100" dirty="0"/>
          </a:p>
          <a:p>
            <a:endParaRPr lang="en-US" sz="1100" dirty="0"/>
          </a:p>
          <a:p>
            <a:pPr algn="r"/>
            <a:r>
              <a:rPr lang="en-US" sz="1100" b="1" dirty="0"/>
              <a:t>XXXX, </a:t>
            </a:r>
            <a:r>
              <a:rPr lang="en-US" sz="1100" dirty="0"/>
              <a:t>Front Runner,  </a:t>
            </a:r>
          </a:p>
        </p:txBody>
      </p:sp>
    </p:spTree>
    <p:extLst>
      <p:ext uri="{BB962C8B-B14F-4D97-AF65-F5344CB8AC3E}">
        <p14:creationId xmlns:p14="http://schemas.microsoft.com/office/powerpoint/2010/main" val="184058664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2"/>
          <p:cNvSpPr txBox="1">
            <a:spLocks/>
          </p:cNvSpPr>
          <p:nvPr/>
        </p:nvSpPr>
        <p:spPr>
          <a:xfrm>
            <a:off x="1981200" y="0"/>
            <a:ext cx="7235456" cy="533400"/>
          </a:xfrm>
          <a:prstGeom prst="rect">
            <a:avLst/>
          </a:prstGeom>
        </p:spPr>
        <p:txBody>
          <a:bodyPr anchor="ctr"/>
          <a:lstStyle>
            <a:lvl1pPr marL="0">
              <a:defRPr sz="3000">
                <a:solidFill>
                  <a:srgbClr val="063161"/>
                </a:solidFill>
                <a:latin typeface="Georgia" panose="02040502050405020303"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1800" b="1" kern="0" dirty="0">
                <a:latin typeface="+mj-lt"/>
              </a:rPr>
              <a:t>Threat Opportunity Matrix - Sample</a:t>
            </a:r>
          </a:p>
        </p:txBody>
      </p:sp>
      <p:graphicFrame>
        <p:nvGraphicFramePr>
          <p:cNvPr id="9" name="Diagram 8"/>
          <p:cNvGraphicFramePr/>
          <p:nvPr/>
        </p:nvGraphicFramePr>
        <p:xfrm>
          <a:off x="1676400" y="914400"/>
          <a:ext cx="9144000" cy="53068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 Box 3"/>
          <p:cNvSpPr txBox="1">
            <a:spLocks noChangeArrowheads="1"/>
          </p:cNvSpPr>
          <p:nvPr/>
        </p:nvSpPr>
        <p:spPr bwMode="auto">
          <a:xfrm>
            <a:off x="6705600" y="891185"/>
            <a:ext cx="1905000" cy="246657"/>
          </a:xfrm>
          <a:prstGeom prst="roundRect">
            <a:avLst/>
          </a:prstGeom>
          <a:solidFill>
            <a:schemeClr val="accent1"/>
          </a:solidFill>
          <a:ln w="9525" cap="flat" cmpd="sng" algn="ctr">
            <a:noFill/>
            <a:prstDash val="soli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91242" tIns="45630" rIns="91242" bIns="45630" anchor="ctr"/>
          <a:lstStyle>
            <a:defPPr>
              <a:defRPr lang="en-US"/>
            </a:defPPr>
            <a:lvl1pPr algn="ctr">
              <a:buClrTx/>
              <a:defRPr sz="1200" b="1"/>
            </a:lvl1pPr>
          </a:lstStyle>
          <a:p>
            <a:pPr defTabSz="912420" fontAlgn="base">
              <a:spcBef>
                <a:spcPct val="0"/>
              </a:spcBef>
              <a:spcAft>
                <a:spcPct val="0"/>
              </a:spcAft>
              <a:defRPr/>
            </a:pPr>
            <a:r>
              <a:rPr lang="en-US" kern="0" dirty="0">
                <a:solidFill>
                  <a:srgbClr val="FFFFFF"/>
                </a:solidFill>
              </a:rPr>
              <a:t>Opportunity </a:t>
            </a:r>
          </a:p>
        </p:txBody>
      </p:sp>
      <p:sp>
        <p:nvSpPr>
          <p:cNvPr id="11" name="Text Box 3"/>
          <p:cNvSpPr txBox="1">
            <a:spLocks noChangeArrowheads="1"/>
          </p:cNvSpPr>
          <p:nvPr/>
        </p:nvSpPr>
        <p:spPr bwMode="auto">
          <a:xfrm>
            <a:off x="3794577" y="914400"/>
            <a:ext cx="1889170" cy="222564"/>
          </a:xfrm>
          <a:prstGeom prst="roundRect">
            <a:avLst/>
          </a:prstGeom>
          <a:solidFill>
            <a:schemeClr val="accent1"/>
          </a:solidFill>
          <a:ln w="9525" cap="flat" cmpd="sng" algn="ctr">
            <a:noFill/>
            <a:prstDash val="soli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91242" tIns="45630" rIns="91242" bIns="45630" anchor="ctr"/>
          <a:lstStyle>
            <a:defPPr>
              <a:defRPr lang="en-US"/>
            </a:defPPr>
            <a:lvl1pPr algn="ctr">
              <a:buClrTx/>
              <a:defRPr sz="1200" b="1"/>
            </a:lvl1pPr>
          </a:lstStyle>
          <a:p>
            <a:pPr defTabSz="912420" fontAlgn="base">
              <a:spcBef>
                <a:spcPct val="0"/>
              </a:spcBef>
              <a:spcAft>
                <a:spcPct val="0"/>
              </a:spcAft>
              <a:defRPr/>
            </a:pPr>
            <a:r>
              <a:rPr lang="en-US" kern="0" dirty="0">
                <a:solidFill>
                  <a:srgbClr val="FFFFFF"/>
                </a:solidFill>
              </a:rPr>
              <a:t>Threat </a:t>
            </a:r>
          </a:p>
        </p:txBody>
      </p:sp>
      <p:sp>
        <p:nvSpPr>
          <p:cNvPr id="12" name="Text Box 3"/>
          <p:cNvSpPr txBox="1">
            <a:spLocks noChangeArrowheads="1"/>
          </p:cNvSpPr>
          <p:nvPr/>
        </p:nvSpPr>
        <p:spPr bwMode="auto">
          <a:xfrm rot="16200000">
            <a:off x="2404911" y="2034001"/>
            <a:ext cx="1438586" cy="266183"/>
          </a:xfrm>
          <a:prstGeom prst="roundRect">
            <a:avLst/>
          </a:prstGeom>
          <a:solidFill>
            <a:schemeClr val="accent1"/>
          </a:solidFill>
          <a:ln w="9525" cap="flat" cmpd="sng" algn="ctr">
            <a:noFill/>
            <a:prstDash val="soli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91242" tIns="45630" rIns="91242" bIns="45630" anchor="ctr"/>
          <a:lstStyle>
            <a:defPPr>
              <a:defRPr lang="en-US"/>
            </a:defPPr>
            <a:lvl1pPr algn="ctr">
              <a:buClrTx/>
              <a:defRPr sz="1200" b="1"/>
            </a:lvl1pPr>
          </a:lstStyle>
          <a:p>
            <a:pPr defTabSz="912420" fontAlgn="base">
              <a:spcBef>
                <a:spcPct val="0"/>
              </a:spcBef>
              <a:spcAft>
                <a:spcPct val="0"/>
              </a:spcAft>
              <a:defRPr/>
            </a:pPr>
            <a:r>
              <a:rPr lang="en-US" kern="0" dirty="0">
                <a:solidFill>
                  <a:srgbClr val="FFFFFF"/>
                </a:solidFill>
              </a:rPr>
              <a:t>Short term </a:t>
            </a:r>
          </a:p>
        </p:txBody>
      </p:sp>
      <p:sp>
        <p:nvSpPr>
          <p:cNvPr id="13" name="Text Box 3"/>
          <p:cNvSpPr txBox="1">
            <a:spLocks noChangeArrowheads="1"/>
          </p:cNvSpPr>
          <p:nvPr/>
        </p:nvSpPr>
        <p:spPr bwMode="auto">
          <a:xfrm rot="16200000">
            <a:off x="2411828" y="4694080"/>
            <a:ext cx="1424746" cy="266186"/>
          </a:xfrm>
          <a:prstGeom prst="roundRect">
            <a:avLst/>
          </a:prstGeom>
          <a:solidFill>
            <a:schemeClr val="accent1"/>
          </a:solidFill>
          <a:ln w="9525" cap="flat" cmpd="sng" algn="ctr">
            <a:noFill/>
            <a:prstDash val="soli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91242" tIns="45630" rIns="91242" bIns="45630" anchor="ctr"/>
          <a:lstStyle>
            <a:defPPr>
              <a:defRPr lang="en-US"/>
            </a:defPPr>
            <a:lvl1pPr algn="ctr">
              <a:buClrTx/>
              <a:defRPr sz="1200" b="1"/>
            </a:lvl1pPr>
          </a:lstStyle>
          <a:p>
            <a:pPr defTabSz="912420" fontAlgn="base">
              <a:spcBef>
                <a:spcPct val="0"/>
              </a:spcBef>
              <a:spcAft>
                <a:spcPct val="0"/>
              </a:spcAft>
              <a:defRPr/>
            </a:pPr>
            <a:r>
              <a:rPr lang="en-US" kern="0" dirty="0">
                <a:solidFill>
                  <a:srgbClr val="FFFFFF"/>
                </a:solidFill>
              </a:rPr>
              <a:t>Long term</a:t>
            </a:r>
            <a:r>
              <a:rPr lang="en-US" b="0" kern="0" dirty="0">
                <a:solidFill>
                  <a:srgbClr val="FFFFFF"/>
                </a:solidFill>
              </a:rPr>
              <a:t> </a:t>
            </a:r>
          </a:p>
        </p:txBody>
      </p:sp>
      <p:sp>
        <p:nvSpPr>
          <p:cNvPr id="8" name="AutoShape 8"/>
          <p:cNvSpPr>
            <a:spLocks noChangeArrowheads="1"/>
          </p:cNvSpPr>
          <p:nvPr/>
        </p:nvSpPr>
        <p:spPr bwMode="auto">
          <a:xfrm>
            <a:off x="0" y="70773"/>
            <a:ext cx="1814732" cy="416569"/>
          </a:xfrm>
          <a:prstGeom prst="chevron">
            <a:avLst>
              <a:gd name="adj" fmla="val 40576"/>
            </a:avLst>
          </a:prstGeom>
          <a:solidFill>
            <a:srgbClr val="EB3846"/>
          </a:solidFill>
          <a:ln>
            <a:noFill/>
          </a:ln>
          <a:effectLst/>
        </p:spPr>
        <p:txBody>
          <a:bodyPr wrap="none" anchor="ctr"/>
          <a:lstStyle>
            <a:lvl1pPr defTabSz="973138" eaLnBrk="0" hangingPunct="0">
              <a:tabLst>
                <a:tab pos="1374775" algn="l"/>
              </a:tabLst>
              <a:defRPr sz="1200">
                <a:solidFill>
                  <a:schemeClr val="tx1"/>
                </a:solidFill>
                <a:latin typeface="Arial" charset="0"/>
                <a:ea typeface="ＭＳ Ｐゴシック" pitchFamily="34" charset="-128"/>
              </a:defRPr>
            </a:lvl1pPr>
            <a:lvl2pPr marL="742950" indent="-285750" defTabSz="973138" eaLnBrk="0" hangingPunct="0">
              <a:tabLst>
                <a:tab pos="1374775" algn="l"/>
              </a:tabLst>
              <a:defRPr sz="1200">
                <a:solidFill>
                  <a:schemeClr val="tx1"/>
                </a:solidFill>
                <a:latin typeface="Arial" charset="0"/>
                <a:ea typeface="ＭＳ Ｐゴシック" pitchFamily="34" charset="-128"/>
              </a:defRPr>
            </a:lvl2pPr>
            <a:lvl3pPr marL="1143000" indent="-228600" defTabSz="973138" eaLnBrk="0" hangingPunct="0">
              <a:tabLst>
                <a:tab pos="1374775" algn="l"/>
              </a:tabLst>
              <a:defRPr sz="1200">
                <a:solidFill>
                  <a:schemeClr val="tx1"/>
                </a:solidFill>
                <a:latin typeface="Arial" charset="0"/>
                <a:ea typeface="ＭＳ Ｐゴシック" pitchFamily="34" charset="-128"/>
              </a:defRPr>
            </a:lvl3pPr>
            <a:lvl4pPr marL="1600200" indent="-228600" defTabSz="973138" eaLnBrk="0" hangingPunct="0">
              <a:tabLst>
                <a:tab pos="1374775" algn="l"/>
              </a:tabLst>
              <a:defRPr sz="1200">
                <a:solidFill>
                  <a:schemeClr val="tx1"/>
                </a:solidFill>
                <a:latin typeface="Arial" charset="0"/>
                <a:ea typeface="ＭＳ Ｐゴシック" pitchFamily="34" charset="-128"/>
              </a:defRPr>
            </a:lvl4pPr>
            <a:lvl5pPr marL="2057400" indent="-228600" defTabSz="973138" eaLnBrk="0" hangingPunct="0">
              <a:tabLst>
                <a:tab pos="1374775" algn="l"/>
              </a:tabLst>
              <a:defRPr sz="1200">
                <a:solidFill>
                  <a:schemeClr val="tx1"/>
                </a:solidFill>
                <a:latin typeface="Arial" charset="0"/>
                <a:ea typeface="ＭＳ Ｐゴシック" pitchFamily="34" charset="-128"/>
              </a:defRPr>
            </a:lvl5pPr>
            <a:lvl6pPr marL="25146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6pPr>
            <a:lvl7pPr marL="29718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7pPr>
            <a:lvl8pPr marL="34290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8pPr>
            <a:lvl9pPr marL="38862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9pPr>
          </a:lstStyle>
          <a:p>
            <a:pPr eaLnBrk="1" hangingPunct="1">
              <a:buClr>
                <a:srgbClr val="905500"/>
              </a:buClr>
            </a:pPr>
            <a:r>
              <a:rPr lang="en-US" altLang="en-US" sz="1800" b="1" dirty="0">
                <a:solidFill>
                  <a:schemeClr val="bg1"/>
                </a:solidFill>
              </a:rPr>
              <a:t>Define</a:t>
            </a:r>
          </a:p>
        </p:txBody>
      </p:sp>
    </p:spTree>
    <p:extLst>
      <p:ext uri="{BB962C8B-B14F-4D97-AF65-F5344CB8AC3E}">
        <p14:creationId xmlns:p14="http://schemas.microsoft.com/office/powerpoint/2010/main" val="318254838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2"/>
          <p:cNvSpPr txBox="1">
            <a:spLocks/>
          </p:cNvSpPr>
          <p:nvPr/>
        </p:nvSpPr>
        <p:spPr>
          <a:xfrm>
            <a:off x="1832937" y="10166"/>
            <a:ext cx="7235456" cy="533400"/>
          </a:xfrm>
          <a:prstGeom prst="rect">
            <a:avLst/>
          </a:prstGeom>
        </p:spPr>
        <p:txBody>
          <a:bodyPr anchor="ctr"/>
          <a:lstStyle>
            <a:lvl1pPr marL="0">
              <a:defRPr sz="3000">
                <a:solidFill>
                  <a:srgbClr val="063161"/>
                </a:solidFill>
                <a:latin typeface="Georgia" panose="02040502050405020303"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1800" b="1" kern="0" dirty="0"/>
              <a:t>CTQ Drill down tree</a:t>
            </a:r>
          </a:p>
        </p:txBody>
      </p:sp>
      <p:sp>
        <p:nvSpPr>
          <p:cNvPr id="65" name="Rectangle 64"/>
          <p:cNvSpPr/>
          <p:nvPr/>
        </p:nvSpPr>
        <p:spPr bwMode="auto">
          <a:xfrm>
            <a:off x="3067639" y="4506242"/>
            <a:ext cx="8057561" cy="428625"/>
          </a:xfrm>
          <a:prstGeom prst="rect">
            <a:avLst/>
          </a:prstGeom>
          <a:solidFill>
            <a:srgbClr val="073262"/>
          </a:solidFill>
          <a:ln w="9525" cap="flat" cmpd="sng" algn="ctr">
            <a:solidFill>
              <a:srgbClr val="414141"/>
            </a:solidFill>
            <a:prstDash val="solid"/>
            <a:round/>
            <a:headEnd type="none" w="med" len="med"/>
            <a:tailEnd type="none" w="med" len="med"/>
          </a:ln>
          <a:effectLst/>
        </p:spPr>
        <p:txBody>
          <a:bodyPr lIns="182880" tIns="0" rIns="0" bIns="0" anchor="ctr"/>
          <a:lstStyle/>
          <a:p>
            <a:pPr defTabSz="973138" fontAlgn="auto">
              <a:spcBef>
                <a:spcPts val="0"/>
              </a:spcBef>
              <a:spcAft>
                <a:spcPts val="0"/>
              </a:spcAft>
              <a:buClr>
                <a:srgbClr val="0093D1"/>
              </a:buClr>
              <a:tabLst>
                <a:tab pos="1374775" algn="l"/>
              </a:tabLst>
              <a:defRPr/>
            </a:pPr>
            <a:endParaRPr lang="en-US" sz="1600" kern="0" dirty="0">
              <a:solidFill>
                <a:sysClr val="windowText" lastClr="000000"/>
              </a:solidFill>
              <a:latin typeface="Arial" charset="0"/>
            </a:endParaRPr>
          </a:p>
        </p:txBody>
      </p:sp>
      <p:sp>
        <p:nvSpPr>
          <p:cNvPr id="66" name="Rectangle 65"/>
          <p:cNvSpPr/>
          <p:nvPr/>
        </p:nvSpPr>
        <p:spPr bwMode="auto">
          <a:xfrm>
            <a:off x="3067639" y="3592759"/>
            <a:ext cx="8057561" cy="428625"/>
          </a:xfrm>
          <a:prstGeom prst="rect">
            <a:avLst/>
          </a:prstGeom>
          <a:solidFill>
            <a:srgbClr val="073262"/>
          </a:solidFill>
          <a:ln w="9525" cap="flat" cmpd="sng" algn="ctr">
            <a:solidFill>
              <a:srgbClr val="414141"/>
            </a:solidFill>
            <a:prstDash val="solid"/>
            <a:round/>
            <a:headEnd type="none" w="med" len="med"/>
            <a:tailEnd type="none" w="med" len="med"/>
          </a:ln>
          <a:effectLst/>
        </p:spPr>
        <p:txBody>
          <a:bodyPr lIns="182880" tIns="0" rIns="0" bIns="0" anchor="ctr"/>
          <a:lstStyle/>
          <a:p>
            <a:pPr lvl="0"/>
            <a:r>
              <a:rPr lang="en-US" sz="1600"/>
              <a:t>No interruption for the customer services.                                                              </a:t>
            </a:r>
          </a:p>
        </p:txBody>
      </p:sp>
      <p:sp>
        <p:nvSpPr>
          <p:cNvPr id="67" name="Rectangle 66"/>
          <p:cNvSpPr/>
          <p:nvPr/>
        </p:nvSpPr>
        <p:spPr bwMode="auto">
          <a:xfrm>
            <a:off x="3067639" y="2778825"/>
            <a:ext cx="8057561" cy="477275"/>
          </a:xfrm>
          <a:prstGeom prst="rect">
            <a:avLst/>
          </a:prstGeom>
          <a:solidFill>
            <a:srgbClr val="073262"/>
          </a:solidFill>
          <a:ln w="9525" cap="flat" cmpd="sng" algn="ctr">
            <a:solidFill>
              <a:srgbClr val="414141"/>
            </a:solidFill>
            <a:prstDash val="solid"/>
            <a:round/>
            <a:headEnd type="none" w="med" len="med"/>
            <a:tailEnd type="none" w="med" len="med"/>
          </a:ln>
          <a:effectLst/>
        </p:spPr>
        <p:txBody>
          <a:bodyPr lIns="182880" tIns="0" rIns="0" bIns="0" anchor="ctr"/>
          <a:lstStyle/>
          <a:p>
            <a:pPr defTabSz="973138" fontAlgn="auto">
              <a:spcBef>
                <a:spcPts val="0"/>
              </a:spcBef>
              <a:spcAft>
                <a:spcPts val="0"/>
              </a:spcAft>
              <a:buClr>
                <a:srgbClr val="0093D1"/>
              </a:buClr>
              <a:tabLst>
                <a:tab pos="1374775" algn="l"/>
              </a:tabLst>
              <a:defRPr/>
            </a:pPr>
            <a:endParaRPr lang="en-US" sz="1600" kern="0" dirty="0">
              <a:solidFill>
                <a:sysClr val="windowText" lastClr="000000"/>
              </a:solidFill>
              <a:latin typeface="Arial" charset="0"/>
            </a:endParaRPr>
          </a:p>
        </p:txBody>
      </p:sp>
      <p:sp>
        <p:nvSpPr>
          <p:cNvPr id="68" name="Rectangle 67"/>
          <p:cNvSpPr/>
          <p:nvPr/>
        </p:nvSpPr>
        <p:spPr bwMode="auto">
          <a:xfrm>
            <a:off x="1513478" y="2778825"/>
            <a:ext cx="1418554" cy="475333"/>
          </a:xfrm>
          <a:prstGeom prst="rect">
            <a:avLst/>
          </a:prstGeom>
          <a:solidFill>
            <a:srgbClr val="073262"/>
          </a:solidFill>
          <a:ln w="9525" cap="flat" cmpd="sng" algn="ctr">
            <a:solidFill>
              <a:srgbClr val="414141"/>
            </a:solidFill>
            <a:prstDash val="solid"/>
            <a:round/>
            <a:headEnd type="none" w="med" len="med"/>
            <a:tailEnd type="none" w="med" len="med"/>
          </a:ln>
          <a:effectLst/>
        </p:spPr>
        <p:txBody>
          <a:bodyPr lIns="182880" tIns="0" rIns="0" bIns="0" anchor="ctr"/>
          <a:lstStyle/>
          <a:p>
            <a:pPr defTabSz="973138" fontAlgn="auto">
              <a:spcBef>
                <a:spcPts val="0"/>
              </a:spcBef>
              <a:spcAft>
                <a:spcPts val="0"/>
              </a:spcAft>
              <a:buClr>
                <a:srgbClr val="0093D1"/>
              </a:buClr>
              <a:tabLst>
                <a:tab pos="1374775" algn="l"/>
              </a:tabLst>
              <a:defRPr/>
            </a:pPr>
            <a:r>
              <a:rPr lang="en-US" sz="1600" kern="0" dirty="0">
                <a:solidFill>
                  <a:srgbClr val="FFFFFF"/>
                </a:solidFill>
                <a:latin typeface="Arial" charset="0"/>
              </a:rPr>
              <a:t>Level 1</a:t>
            </a:r>
          </a:p>
        </p:txBody>
      </p:sp>
      <p:grpSp>
        <p:nvGrpSpPr>
          <p:cNvPr id="69" name="Group 6"/>
          <p:cNvGrpSpPr>
            <a:grpSpLocks/>
          </p:cNvGrpSpPr>
          <p:nvPr/>
        </p:nvGrpSpPr>
        <p:grpSpPr bwMode="auto">
          <a:xfrm>
            <a:off x="2192114" y="1372096"/>
            <a:ext cx="8716721" cy="4408222"/>
            <a:chOff x="219439" y="1285214"/>
            <a:chExt cx="9383218" cy="4283704"/>
          </a:xfrm>
        </p:grpSpPr>
        <p:sp>
          <p:nvSpPr>
            <p:cNvPr id="70" name="Text Box 64"/>
            <p:cNvSpPr txBox="1">
              <a:spLocks noChangeArrowheads="1"/>
            </p:cNvSpPr>
            <p:nvPr/>
          </p:nvSpPr>
          <p:spPr bwMode="auto">
            <a:xfrm>
              <a:off x="5216210" y="1746979"/>
              <a:ext cx="1981200" cy="339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lgn="ctr">
                  <a:solidFill>
                    <a:srgbClr val="000000"/>
                  </a:solidFill>
                  <a:miter lim="800000"/>
                  <a:headEnd/>
                  <a:tailEnd/>
                </a14:hiddenLine>
              </a:ext>
            </a:extLst>
          </p:spPr>
          <p:txBody>
            <a:bodyPr>
              <a:spAutoFit/>
            </a:bodyPr>
            <a:lstStyle>
              <a:lvl1pPr eaLnBrk="0" hangingPunct="0">
                <a:defRPr sz="1400" b="1">
                  <a:solidFill>
                    <a:srgbClr val="292929"/>
                  </a:solidFill>
                  <a:latin typeface="Arial" pitchFamily="34" charset="0"/>
                </a:defRPr>
              </a:lvl1pPr>
              <a:lvl2pPr marL="742950" indent="-285750" eaLnBrk="0" hangingPunct="0">
                <a:defRPr sz="1400" b="1">
                  <a:solidFill>
                    <a:srgbClr val="292929"/>
                  </a:solidFill>
                  <a:latin typeface="Arial" pitchFamily="34" charset="0"/>
                </a:defRPr>
              </a:lvl2pPr>
              <a:lvl3pPr marL="1143000" indent="-228600" eaLnBrk="0" hangingPunct="0">
                <a:defRPr sz="1400" b="1">
                  <a:solidFill>
                    <a:srgbClr val="292929"/>
                  </a:solidFill>
                  <a:latin typeface="Arial" pitchFamily="34" charset="0"/>
                </a:defRPr>
              </a:lvl3pPr>
              <a:lvl4pPr marL="1600200" indent="-228600" eaLnBrk="0" hangingPunct="0">
                <a:defRPr sz="1400" b="1">
                  <a:solidFill>
                    <a:srgbClr val="292929"/>
                  </a:solidFill>
                  <a:latin typeface="Arial" pitchFamily="34" charset="0"/>
                </a:defRPr>
              </a:lvl4pPr>
              <a:lvl5pPr marL="2057400" indent="-228600" eaLnBrk="0" hangingPunct="0">
                <a:defRPr sz="1400" b="1">
                  <a:solidFill>
                    <a:srgbClr val="292929"/>
                  </a:solidFill>
                  <a:latin typeface="Arial" pitchFamily="34" charset="0"/>
                </a:defRPr>
              </a:lvl5pPr>
              <a:lvl6pPr marL="2514600" indent="-228600" eaLnBrk="0" fontAlgn="base" hangingPunct="0">
                <a:spcBef>
                  <a:spcPct val="0"/>
                </a:spcBef>
                <a:spcAft>
                  <a:spcPct val="0"/>
                </a:spcAft>
                <a:defRPr sz="1400" b="1">
                  <a:solidFill>
                    <a:srgbClr val="292929"/>
                  </a:solidFill>
                  <a:latin typeface="Arial" pitchFamily="34" charset="0"/>
                </a:defRPr>
              </a:lvl6pPr>
              <a:lvl7pPr marL="2971800" indent="-228600" eaLnBrk="0" fontAlgn="base" hangingPunct="0">
                <a:spcBef>
                  <a:spcPct val="0"/>
                </a:spcBef>
                <a:spcAft>
                  <a:spcPct val="0"/>
                </a:spcAft>
                <a:defRPr sz="1400" b="1">
                  <a:solidFill>
                    <a:srgbClr val="292929"/>
                  </a:solidFill>
                  <a:latin typeface="Arial" pitchFamily="34" charset="0"/>
                </a:defRPr>
              </a:lvl7pPr>
              <a:lvl8pPr marL="3429000" indent="-228600" eaLnBrk="0" fontAlgn="base" hangingPunct="0">
                <a:spcBef>
                  <a:spcPct val="0"/>
                </a:spcBef>
                <a:spcAft>
                  <a:spcPct val="0"/>
                </a:spcAft>
                <a:defRPr sz="1400" b="1">
                  <a:solidFill>
                    <a:srgbClr val="292929"/>
                  </a:solidFill>
                  <a:latin typeface="Arial" pitchFamily="34" charset="0"/>
                </a:defRPr>
              </a:lvl8pPr>
              <a:lvl9pPr marL="3886200" indent="-228600" eaLnBrk="0" fontAlgn="base" hangingPunct="0">
                <a:spcBef>
                  <a:spcPct val="0"/>
                </a:spcBef>
                <a:spcAft>
                  <a:spcPct val="0"/>
                </a:spcAft>
                <a:defRPr sz="1400" b="1">
                  <a:solidFill>
                    <a:srgbClr val="292929"/>
                  </a:solidFill>
                  <a:latin typeface="Arial" pitchFamily="34" charset="0"/>
                </a:defRPr>
              </a:lvl9pPr>
            </a:lstStyle>
            <a:p>
              <a:pPr eaLnBrk="1" hangingPunct="1">
                <a:spcBef>
                  <a:spcPct val="50000"/>
                </a:spcBef>
              </a:pPr>
              <a:r>
                <a:rPr lang="en-US" dirty="0">
                  <a:solidFill>
                    <a:schemeClr val="tx1"/>
                  </a:solidFill>
                  <a:latin typeface="Trebuchet MS" pitchFamily="34" charset="0"/>
                </a:rPr>
                <a:t>   </a:t>
              </a:r>
              <a:r>
                <a:rPr lang="en-US" dirty="0">
                  <a:solidFill>
                    <a:schemeClr val="tx1"/>
                  </a:solidFill>
                  <a:latin typeface="Trebuchet MS" pitchFamily="34" charset="0"/>
                  <a:cs typeface="Arial" pitchFamily="34" charset="0"/>
                </a:rPr>
                <a:t>Big Y</a:t>
              </a:r>
            </a:p>
          </p:txBody>
        </p:sp>
        <p:sp>
          <p:nvSpPr>
            <p:cNvPr id="71" name="Oval 86"/>
            <p:cNvSpPr>
              <a:spLocks noChangeArrowheads="1"/>
            </p:cNvSpPr>
            <p:nvPr/>
          </p:nvSpPr>
          <p:spPr bwMode="auto">
            <a:xfrm>
              <a:off x="897156" y="1285214"/>
              <a:ext cx="3375025" cy="833438"/>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wrap="none" anchor="ctr"/>
            <a:lstStyle/>
            <a:p>
              <a:endParaRPr lang="en-US" sz="1600" dirty="0">
                <a:solidFill>
                  <a:srgbClr val="FA3912"/>
                </a:solidFill>
                <a:latin typeface="Calibri" pitchFamily="34" charset="0"/>
              </a:endParaRPr>
            </a:p>
          </p:txBody>
        </p:sp>
        <p:sp>
          <p:nvSpPr>
            <p:cNvPr id="72" name="Text Box 81"/>
            <p:cNvSpPr txBox="1">
              <a:spLocks noChangeArrowheads="1"/>
            </p:cNvSpPr>
            <p:nvPr/>
          </p:nvSpPr>
          <p:spPr bwMode="auto">
            <a:xfrm>
              <a:off x="219439" y="5166617"/>
              <a:ext cx="1027006" cy="305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1400" b="1">
                  <a:solidFill>
                    <a:srgbClr val="292929"/>
                  </a:solidFill>
                  <a:latin typeface="Arial" pitchFamily="34" charset="0"/>
                </a:defRPr>
              </a:lvl1pPr>
              <a:lvl2pPr marL="742950" indent="-285750" eaLnBrk="0" hangingPunct="0">
                <a:defRPr sz="1400" b="1">
                  <a:solidFill>
                    <a:srgbClr val="292929"/>
                  </a:solidFill>
                  <a:latin typeface="Arial" pitchFamily="34" charset="0"/>
                </a:defRPr>
              </a:lvl2pPr>
              <a:lvl3pPr marL="1143000" indent="-228600" eaLnBrk="0" hangingPunct="0">
                <a:defRPr sz="1400" b="1">
                  <a:solidFill>
                    <a:srgbClr val="292929"/>
                  </a:solidFill>
                  <a:latin typeface="Arial" pitchFamily="34" charset="0"/>
                </a:defRPr>
              </a:lvl3pPr>
              <a:lvl4pPr marL="1600200" indent="-228600" eaLnBrk="0" hangingPunct="0">
                <a:defRPr sz="1400" b="1">
                  <a:solidFill>
                    <a:srgbClr val="292929"/>
                  </a:solidFill>
                  <a:latin typeface="Arial" pitchFamily="34" charset="0"/>
                </a:defRPr>
              </a:lvl4pPr>
              <a:lvl5pPr marL="2057400" indent="-228600" eaLnBrk="0" hangingPunct="0">
                <a:defRPr sz="1400" b="1">
                  <a:solidFill>
                    <a:srgbClr val="292929"/>
                  </a:solidFill>
                  <a:latin typeface="Arial" pitchFamily="34" charset="0"/>
                </a:defRPr>
              </a:lvl5pPr>
              <a:lvl6pPr marL="2514600" indent="-228600" eaLnBrk="0" fontAlgn="base" hangingPunct="0">
                <a:spcBef>
                  <a:spcPct val="0"/>
                </a:spcBef>
                <a:spcAft>
                  <a:spcPct val="0"/>
                </a:spcAft>
                <a:defRPr sz="1400" b="1">
                  <a:solidFill>
                    <a:srgbClr val="292929"/>
                  </a:solidFill>
                  <a:latin typeface="Arial" pitchFamily="34" charset="0"/>
                </a:defRPr>
              </a:lvl6pPr>
              <a:lvl7pPr marL="2971800" indent="-228600" eaLnBrk="0" fontAlgn="base" hangingPunct="0">
                <a:spcBef>
                  <a:spcPct val="0"/>
                </a:spcBef>
                <a:spcAft>
                  <a:spcPct val="0"/>
                </a:spcAft>
                <a:defRPr sz="1400" b="1">
                  <a:solidFill>
                    <a:srgbClr val="292929"/>
                  </a:solidFill>
                  <a:latin typeface="Arial" pitchFamily="34" charset="0"/>
                </a:defRPr>
              </a:lvl7pPr>
              <a:lvl8pPr marL="3429000" indent="-228600" eaLnBrk="0" fontAlgn="base" hangingPunct="0">
                <a:spcBef>
                  <a:spcPct val="0"/>
                </a:spcBef>
                <a:spcAft>
                  <a:spcPct val="0"/>
                </a:spcAft>
                <a:defRPr sz="1400" b="1">
                  <a:solidFill>
                    <a:srgbClr val="292929"/>
                  </a:solidFill>
                  <a:latin typeface="Arial" pitchFamily="34" charset="0"/>
                </a:defRPr>
              </a:lvl8pPr>
              <a:lvl9pPr marL="3886200" indent="-228600" eaLnBrk="0" fontAlgn="base" hangingPunct="0">
                <a:spcBef>
                  <a:spcPct val="0"/>
                </a:spcBef>
                <a:spcAft>
                  <a:spcPct val="0"/>
                </a:spcAft>
                <a:defRPr sz="1400" b="1">
                  <a:solidFill>
                    <a:srgbClr val="292929"/>
                  </a:solidFill>
                  <a:latin typeface="Arial" pitchFamily="34" charset="0"/>
                </a:defRPr>
              </a:lvl9pPr>
            </a:lstStyle>
            <a:p>
              <a:pPr eaLnBrk="1" hangingPunct="1"/>
              <a:r>
                <a:rPr lang="en-US" sz="1200" dirty="0">
                  <a:solidFill>
                    <a:schemeClr val="tx1"/>
                  </a:solidFill>
                  <a:latin typeface="Calibri" pitchFamily="34" charset="0"/>
                </a:rPr>
                <a:t>Project CTQ</a:t>
              </a:r>
            </a:p>
          </p:txBody>
        </p:sp>
        <p:sp>
          <p:nvSpPr>
            <p:cNvPr id="73" name="Text Box 14"/>
            <p:cNvSpPr txBox="1">
              <a:spLocks noChangeArrowheads="1"/>
            </p:cNvSpPr>
            <p:nvPr/>
          </p:nvSpPr>
          <p:spPr bwMode="auto">
            <a:xfrm>
              <a:off x="2687915" y="1856182"/>
              <a:ext cx="2712507" cy="258014"/>
            </a:xfrm>
            <a:prstGeom prst="rect">
              <a:avLst/>
            </a:prstGeom>
            <a:solidFill>
              <a:srgbClr val="00AECF"/>
            </a:solidFill>
            <a:ln w="0" algn="ctr">
              <a:solidFill>
                <a:schemeClr val="tx1"/>
              </a:solidFill>
              <a:miter lim="800000"/>
              <a:headEnd/>
              <a:tailEnd/>
            </a:ln>
          </p:spPr>
          <p:txBody>
            <a:bodyPr wrap="square">
              <a:spAutoFit/>
            </a:bodyPr>
            <a:lstStyle>
              <a:lvl1pPr eaLnBrk="0" hangingPunct="0">
                <a:defRPr sz="1400" b="1">
                  <a:solidFill>
                    <a:srgbClr val="292929"/>
                  </a:solidFill>
                  <a:latin typeface="Arial" pitchFamily="34" charset="0"/>
                </a:defRPr>
              </a:lvl1pPr>
              <a:lvl2pPr marL="742950" indent="-285750" eaLnBrk="0" hangingPunct="0">
                <a:defRPr sz="1400" b="1">
                  <a:solidFill>
                    <a:srgbClr val="292929"/>
                  </a:solidFill>
                  <a:latin typeface="Arial" pitchFamily="34" charset="0"/>
                </a:defRPr>
              </a:lvl2pPr>
              <a:lvl3pPr marL="1143000" indent="-228600" eaLnBrk="0" hangingPunct="0">
                <a:defRPr sz="1400" b="1">
                  <a:solidFill>
                    <a:srgbClr val="292929"/>
                  </a:solidFill>
                  <a:latin typeface="Arial" pitchFamily="34" charset="0"/>
                </a:defRPr>
              </a:lvl3pPr>
              <a:lvl4pPr marL="1600200" indent="-228600" eaLnBrk="0" hangingPunct="0">
                <a:defRPr sz="1400" b="1">
                  <a:solidFill>
                    <a:srgbClr val="292929"/>
                  </a:solidFill>
                  <a:latin typeface="Arial" pitchFamily="34" charset="0"/>
                </a:defRPr>
              </a:lvl4pPr>
              <a:lvl5pPr marL="2057400" indent="-228600" eaLnBrk="0" hangingPunct="0">
                <a:defRPr sz="1400" b="1">
                  <a:solidFill>
                    <a:srgbClr val="292929"/>
                  </a:solidFill>
                  <a:latin typeface="Arial" pitchFamily="34" charset="0"/>
                </a:defRPr>
              </a:lvl5pPr>
              <a:lvl6pPr marL="2514600" indent="-228600" eaLnBrk="0" fontAlgn="base" hangingPunct="0">
                <a:spcBef>
                  <a:spcPct val="0"/>
                </a:spcBef>
                <a:spcAft>
                  <a:spcPct val="0"/>
                </a:spcAft>
                <a:defRPr sz="1400" b="1">
                  <a:solidFill>
                    <a:srgbClr val="292929"/>
                  </a:solidFill>
                  <a:latin typeface="Arial" pitchFamily="34" charset="0"/>
                </a:defRPr>
              </a:lvl6pPr>
              <a:lvl7pPr marL="2971800" indent="-228600" eaLnBrk="0" fontAlgn="base" hangingPunct="0">
                <a:spcBef>
                  <a:spcPct val="0"/>
                </a:spcBef>
                <a:spcAft>
                  <a:spcPct val="0"/>
                </a:spcAft>
                <a:defRPr sz="1400" b="1">
                  <a:solidFill>
                    <a:srgbClr val="292929"/>
                  </a:solidFill>
                  <a:latin typeface="Arial" pitchFamily="34" charset="0"/>
                </a:defRPr>
              </a:lvl7pPr>
              <a:lvl8pPr marL="3429000" indent="-228600" eaLnBrk="0" fontAlgn="base" hangingPunct="0">
                <a:spcBef>
                  <a:spcPct val="0"/>
                </a:spcBef>
                <a:spcAft>
                  <a:spcPct val="0"/>
                </a:spcAft>
                <a:defRPr sz="1400" b="1">
                  <a:solidFill>
                    <a:srgbClr val="292929"/>
                  </a:solidFill>
                  <a:latin typeface="Arial" pitchFamily="34" charset="0"/>
                </a:defRPr>
              </a:lvl8pPr>
              <a:lvl9pPr marL="3886200" indent="-228600" eaLnBrk="0" fontAlgn="base" hangingPunct="0">
                <a:spcBef>
                  <a:spcPct val="0"/>
                </a:spcBef>
                <a:spcAft>
                  <a:spcPct val="0"/>
                </a:spcAft>
                <a:defRPr sz="1400" b="1">
                  <a:solidFill>
                    <a:srgbClr val="292929"/>
                  </a:solidFill>
                  <a:latin typeface="Arial" pitchFamily="34" charset="0"/>
                </a:defRPr>
              </a:lvl9pPr>
            </a:lstStyle>
            <a:p>
              <a:pPr algn="ctr" eaLnBrk="1" hangingPunct="1">
                <a:spcBef>
                  <a:spcPct val="50000"/>
                </a:spcBef>
              </a:pPr>
              <a:r>
                <a:rPr lang="en-US" sz="1100" dirty="0">
                  <a:solidFill>
                    <a:schemeClr val="bg1"/>
                  </a:solidFill>
                  <a:latin typeface="Trebuchet MS" pitchFamily="34" charset="0"/>
                </a:rPr>
                <a:t>XYZ reputation on the market</a:t>
              </a:r>
            </a:p>
          </p:txBody>
        </p:sp>
        <p:sp>
          <p:nvSpPr>
            <p:cNvPr id="74" name="Text Box 16"/>
            <p:cNvSpPr txBox="1">
              <a:spLocks noChangeArrowheads="1"/>
            </p:cNvSpPr>
            <p:nvPr/>
          </p:nvSpPr>
          <p:spPr bwMode="auto">
            <a:xfrm>
              <a:off x="1877744" y="5122119"/>
              <a:ext cx="1563855" cy="403762"/>
            </a:xfrm>
            <a:prstGeom prst="rect">
              <a:avLst/>
            </a:prstGeom>
            <a:solidFill>
              <a:srgbClr val="00AECF"/>
            </a:solidFill>
            <a:ln w="0" algn="ctr">
              <a:solidFill>
                <a:schemeClr val="tx1"/>
              </a:solidFill>
              <a:miter lim="800000"/>
              <a:headEnd/>
              <a:tailEnd/>
            </a:ln>
          </p:spPr>
          <p:txBody>
            <a:bodyPr wrap="square">
              <a:spAutoFit/>
            </a:bodyPr>
            <a:lstStyle>
              <a:lvl1pPr eaLnBrk="0" hangingPunct="0">
                <a:defRPr sz="1400" b="1">
                  <a:solidFill>
                    <a:srgbClr val="292929"/>
                  </a:solidFill>
                  <a:latin typeface="Arial" pitchFamily="34" charset="0"/>
                </a:defRPr>
              </a:lvl1pPr>
              <a:lvl2pPr marL="742950" indent="-285750" eaLnBrk="0" hangingPunct="0">
                <a:defRPr sz="1400" b="1">
                  <a:solidFill>
                    <a:srgbClr val="292929"/>
                  </a:solidFill>
                  <a:latin typeface="Arial" pitchFamily="34" charset="0"/>
                </a:defRPr>
              </a:lvl2pPr>
              <a:lvl3pPr marL="1143000" indent="-228600" eaLnBrk="0" hangingPunct="0">
                <a:defRPr sz="1400" b="1">
                  <a:solidFill>
                    <a:srgbClr val="292929"/>
                  </a:solidFill>
                  <a:latin typeface="Arial" pitchFamily="34" charset="0"/>
                </a:defRPr>
              </a:lvl3pPr>
              <a:lvl4pPr marL="1600200" indent="-228600" eaLnBrk="0" hangingPunct="0">
                <a:defRPr sz="1400" b="1">
                  <a:solidFill>
                    <a:srgbClr val="292929"/>
                  </a:solidFill>
                  <a:latin typeface="Arial" pitchFamily="34" charset="0"/>
                </a:defRPr>
              </a:lvl4pPr>
              <a:lvl5pPr marL="2057400" indent="-228600" eaLnBrk="0" hangingPunct="0">
                <a:defRPr sz="1400" b="1">
                  <a:solidFill>
                    <a:srgbClr val="292929"/>
                  </a:solidFill>
                  <a:latin typeface="Arial" pitchFamily="34" charset="0"/>
                </a:defRPr>
              </a:lvl5pPr>
              <a:lvl6pPr marL="2514600" indent="-228600" eaLnBrk="0" fontAlgn="base" hangingPunct="0">
                <a:spcBef>
                  <a:spcPct val="0"/>
                </a:spcBef>
                <a:spcAft>
                  <a:spcPct val="0"/>
                </a:spcAft>
                <a:defRPr sz="1400" b="1">
                  <a:solidFill>
                    <a:srgbClr val="292929"/>
                  </a:solidFill>
                  <a:latin typeface="Arial" pitchFamily="34" charset="0"/>
                </a:defRPr>
              </a:lvl6pPr>
              <a:lvl7pPr marL="2971800" indent="-228600" eaLnBrk="0" fontAlgn="base" hangingPunct="0">
                <a:spcBef>
                  <a:spcPct val="0"/>
                </a:spcBef>
                <a:spcAft>
                  <a:spcPct val="0"/>
                </a:spcAft>
                <a:defRPr sz="1400" b="1">
                  <a:solidFill>
                    <a:srgbClr val="292929"/>
                  </a:solidFill>
                  <a:latin typeface="Arial" pitchFamily="34" charset="0"/>
                </a:defRPr>
              </a:lvl7pPr>
              <a:lvl8pPr marL="3429000" indent="-228600" eaLnBrk="0" fontAlgn="base" hangingPunct="0">
                <a:spcBef>
                  <a:spcPct val="0"/>
                </a:spcBef>
                <a:spcAft>
                  <a:spcPct val="0"/>
                </a:spcAft>
                <a:defRPr sz="1400" b="1">
                  <a:solidFill>
                    <a:srgbClr val="292929"/>
                  </a:solidFill>
                  <a:latin typeface="Arial" pitchFamily="34" charset="0"/>
                </a:defRPr>
              </a:lvl8pPr>
              <a:lvl9pPr marL="3886200" indent="-228600" eaLnBrk="0" fontAlgn="base" hangingPunct="0">
                <a:spcBef>
                  <a:spcPct val="0"/>
                </a:spcBef>
                <a:spcAft>
                  <a:spcPct val="0"/>
                </a:spcAft>
                <a:defRPr sz="1400" b="1">
                  <a:solidFill>
                    <a:srgbClr val="292929"/>
                  </a:solidFill>
                  <a:latin typeface="Arial" pitchFamily="34" charset="0"/>
                </a:defRPr>
              </a:lvl9pPr>
            </a:lstStyle>
            <a:p>
              <a:pPr algn="ctr" eaLnBrk="1" hangingPunct="1">
                <a:spcBef>
                  <a:spcPct val="50000"/>
                </a:spcBef>
              </a:pPr>
              <a:r>
                <a:rPr lang="en-US" sz="1050" dirty="0">
                  <a:solidFill>
                    <a:schemeClr val="bg1"/>
                  </a:solidFill>
                  <a:latin typeface="Trebuchet MS" pitchFamily="34" charset="0"/>
                </a:rPr>
                <a:t>Paid on time % increase</a:t>
              </a:r>
            </a:p>
          </p:txBody>
        </p:sp>
        <p:sp>
          <p:nvSpPr>
            <p:cNvPr id="75" name="Text Box 17"/>
            <p:cNvSpPr txBox="1">
              <a:spLocks noChangeArrowheads="1"/>
            </p:cNvSpPr>
            <p:nvPr/>
          </p:nvSpPr>
          <p:spPr bwMode="auto">
            <a:xfrm>
              <a:off x="1195639" y="2724174"/>
              <a:ext cx="1414012" cy="258014"/>
            </a:xfrm>
            <a:prstGeom prst="rect">
              <a:avLst/>
            </a:prstGeom>
            <a:solidFill>
              <a:schemeClr val="bg1"/>
            </a:solidFill>
            <a:ln w="0" algn="ctr">
              <a:solidFill>
                <a:schemeClr val="tx1"/>
              </a:solidFill>
              <a:miter lim="800000"/>
              <a:headEnd/>
              <a:tailEnd/>
            </a:ln>
          </p:spPr>
          <p:txBody>
            <a:bodyPr wrap="square">
              <a:spAutoFit/>
            </a:bodyPr>
            <a:lstStyle>
              <a:lvl1pPr eaLnBrk="0" hangingPunct="0">
                <a:defRPr sz="1400" b="1">
                  <a:solidFill>
                    <a:srgbClr val="292929"/>
                  </a:solidFill>
                  <a:latin typeface="Arial" pitchFamily="34" charset="0"/>
                </a:defRPr>
              </a:lvl1pPr>
              <a:lvl2pPr marL="742950" indent="-285750" eaLnBrk="0" hangingPunct="0">
                <a:defRPr sz="1400" b="1">
                  <a:solidFill>
                    <a:srgbClr val="292929"/>
                  </a:solidFill>
                  <a:latin typeface="Arial" pitchFamily="34" charset="0"/>
                </a:defRPr>
              </a:lvl2pPr>
              <a:lvl3pPr marL="1143000" indent="-228600" eaLnBrk="0" hangingPunct="0">
                <a:defRPr sz="1400" b="1">
                  <a:solidFill>
                    <a:srgbClr val="292929"/>
                  </a:solidFill>
                  <a:latin typeface="Arial" pitchFamily="34" charset="0"/>
                </a:defRPr>
              </a:lvl3pPr>
              <a:lvl4pPr marL="1600200" indent="-228600" eaLnBrk="0" hangingPunct="0">
                <a:defRPr sz="1400" b="1">
                  <a:solidFill>
                    <a:srgbClr val="292929"/>
                  </a:solidFill>
                  <a:latin typeface="Arial" pitchFamily="34" charset="0"/>
                </a:defRPr>
              </a:lvl4pPr>
              <a:lvl5pPr marL="2057400" indent="-228600" eaLnBrk="0" hangingPunct="0">
                <a:defRPr sz="1400" b="1">
                  <a:solidFill>
                    <a:srgbClr val="292929"/>
                  </a:solidFill>
                  <a:latin typeface="Arial" pitchFamily="34" charset="0"/>
                </a:defRPr>
              </a:lvl5pPr>
              <a:lvl6pPr marL="2514600" indent="-228600" eaLnBrk="0" fontAlgn="base" hangingPunct="0">
                <a:spcBef>
                  <a:spcPct val="0"/>
                </a:spcBef>
                <a:spcAft>
                  <a:spcPct val="0"/>
                </a:spcAft>
                <a:defRPr sz="1400" b="1">
                  <a:solidFill>
                    <a:srgbClr val="292929"/>
                  </a:solidFill>
                  <a:latin typeface="Arial" pitchFamily="34" charset="0"/>
                </a:defRPr>
              </a:lvl6pPr>
              <a:lvl7pPr marL="2971800" indent="-228600" eaLnBrk="0" fontAlgn="base" hangingPunct="0">
                <a:spcBef>
                  <a:spcPct val="0"/>
                </a:spcBef>
                <a:spcAft>
                  <a:spcPct val="0"/>
                </a:spcAft>
                <a:defRPr sz="1400" b="1">
                  <a:solidFill>
                    <a:srgbClr val="292929"/>
                  </a:solidFill>
                  <a:latin typeface="Arial" pitchFamily="34" charset="0"/>
                </a:defRPr>
              </a:lvl7pPr>
              <a:lvl8pPr marL="3429000" indent="-228600" eaLnBrk="0" fontAlgn="base" hangingPunct="0">
                <a:spcBef>
                  <a:spcPct val="0"/>
                </a:spcBef>
                <a:spcAft>
                  <a:spcPct val="0"/>
                </a:spcAft>
                <a:defRPr sz="1400" b="1">
                  <a:solidFill>
                    <a:srgbClr val="292929"/>
                  </a:solidFill>
                  <a:latin typeface="Arial" pitchFamily="34" charset="0"/>
                </a:defRPr>
              </a:lvl8pPr>
              <a:lvl9pPr marL="3886200" indent="-228600" eaLnBrk="0" fontAlgn="base" hangingPunct="0">
                <a:spcBef>
                  <a:spcPct val="0"/>
                </a:spcBef>
                <a:spcAft>
                  <a:spcPct val="0"/>
                </a:spcAft>
                <a:defRPr sz="1400" b="1">
                  <a:solidFill>
                    <a:srgbClr val="292929"/>
                  </a:solidFill>
                  <a:latin typeface="Arial" pitchFamily="34" charset="0"/>
                </a:defRPr>
              </a:lvl9pPr>
            </a:lstStyle>
            <a:p>
              <a:pPr algn="ctr" eaLnBrk="1" hangingPunct="1">
                <a:spcBef>
                  <a:spcPct val="50000"/>
                </a:spcBef>
              </a:pPr>
              <a:r>
                <a:rPr lang="en-US" sz="1100" dirty="0">
                  <a:solidFill>
                    <a:srgbClr val="000000"/>
                  </a:solidFill>
                  <a:latin typeface="Trebuchet MS" pitchFamily="34" charset="0"/>
                </a:rPr>
                <a:t>Products range</a:t>
              </a:r>
            </a:p>
          </p:txBody>
        </p:sp>
        <p:sp>
          <p:nvSpPr>
            <p:cNvPr id="76" name="Rectangle 18"/>
            <p:cNvSpPr>
              <a:spLocks noChangeArrowheads="1"/>
            </p:cNvSpPr>
            <p:nvPr/>
          </p:nvSpPr>
          <p:spPr bwMode="auto">
            <a:xfrm rot="10800000" flipV="1">
              <a:off x="5589686" y="3508367"/>
              <a:ext cx="3398853" cy="254220"/>
            </a:xfrm>
            <a:prstGeom prst="rect">
              <a:avLst/>
            </a:prstGeom>
            <a:solidFill>
              <a:schemeClr val="bg1"/>
            </a:solidFill>
            <a:ln w="0" algn="ctr">
              <a:solidFill>
                <a:schemeClr val="tx1"/>
              </a:solidFill>
              <a:miter lim="800000"/>
              <a:headEnd/>
              <a:tailEnd/>
            </a:ln>
          </p:spPr>
          <p:txBody>
            <a:bodyPr wrap="square">
              <a:spAutoFit/>
            </a:bodyPr>
            <a:lstStyle/>
            <a:p>
              <a:pPr algn="ctr">
                <a:spcBef>
                  <a:spcPct val="50000"/>
                </a:spcBef>
              </a:pPr>
              <a:r>
                <a:rPr lang="en-US" sz="1100" dirty="0">
                  <a:solidFill>
                    <a:srgbClr val="000000"/>
                  </a:solidFill>
                  <a:latin typeface="Trebuchet MS" pitchFamily="34" charset="0"/>
                </a:rPr>
                <a:t>Meeting customers financial commitments</a:t>
              </a:r>
            </a:p>
          </p:txBody>
        </p:sp>
        <p:sp>
          <p:nvSpPr>
            <p:cNvPr id="77" name="Rectangle 19"/>
            <p:cNvSpPr>
              <a:spLocks noChangeArrowheads="1"/>
            </p:cNvSpPr>
            <p:nvPr/>
          </p:nvSpPr>
          <p:spPr bwMode="auto">
            <a:xfrm rot="10800000" flipV="1">
              <a:off x="2922838" y="4372806"/>
              <a:ext cx="1971567" cy="246744"/>
            </a:xfrm>
            <a:prstGeom prst="rect">
              <a:avLst/>
            </a:prstGeom>
            <a:solidFill>
              <a:srgbClr val="00AECF"/>
            </a:solidFill>
            <a:ln w="0" algn="ctr">
              <a:solidFill>
                <a:schemeClr val="tx1"/>
              </a:solidFill>
              <a:miter lim="800000"/>
              <a:headEnd/>
              <a:tailEnd/>
            </a:ln>
          </p:spPr>
          <p:txBody>
            <a:bodyPr wrap="square">
              <a:spAutoFit/>
            </a:bodyPr>
            <a:lstStyle/>
            <a:p>
              <a:pPr algn="ctr">
                <a:spcBef>
                  <a:spcPct val="50000"/>
                </a:spcBef>
              </a:pPr>
              <a:r>
                <a:rPr lang="en-US" sz="1050" dirty="0">
                  <a:solidFill>
                    <a:schemeClr val="bg1"/>
                  </a:solidFill>
                  <a:latin typeface="Trebuchet MS" pitchFamily="34" charset="0"/>
                </a:rPr>
                <a:t>Payment process</a:t>
              </a:r>
            </a:p>
          </p:txBody>
        </p:sp>
        <p:sp>
          <p:nvSpPr>
            <p:cNvPr id="78" name="Line 20"/>
            <p:cNvSpPr>
              <a:spLocks noChangeShapeType="1"/>
            </p:cNvSpPr>
            <p:nvPr/>
          </p:nvSpPr>
          <p:spPr bwMode="auto">
            <a:xfrm>
              <a:off x="4817713" y="2114296"/>
              <a:ext cx="0" cy="29227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600" dirty="0"/>
            </a:p>
          </p:txBody>
        </p:sp>
        <p:sp>
          <p:nvSpPr>
            <p:cNvPr id="79" name="Oval 21"/>
            <p:cNvSpPr>
              <a:spLocks noChangeArrowheads="1"/>
            </p:cNvSpPr>
            <p:nvPr/>
          </p:nvSpPr>
          <p:spPr bwMode="auto">
            <a:xfrm>
              <a:off x="1583016" y="5064092"/>
              <a:ext cx="2209799" cy="504826"/>
            </a:xfrm>
            <a:prstGeom prst="ellipse">
              <a:avLst/>
            </a:prstGeom>
            <a:noFill/>
            <a:ln w="38100">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1600" dirty="0"/>
            </a:p>
          </p:txBody>
        </p:sp>
        <p:sp>
          <p:nvSpPr>
            <p:cNvPr id="80" name="Text Box 23"/>
            <p:cNvSpPr txBox="1">
              <a:spLocks noChangeArrowheads="1"/>
            </p:cNvSpPr>
            <p:nvPr/>
          </p:nvSpPr>
          <p:spPr bwMode="auto">
            <a:xfrm>
              <a:off x="2659672" y="2682177"/>
              <a:ext cx="1953936" cy="418716"/>
            </a:xfrm>
            <a:prstGeom prst="rect">
              <a:avLst/>
            </a:prstGeom>
            <a:solidFill>
              <a:schemeClr val="bg1"/>
            </a:solidFill>
            <a:ln w="0" algn="ctr">
              <a:solidFill>
                <a:schemeClr val="tx1"/>
              </a:solidFill>
              <a:miter lim="800000"/>
              <a:headEnd/>
              <a:tailEnd/>
            </a:ln>
          </p:spPr>
          <p:txBody>
            <a:bodyPr wrap="square">
              <a:spAutoFit/>
            </a:bodyPr>
            <a:lstStyle>
              <a:lvl1pPr eaLnBrk="0" hangingPunct="0">
                <a:defRPr sz="1400" b="1">
                  <a:solidFill>
                    <a:srgbClr val="292929"/>
                  </a:solidFill>
                  <a:latin typeface="Arial" pitchFamily="34" charset="0"/>
                </a:defRPr>
              </a:lvl1pPr>
              <a:lvl2pPr marL="742950" indent="-285750" eaLnBrk="0" hangingPunct="0">
                <a:defRPr sz="1400" b="1">
                  <a:solidFill>
                    <a:srgbClr val="292929"/>
                  </a:solidFill>
                  <a:latin typeface="Arial" pitchFamily="34" charset="0"/>
                </a:defRPr>
              </a:lvl2pPr>
              <a:lvl3pPr marL="1143000" indent="-228600" eaLnBrk="0" hangingPunct="0">
                <a:defRPr sz="1400" b="1">
                  <a:solidFill>
                    <a:srgbClr val="292929"/>
                  </a:solidFill>
                  <a:latin typeface="Arial" pitchFamily="34" charset="0"/>
                </a:defRPr>
              </a:lvl3pPr>
              <a:lvl4pPr marL="1600200" indent="-228600" eaLnBrk="0" hangingPunct="0">
                <a:defRPr sz="1400" b="1">
                  <a:solidFill>
                    <a:srgbClr val="292929"/>
                  </a:solidFill>
                  <a:latin typeface="Arial" pitchFamily="34" charset="0"/>
                </a:defRPr>
              </a:lvl4pPr>
              <a:lvl5pPr marL="2057400" indent="-228600" eaLnBrk="0" hangingPunct="0">
                <a:defRPr sz="1400" b="1">
                  <a:solidFill>
                    <a:srgbClr val="292929"/>
                  </a:solidFill>
                  <a:latin typeface="Arial" pitchFamily="34" charset="0"/>
                </a:defRPr>
              </a:lvl5pPr>
              <a:lvl6pPr marL="2514600" indent="-228600" eaLnBrk="0" fontAlgn="base" hangingPunct="0">
                <a:spcBef>
                  <a:spcPct val="0"/>
                </a:spcBef>
                <a:spcAft>
                  <a:spcPct val="0"/>
                </a:spcAft>
                <a:defRPr sz="1400" b="1">
                  <a:solidFill>
                    <a:srgbClr val="292929"/>
                  </a:solidFill>
                  <a:latin typeface="Arial" pitchFamily="34" charset="0"/>
                </a:defRPr>
              </a:lvl6pPr>
              <a:lvl7pPr marL="2971800" indent="-228600" eaLnBrk="0" fontAlgn="base" hangingPunct="0">
                <a:spcBef>
                  <a:spcPct val="0"/>
                </a:spcBef>
                <a:spcAft>
                  <a:spcPct val="0"/>
                </a:spcAft>
                <a:defRPr sz="1400" b="1">
                  <a:solidFill>
                    <a:srgbClr val="292929"/>
                  </a:solidFill>
                  <a:latin typeface="Arial" pitchFamily="34" charset="0"/>
                </a:defRPr>
              </a:lvl7pPr>
              <a:lvl8pPr marL="3429000" indent="-228600" eaLnBrk="0" fontAlgn="base" hangingPunct="0">
                <a:spcBef>
                  <a:spcPct val="0"/>
                </a:spcBef>
                <a:spcAft>
                  <a:spcPct val="0"/>
                </a:spcAft>
                <a:defRPr sz="1400" b="1">
                  <a:solidFill>
                    <a:srgbClr val="292929"/>
                  </a:solidFill>
                  <a:latin typeface="Arial" pitchFamily="34" charset="0"/>
                </a:defRPr>
              </a:lvl8pPr>
              <a:lvl9pPr marL="3886200" indent="-228600" eaLnBrk="0" fontAlgn="base" hangingPunct="0">
                <a:spcBef>
                  <a:spcPct val="0"/>
                </a:spcBef>
                <a:spcAft>
                  <a:spcPct val="0"/>
                </a:spcAft>
                <a:defRPr sz="1400" b="1">
                  <a:solidFill>
                    <a:srgbClr val="292929"/>
                  </a:solidFill>
                  <a:latin typeface="Arial" pitchFamily="34" charset="0"/>
                </a:defRPr>
              </a:lvl9pPr>
            </a:lstStyle>
            <a:p>
              <a:pPr algn="ctr" eaLnBrk="1" hangingPunct="1">
                <a:spcBef>
                  <a:spcPct val="50000"/>
                </a:spcBef>
              </a:pPr>
              <a:r>
                <a:rPr lang="en-US" sz="1100" dirty="0">
                  <a:solidFill>
                    <a:srgbClr val="000000"/>
                  </a:solidFill>
                  <a:latin typeface="Trebuchet MS" pitchFamily="34" charset="0"/>
                </a:rPr>
                <a:t>Image in front of customers and vendors</a:t>
              </a:r>
            </a:p>
          </p:txBody>
        </p:sp>
        <p:sp>
          <p:nvSpPr>
            <p:cNvPr id="81" name="Line 28"/>
            <p:cNvSpPr>
              <a:spLocks noChangeShapeType="1"/>
            </p:cNvSpPr>
            <p:nvPr/>
          </p:nvSpPr>
          <p:spPr bwMode="auto">
            <a:xfrm>
              <a:off x="1265565" y="5353604"/>
              <a:ext cx="772139" cy="6542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square" anchor="ctr">
              <a:spAutoFit/>
            </a:bodyPr>
            <a:lstStyle/>
            <a:p>
              <a:endParaRPr lang="en-US" sz="1600" dirty="0"/>
            </a:p>
          </p:txBody>
        </p:sp>
        <p:sp>
          <p:nvSpPr>
            <p:cNvPr id="82" name="Text Box 23"/>
            <p:cNvSpPr txBox="1">
              <a:spLocks noChangeArrowheads="1"/>
            </p:cNvSpPr>
            <p:nvPr/>
          </p:nvSpPr>
          <p:spPr bwMode="auto">
            <a:xfrm>
              <a:off x="4702776" y="2703558"/>
              <a:ext cx="1621933" cy="250426"/>
            </a:xfrm>
            <a:prstGeom prst="rect">
              <a:avLst/>
            </a:prstGeom>
            <a:solidFill>
              <a:srgbClr val="00AECF"/>
            </a:solidFill>
            <a:ln w="0" algn="ctr">
              <a:solidFill>
                <a:schemeClr val="tx1"/>
              </a:solidFill>
              <a:miter lim="800000"/>
              <a:headEnd/>
              <a:tailEnd/>
            </a:ln>
          </p:spPr>
          <p:txBody>
            <a:bodyPr wrap="square">
              <a:spAutoFit/>
            </a:bodyPr>
            <a:lstStyle>
              <a:lvl1pPr eaLnBrk="0" hangingPunct="0">
                <a:defRPr sz="1400" b="1">
                  <a:solidFill>
                    <a:srgbClr val="292929"/>
                  </a:solidFill>
                  <a:latin typeface="Arial" pitchFamily="34" charset="0"/>
                </a:defRPr>
              </a:lvl1pPr>
              <a:lvl2pPr marL="742950" indent="-285750" eaLnBrk="0" hangingPunct="0">
                <a:defRPr sz="1400" b="1">
                  <a:solidFill>
                    <a:srgbClr val="292929"/>
                  </a:solidFill>
                  <a:latin typeface="Arial" pitchFamily="34" charset="0"/>
                </a:defRPr>
              </a:lvl2pPr>
              <a:lvl3pPr marL="1143000" indent="-228600" eaLnBrk="0" hangingPunct="0">
                <a:defRPr sz="1400" b="1">
                  <a:solidFill>
                    <a:srgbClr val="292929"/>
                  </a:solidFill>
                  <a:latin typeface="Arial" pitchFamily="34" charset="0"/>
                </a:defRPr>
              </a:lvl3pPr>
              <a:lvl4pPr marL="1600200" indent="-228600" eaLnBrk="0" hangingPunct="0">
                <a:defRPr sz="1400" b="1">
                  <a:solidFill>
                    <a:srgbClr val="292929"/>
                  </a:solidFill>
                  <a:latin typeface="Arial" pitchFamily="34" charset="0"/>
                </a:defRPr>
              </a:lvl4pPr>
              <a:lvl5pPr marL="2057400" indent="-228600" eaLnBrk="0" hangingPunct="0">
                <a:defRPr sz="1400" b="1">
                  <a:solidFill>
                    <a:srgbClr val="292929"/>
                  </a:solidFill>
                  <a:latin typeface="Arial" pitchFamily="34" charset="0"/>
                </a:defRPr>
              </a:lvl5pPr>
              <a:lvl6pPr marL="2514600" indent="-228600" eaLnBrk="0" fontAlgn="base" hangingPunct="0">
                <a:spcBef>
                  <a:spcPct val="0"/>
                </a:spcBef>
                <a:spcAft>
                  <a:spcPct val="0"/>
                </a:spcAft>
                <a:defRPr sz="1400" b="1">
                  <a:solidFill>
                    <a:srgbClr val="292929"/>
                  </a:solidFill>
                  <a:latin typeface="Arial" pitchFamily="34" charset="0"/>
                </a:defRPr>
              </a:lvl6pPr>
              <a:lvl7pPr marL="2971800" indent="-228600" eaLnBrk="0" fontAlgn="base" hangingPunct="0">
                <a:spcBef>
                  <a:spcPct val="0"/>
                </a:spcBef>
                <a:spcAft>
                  <a:spcPct val="0"/>
                </a:spcAft>
                <a:defRPr sz="1400" b="1">
                  <a:solidFill>
                    <a:srgbClr val="292929"/>
                  </a:solidFill>
                  <a:latin typeface="Arial" pitchFamily="34" charset="0"/>
                </a:defRPr>
              </a:lvl7pPr>
              <a:lvl8pPr marL="3429000" indent="-228600" eaLnBrk="0" fontAlgn="base" hangingPunct="0">
                <a:spcBef>
                  <a:spcPct val="0"/>
                </a:spcBef>
                <a:spcAft>
                  <a:spcPct val="0"/>
                </a:spcAft>
                <a:defRPr sz="1400" b="1">
                  <a:solidFill>
                    <a:srgbClr val="292929"/>
                  </a:solidFill>
                  <a:latin typeface="Arial" pitchFamily="34" charset="0"/>
                </a:defRPr>
              </a:lvl8pPr>
              <a:lvl9pPr marL="3886200" indent="-228600" eaLnBrk="0" fontAlgn="base" hangingPunct="0">
                <a:spcBef>
                  <a:spcPct val="0"/>
                </a:spcBef>
                <a:spcAft>
                  <a:spcPct val="0"/>
                </a:spcAft>
                <a:defRPr sz="1400" b="1">
                  <a:solidFill>
                    <a:srgbClr val="292929"/>
                  </a:solidFill>
                  <a:latin typeface="Arial" pitchFamily="34" charset="0"/>
                </a:defRPr>
              </a:lvl9pPr>
            </a:lstStyle>
            <a:p>
              <a:pPr algn="ctr" eaLnBrk="1" hangingPunct="1">
                <a:spcBef>
                  <a:spcPct val="50000"/>
                </a:spcBef>
              </a:pPr>
              <a:r>
                <a:rPr lang="en-US" sz="1050" dirty="0">
                  <a:solidFill>
                    <a:schemeClr val="bg1"/>
                  </a:solidFill>
                  <a:latin typeface="Trebuchet MS" pitchFamily="34" charset="0"/>
                </a:rPr>
                <a:t>Financial credibility</a:t>
              </a:r>
            </a:p>
          </p:txBody>
        </p:sp>
        <p:sp>
          <p:nvSpPr>
            <p:cNvPr id="83" name="Text Box 23"/>
            <p:cNvSpPr txBox="1">
              <a:spLocks noChangeArrowheads="1"/>
            </p:cNvSpPr>
            <p:nvPr/>
          </p:nvSpPr>
          <p:spPr bwMode="auto">
            <a:xfrm>
              <a:off x="6434514" y="2698214"/>
              <a:ext cx="3168143" cy="258014"/>
            </a:xfrm>
            <a:prstGeom prst="rect">
              <a:avLst/>
            </a:prstGeom>
            <a:solidFill>
              <a:schemeClr val="bg1"/>
            </a:solidFill>
            <a:ln w="0" algn="ctr">
              <a:solidFill>
                <a:schemeClr val="tx1"/>
              </a:solidFill>
              <a:miter lim="800000"/>
              <a:headEnd/>
              <a:tailEnd/>
            </a:ln>
          </p:spPr>
          <p:txBody>
            <a:bodyPr wrap="square">
              <a:spAutoFit/>
            </a:bodyPr>
            <a:lstStyle>
              <a:lvl1pPr eaLnBrk="0" hangingPunct="0">
                <a:defRPr sz="1400" b="1">
                  <a:solidFill>
                    <a:srgbClr val="292929"/>
                  </a:solidFill>
                  <a:latin typeface="Arial" pitchFamily="34" charset="0"/>
                </a:defRPr>
              </a:lvl1pPr>
              <a:lvl2pPr marL="742950" indent="-285750" eaLnBrk="0" hangingPunct="0">
                <a:defRPr sz="1400" b="1">
                  <a:solidFill>
                    <a:srgbClr val="292929"/>
                  </a:solidFill>
                  <a:latin typeface="Arial" pitchFamily="34" charset="0"/>
                </a:defRPr>
              </a:lvl2pPr>
              <a:lvl3pPr marL="1143000" indent="-228600" eaLnBrk="0" hangingPunct="0">
                <a:defRPr sz="1400" b="1">
                  <a:solidFill>
                    <a:srgbClr val="292929"/>
                  </a:solidFill>
                  <a:latin typeface="Arial" pitchFamily="34" charset="0"/>
                </a:defRPr>
              </a:lvl3pPr>
              <a:lvl4pPr marL="1600200" indent="-228600" eaLnBrk="0" hangingPunct="0">
                <a:defRPr sz="1400" b="1">
                  <a:solidFill>
                    <a:srgbClr val="292929"/>
                  </a:solidFill>
                  <a:latin typeface="Arial" pitchFamily="34" charset="0"/>
                </a:defRPr>
              </a:lvl4pPr>
              <a:lvl5pPr marL="2057400" indent="-228600" eaLnBrk="0" hangingPunct="0">
                <a:defRPr sz="1400" b="1">
                  <a:solidFill>
                    <a:srgbClr val="292929"/>
                  </a:solidFill>
                  <a:latin typeface="Arial" pitchFamily="34" charset="0"/>
                </a:defRPr>
              </a:lvl5pPr>
              <a:lvl6pPr marL="2514600" indent="-228600" eaLnBrk="0" fontAlgn="base" hangingPunct="0">
                <a:spcBef>
                  <a:spcPct val="0"/>
                </a:spcBef>
                <a:spcAft>
                  <a:spcPct val="0"/>
                </a:spcAft>
                <a:defRPr sz="1400" b="1">
                  <a:solidFill>
                    <a:srgbClr val="292929"/>
                  </a:solidFill>
                  <a:latin typeface="Arial" pitchFamily="34" charset="0"/>
                </a:defRPr>
              </a:lvl6pPr>
              <a:lvl7pPr marL="2971800" indent="-228600" eaLnBrk="0" fontAlgn="base" hangingPunct="0">
                <a:spcBef>
                  <a:spcPct val="0"/>
                </a:spcBef>
                <a:spcAft>
                  <a:spcPct val="0"/>
                </a:spcAft>
                <a:defRPr sz="1400" b="1">
                  <a:solidFill>
                    <a:srgbClr val="292929"/>
                  </a:solidFill>
                  <a:latin typeface="Arial" pitchFamily="34" charset="0"/>
                </a:defRPr>
              </a:lvl7pPr>
              <a:lvl8pPr marL="3429000" indent="-228600" eaLnBrk="0" fontAlgn="base" hangingPunct="0">
                <a:spcBef>
                  <a:spcPct val="0"/>
                </a:spcBef>
                <a:spcAft>
                  <a:spcPct val="0"/>
                </a:spcAft>
                <a:defRPr sz="1400" b="1">
                  <a:solidFill>
                    <a:srgbClr val="292929"/>
                  </a:solidFill>
                  <a:latin typeface="Arial" pitchFamily="34" charset="0"/>
                </a:defRPr>
              </a:lvl8pPr>
              <a:lvl9pPr marL="3886200" indent="-228600" eaLnBrk="0" fontAlgn="base" hangingPunct="0">
                <a:spcBef>
                  <a:spcPct val="0"/>
                </a:spcBef>
                <a:spcAft>
                  <a:spcPct val="0"/>
                </a:spcAft>
                <a:defRPr sz="1400" b="1">
                  <a:solidFill>
                    <a:srgbClr val="292929"/>
                  </a:solidFill>
                  <a:latin typeface="Arial" pitchFamily="34" charset="0"/>
                </a:defRPr>
              </a:lvl9pPr>
            </a:lstStyle>
            <a:p>
              <a:pPr algn="ctr" eaLnBrk="1" hangingPunct="1">
                <a:spcBef>
                  <a:spcPct val="50000"/>
                </a:spcBef>
              </a:pPr>
              <a:r>
                <a:rPr lang="en-US" sz="1100" dirty="0">
                  <a:solidFill>
                    <a:srgbClr val="000000"/>
                  </a:solidFill>
                  <a:latin typeface="Trebuchet MS" pitchFamily="34" charset="0"/>
                </a:rPr>
                <a:t>Cost / benefit &amp; quality of the services</a:t>
              </a:r>
            </a:p>
          </p:txBody>
        </p:sp>
        <p:cxnSp>
          <p:nvCxnSpPr>
            <p:cNvPr id="84" name="Straight Connector 83"/>
            <p:cNvCxnSpPr/>
            <p:nvPr/>
          </p:nvCxnSpPr>
          <p:spPr>
            <a:xfrm flipH="1">
              <a:off x="2231655" y="2367913"/>
              <a:ext cx="323668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Line 20"/>
            <p:cNvSpPr>
              <a:spLocks noChangeShapeType="1"/>
            </p:cNvSpPr>
            <p:nvPr/>
          </p:nvSpPr>
          <p:spPr bwMode="auto">
            <a:xfrm>
              <a:off x="5469157" y="2358678"/>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600" dirty="0"/>
            </a:p>
          </p:txBody>
        </p:sp>
        <p:sp>
          <p:nvSpPr>
            <p:cNvPr id="86" name="Line 20"/>
            <p:cNvSpPr>
              <a:spLocks noChangeShapeType="1"/>
            </p:cNvSpPr>
            <p:nvPr/>
          </p:nvSpPr>
          <p:spPr bwMode="auto">
            <a:xfrm>
              <a:off x="3998265" y="2358446"/>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600" dirty="0"/>
            </a:p>
          </p:txBody>
        </p:sp>
        <p:sp>
          <p:nvSpPr>
            <p:cNvPr id="87" name="Line 20"/>
            <p:cNvSpPr>
              <a:spLocks noChangeShapeType="1"/>
            </p:cNvSpPr>
            <p:nvPr/>
          </p:nvSpPr>
          <p:spPr bwMode="auto">
            <a:xfrm>
              <a:off x="2234147" y="2359920"/>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600" dirty="0"/>
            </a:p>
          </p:txBody>
        </p:sp>
        <p:cxnSp>
          <p:nvCxnSpPr>
            <p:cNvPr id="88" name="Straight Connector 87"/>
            <p:cNvCxnSpPr>
              <a:stCxn id="85" idx="0"/>
            </p:cNvCxnSpPr>
            <p:nvPr/>
          </p:nvCxnSpPr>
          <p:spPr>
            <a:xfrm>
              <a:off x="5468336" y="2357893"/>
              <a:ext cx="16323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9" name="Line 20"/>
            <p:cNvSpPr>
              <a:spLocks noChangeShapeType="1"/>
            </p:cNvSpPr>
            <p:nvPr/>
          </p:nvSpPr>
          <p:spPr bwMode="auto">
            <a:xfrm>
              <a:off x="7108783" y="2358678"/>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600" dirty="0"/>
            </a:p>
          </p:txBody>
        </p:sp>
        <p:sp>
          <p:nvSpPr>
            <p:cNvPr id="92" name="Rectangle 19"/>
            <p:cNvSpPr>
              <a:spLocks noChangeArrowheads="1"/>
            </p:cNvSpPr>
            <p:nvPr/>
          </p:nvSpPr>
          <p:spPr bwMode="auto">
            <a:xfrm rot="10800000" flipV="1">
              <a:off x="5570710" y="4380995"/>
              <a:ext cx="3296301" cy="254220"/>
            </a:xfrm>
            <a:prstGeom prst="rect">
              <a:avLst/>
            </a:prstGeom>
            <a:solidFill>
              <a:schemeClr val="bg1"/>
            </a:solidFill>
            <a:ln w="0" algn="ctr">
              <a:solidFill>
                <a:schemeClr val="tx1"/>
              </a:solidFill>
              <a:miter lim="800000"/>
              <a:headEnd/>
              <a:tailEnd/>
            </a:ln>
          </p:spPr>
          <p:txBody>
            <a:bodyPr wrap="square">
              <a:spAutoFit/>
            </a:bodyPr>
            <a:lstStyle/>
            <a:p>
              <a:pPr algn="ctr">
                <a:spcBef>
                  <a:spcPct val="50000"/>
                </a:spcBef>
              </a:pPr>
              <a:r>
                <a:rPr lang="en-US" sz="1100" dirty="0">
                  <a:solidFill>
                    <a:srgbClr val="000000"/>
                  </a:solidFill>
                  <a:latin typeface="Trebuchet MS" pitchFamily="34" charset="0"/>
                </a:rPr>
                <a:t>Reduce cycle time for the invoices</a:t>
              </a:r>
            </a:p>
          </p:txBody>
        </p:sp>
        <p:sp>
          <p:nvSpPr>
            <p:cNvPr id="93" name="Line 25"/>
            <p:cNvSpPr>
              <a:spLocks noChangeShapeType="1"/>
            </p:cNvSpPr>
            <p:nvPr/>
          </p:nvSpPr>
          <p:spPr bwMode="auto">
            <a:xfrm flipH="1">
              <a:off x="5467809" y="3739877"/>
              <a:ext cx="4497" cy="2075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sz="1600" dirty="0"/>
            </a:p>
          </p:txBody>
        </p:sp>
        <p:sp>
          <p:nvSpPr>
            <p:cNvPr id="94" name="Text Box 16"/>
            <p:cNvSpPr txBox="1">
              <a:spLocks noChangeArrowheads="1"/>
            </p:cNvSpPr>
            <p:nvPr/>
          </p:nvSpPr>
          <p:spPr bwMode="auto">
            <a:xfrm>
              <a:off x="4717690" y="5166617"/>
              <a:ext cx="2036676" cy="254220"/>
            </a:xfrm>
            <a:prstGeom prst="rect">
              <a:avLst/>
            </a:prstGeom>
            <a:solidFill>
              <a:schemeClr val="bg1"/>
            </a:solidFill>
            <a:ln w="0" algn="ctr">
              <a:solidFill>
                <a:schemeClr val="tx1"/>
              </a:solidFill>
              <a:miter lim="800000"/>
              <a:headEnd/>
              <a:tailEnd/>
            </a:ln>
          </p:spPr>
          <p:txBody>
            <a:bodyPr wrap="square">
              <a:spAutoFit/>
            </a:bodyPr>
            <a:lstStyle>
              <a:lvl1pPr eaLnBrk="0" hangingPunct="0">
                <a:defRPr sz="1400" b="1">
                  <a:solidFill>
                    <a:srgbClr val="292929"/>
                  </a:solidFill>
                  <a:latin typeface="Arial" pitchFamily="34" charset="0"/>
                </a:defRPr>
              </a:lvl1pPr>
              <a:lvl2pPr marL="742950" indent="-285750" eaLnBrk="0" hangingPunct="0">
                <a:defRPr sz="1400" b="1">
                  <a:solidFill>
                    <a:srgbClr val="292929"/>
                  </a:solidFill>
                  <a:latin typeface="Arial" pitchFamily="34" charset="0"/>
                </a:defRPr>
              </a:lvl2pPr>
              <a:lvl3pPr marL="1143000" indent="-228600" eaLnBrk="0" hangingPunct="0">
                <a:defRPr sz="1400" b="1">
                  <a:solidFill>
                    <a:srgbClr val="292929"/>
                  </a:solidFill>
                  <a:latin typeface="Arial" pitchFamily="34" charset="0"/>
                </a:defRPr>
              </a:lvl3pPr>
              <a:lvl4pPr marL="1600200" indent="-228600" eaLnBrk="0" hangingPunct="0">
                <a:defRPr sz="1400" b="1">
                  <a:solidFill>
                    <a:srgbClr val="292929"/>
                  </a:solidFill>
                  <a:latin typeface="Arial" pitchFamily="34" charset="0"/>
                </a:defRPr>
              </a:lvl4pPr>
              <a:lvl5pPr marL="2057400" indent="-228600" eaLnBrk="0" hangingPunct="0">
                <a:defRPr sz="1400" b="1">
                  <a:solidFill>
                    <a:srgbClr val="292929"/>
                  </a:solidFill>
                  <a:latin typeface="Arial" pitchFamily="34" charset="0"/>
                </a:defRPr>
              </a:lvl5pPr>
              <a:lvl6pPr marL="2514600" indent="-228600" eaLnBrk="0" fontAlgn="base" hangingPunct="0">
                <a:spcBef>
                  <a:spcPct val="0"/>
                </a:spcBef>
                <a:spcAft>
                  <a:spcPct val="0"/>
                </a:spcAft>
                <a:defRPr sz="1400" b="1">
                  <a:solidFill>
                    <a:srgbClr val="292929"/>
                  </a:solidFill>
                  <a:latin typeface="Arial" pitchFamily="34" charset="0"/>
                </a:defRPr>
              </a:lvl6pPr>
              <a:lvl7pPr marL="2971800" indent="-228600" eaLnBrk="0" fontAlgn="base" hangingPunct="0">
                <a:spcBef>
                  <a:spcPct val="0"/>
                </a:spcBef>
                <a:spcAft>
                  <a:spcPct val="0"/>
                </a:spcAft>
                <a:defRPr sz="1400" b="1">
                  <a:solidFill>
                    <a:srgbClr val="292929"/>
                  </a:solidFill>
                  <a:latin typeface="Arial" pitchFamily="34" charset="0"/>
                </a:defRPr>
              </a:lvl7pPr>
              <a:lvl8pPr marL="3429000" indent="-228600" eaLnBrk="0" fontAlgn="base" hangingPunct="0">
                <a:spcBef>
                  <a:spcPct val="0"/>
                </a:spcBef>
                <a:spcAft>
                  <a:spcPct val="0"/>
                </a:spcAft>
                <a:defRPr sz="1400" b="1">
                  <a:solidFill>
                    <a:srgbClr val="292929"/>
                  </a:solidFill>
                  <a:latin typeface="Arial" pitchFamily="34" charset="0"/>
                </a:defRPr>
              </a:lvl8pPr>
              <a:lvl9pPr marL="3886200" indent="-228600" eaLnBrk="0" fontAlgn="base" hangingPunct="0">
                <a:spcBef>
                  <a:spcPct val="0"/>
                </a:spcBef>
                <a:spcAft>
                  <a:spcPct val="0"/>
                </a:spcAft>
                <a:defRPr sz="1400" b="1">
                  <a:solidFill>
                    <a:srgbClr val="292929"/>
                  </a:solidFill>
                  <a:latin typeface="Arial" pitchFamily="34" charset="0"/>
                </a:defRPr>
              </a:lvl9pPr>
            </a:lstStyle>
            <a:p>
              <a:pPr algn="ctr" eaLnBrk="1" hangingPunct="1">
                <a:spcBef>
                  <a:spcPct val="50000"/>
                </a:spcBef>
              </a:pPr>
              <a:r>
                <a:rPr lang="en-US" sz="1100" dirty="0">
                  <a:solidFill>
                    <a:srgbClr val="000000"/>
                  </a:solidFill>
                  <a:latin typeface="Trebuchet MS" pitchFamily="34" charset="0"/>
                </a:rPr>
                <a:t>Avoid late payments fees</a:t>
              </a:r>
            </a:p>
          </p:txBody>
        </p:sp>
      </p:grpSp>
      <p:sp>
        <p:nvSpPr>
          <p:cNvPr id="95" name="Rectangle 94"/>
          <p:cNvSpPr/>
          <p:nvPr/>
        </p:nvSpPr>
        <p:spPr bwMode="auto">
          <a:xfrm>
            <a:off x="1513477" y="3580884"/>
            <a:ext cx="1462087" cy="428625"/>
          </a:xfrm>
          <a:prstGeom prst="rect">
            <a:avLst/>
          </a:prstGeom>
          <a:solidFill>
            <a:srgbClr val="073262"/>
          </a:solidFill>
          <a:ln w="9525" cap="flat" cmpd="sng" algn="ctr">
            <a:solidFill>
              <a:srgbClr val="414141"/>
            </a:solidFill>
            <a:prstDash val="solid"/>
            <a:round/>
            <a:headEnd type="none" w="med" len="med"/>
            <a:tailEnd type="none" w="med" len="med"/>
          </a:ln>
          <a:effectLst/>
        </p:spPr>
        <p:txBody>
          <a:bodyPr lIns="182880" tIns="0" rIns="0" bIns="0" anchor="ctr"/>
          <a:lstStyle/>
          <a:p>
            <a:pPr defTabSz="973138" fontAlgn="auto">
              <a:spcBef>
                <a:spcPts val="0"/>
              </a:spcBef>
              <a:spcAft>
                <a:spcPts val="0"/>
              </a:spcAft>
              <a:buClr>
                <a:srgbClr val="0093D1"/>
              </a:buClr>
              <a:tabLst>
                <a:tab pos="1374775" algn="l"/>
              </a:tabLst>
              <a:defRPr/>
            </a:pPr>
            <a:r>
              <a:rPr lang="en-US" sz="1600" kern="0" dirty="0">
                <a:solidFill>
                  <a:srgbClr val="FFFFFF"/>
                </a:solidFill>
                <a:latin typeface="Arial" charset="0"/>
              </a:rPr>
              <a:t>Level 2</a:t>
            </a:r>
          </a:p>
        </p:txBody>
      </p:sp>
      <p:sp>
        <p:nvSpPr>
          <p:cNvPr id="96" name="Rectangle 95"/>
          <p:cNvSpPr/>
          <p:nvPr/>
        </p:nvSpPr>
        <p:spPr bwMode="auto">
          <a:xfrm>
            <a:off x="1513477" y="4486283"/>
            <a:ext cx="1462087" cy="428625"/>
          </a:xfrm>
          <a:prstGeom prst="rect">
            <a:avLst/>
          </a:prstGeom>
          <a:solidFill>
            <a:srgbClr val="073262"/>
          </a:solidFill>
          <a:ln w="9525" cap="flat" cmpd="sng" algn="ctr">
            <a:solidFill>
              <a:srgbClr val="414141"/>
            </a:solidFill>
            <a:prstDash val="solid"/>
            <a:round/>
            <a:headEnd type="none" w="med" len="med"/>
            <a:tailEnd type="none" w="med" len="med"/>
          </a:ln>
          <a:effectLst/>
        </p:spPr>
        <p:txBody>
          <a:bodyPr lIns="182880" tIns="0" rIns="0" bIns="0" anchor="ctr"/>
          <a:lstStyle/>
          <a:p>
            <a:pPr defTabSz="973138" fontAlgn="auto">
              <a:spcBef>
                <a:spcPts val="0"/>
              </a:spcBef>
              <a:spcAft>
                <a:spcPts val="0"/>
              </a:spcAft>
              <a:buClr>
                <a:srgbClr val="0093D1"/>
              </a:buClr>
              <a:tabLst>
                <a:tab pos="1374775" algn="l"/>
              </a:tabLst>
              <a:defRPr/>
            </a:pPr>
            <a:r>
              <a:rPr lang="en-US" sz="1600" kern="0" dirty="0">
                <a:solidFill>
                  <a:srgbClr val="FFFFFF"/>
                </a:solidFill>
                <a:latin typeface="Arial" charset="0"/>
              </a:rPr>
              <a:t>Level 3</a:t>
            </a:r>
          </a:p>
        </p:txBody>
      </p:sp>
      <p:cxnSp>
        <p:nvCxnSpPr>
          <p:cNvPr id="97" name="Straight Connector 96"/>
          <p:cNvCxnSpPr/>
          <p:nvPr/>
        </p:nvCxnSpPr>
        <p:spPr>
          <a:xfrm flipH="1">
            <a:off x="5656852" y="4114800"/>
            <a:ext cx="28432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8" name="Line 20"/>
          <p:cNvSpPr>
            <a:spLocks noChangeShapeType="1"/>
          </p:cNvSpPr>
          <p:nvPr/>
        </p:nvSpPr>
        <p:spPr bwMode="auto">
          <a:xfrm>
            <a:off x="5663964" y="4086721"/>
            <a:ext cx="0" cy="3460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600" dirty="0"/>
          </a:p>
        </p:txBody>
      </p:sp>
      <p:sp>
        <p:nvSpPr>
          <p:cNvPr id="99" name="Line 20"/>
          <p:cNvSpPr>
            <a:spLocks noChangeShapeType="1"/>
          </p:cNvSpPr>
          <p:nvPr/>
        </p:nvSpPr>
        <p:spPr bwMode="auto">
          <a:xfrm>
            <a:off x="8489777" y="4081959"/>
            <a:ext cx="0" cy="3460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600" dirty="0"/>
          </a:p>
        </p:txBody>
      </p:sp>
      <p:cxnSp>
        <p:nvCxnSpPr>
          <p:cNvPr id="100" name="Straight Connector 99"/>
          <p:cNvCxnSpPr/>
          <p:nvPr/>
        </p:nvCxnSpPr>
        <p:spPr>
          <a:xfrm flipH="1">
            <a:off x="4432964" y="5029200"/>
            <a:ext cx="284321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1" name="Line 20"/>
          <p:cNvSpPr>
            <a:spLocks noChangeShapeType="1"/>
          </p:cNvSpPr>
          <p:nvPr/>
        </p:nvSpPr>
        <p:spPr bwMode="auto">
          <a:xfrm>
            <a:off x="7276176" y="5009932"/>
            <a:ext cx="1845" cy="2478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600" dirty="0"/>
          </a:p>
        </p:txBody>
      </p:sp>
      <p:sp>
        <p:nvSpPr>
          <p:cNvPr id="102" name="Rectangle 101"/>
          <p:cNvSpPr/>
          <p:nvPr/>
        </p:nvSpPr>
        <p:spPr>
          <a:xfrm>
            <a:off x="5182464" y="1371600"/>
            <a:ext cx="354350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eaLnBrk="0" hangingPunct="0"/>
            <a:r>
              <a:rPr lang="en-US" sz="2000" dirty="0">
                <a:solidFill>
                  <a:srgbClr val="073262"/>
                </a:solidFill>
                <a:latin typeface="+mj-lt"/>
                <a:ea typeface="MS PGothic" pitchFamily="34" charset="-128"/>
              </a:rPr>
              <a:t>CTQ Drill Tree</a:t>
            </a:r>
          </a:p>
        </p:txBody>
      </p:sp>
      <p:sp>
        <p:nvSpPr>
          <p:cNvPr id="106" name="Line 20"/>
          <p:cNvSpPr>
            <a:spLocks noChangeShapeType="1"/>
          </p:cNvSpPr>
          <p:nvPr/>
        </p:nvSpPr>
        <p:spPr bwMode="auto">
          <a:xfrm>
            <a:off x="4412326" y="5007957"/>
            <a:ext cx="1845" cy="2478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600" dirty="0"/>
          </a:p>
        </p:txBody>
      </p:sp>
      <p:sp>
        <p:nvSpPr>
          <p:cNvPr id="108" name="Line 25"/>
          <p:cNvSpPr>
            <a:spLocks noChangeShapeType="1"/>
          </p:cNvSpPr>
          <p:nvPr/>
        </p:nvSpPr>
        <p:spPr bwMode="auto">
          <a:xfrm>
            <a:off x="5649060" y="4876800"/>
            <a:ext cx="3028" cy="1749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US" sz="1600"/>
          </a:p>
        </p:txBody>
      </p:sp>
      <p:cxnSp>
        <p:nvCxnSpPr>
          <p:cNvPr id="109" name="Straight Connector 108"/>
          <p:cNvCxnSpPr/>
          <p:nvPr/>
        </p:nvCxnSpPr>
        <p:spPr>
          <a:xfrm flipH="1">
            <a:off x="5619252" y="3338945"/>
            <a:ext cx="2873584" cy="4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0" name="Line 25"/>
          <p:cNvSpPr>
            <a:spLocks noChangeShapeType="1"/>
          </p:cNvSpPr>
          <p:nvPr/>
        </p:nvSpPr>
        <p:spPr bwMode="auto">
          <a:xfrm>
            <a:off x="6895977" y="3200400"/>
            <a:ext cx="0" cy="1405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US" sz="1600"/>
          </a:p>
        </p:txBody>
      </p:sp>
      <p:sp>
        <p:nvSpPr>
          <p:cNvPr id="112" name="Line 25"/>
          <p:cNvSpPr>
            <a:spLocks noChangeShapeType="1"/>
          </p:cNvSpPr>
          <p:nvPr/>
        </p:nvSpPr>
        <p:spPr bwMode="auto">
          <a:xfrm>
            <a:off x="5624268" y="3337847"/>
            <a:ext cx="0" cy="238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US" sz="1600"/>
          </a:p>
        </p:txBody>
      </p:sp>
      <p:sp>
        <p:nvSpPr>
          <p:cNvPr id="113" name="Line 25"/>
          <p:cNvSpPr>
            <a:spLocks noChangeShapeType="1"/>
          </p:cNvSpPr>
          <p:nvPr/>
        </p:nvSpPr>
        <p:spPr bwMode="auto">
          <a:xfrm>
            <a:off x="8460418" y="3347747"/>
            <a:ext cx="0" cy="238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US" sz="1600"/>
          </a:p>
        </p:txBody>
      </p:sp>
      <p:sp>
        <p:nvSpPr>
          <p:cNvPr id="49" name="AutoShape 8"/>
          <p:cNvSpPr>
            <a:spLocks noChangeArrowheads="1"/>
          </p:cNvSpPr>
          <p:nvPr/>
        </p:nvSpPr>
        <p:spPr bwMode="auto">
          <a:xfrm>
            <a:off x="0" y="70773"/>
            <a:ext cx="1814732" cy="416569"/>
          </a:xfrm>
          <a:prstGeom prst="chevron">
            <a:avLst>
              <a:gd name="adj" fmla="val 40576"/>
            </a:avLst>
          </a:prstGeom>
          <a:solidFill>
            <a:srgbClr val="EB3846"/>
          </a:solidFill>
          <a:ln>
            <a:noFill/>
          </a:ln>
          <a:effectLst/>
        </p:spPr>
        <p:txBody>
          <a:bodyPr wrap="none" anchor="ctr"/>
          <a:lstStyle>
            <a:lvl1pPr defTabSz="973138" eaLnBrk="0" hangingPunct="0">
              <a:tabLst>
                <a:tab pos="1374775" algn="l"/>
              </a:tabLst>
              <a:defRPr sz="1200">
                <a:solidFill>
                  <a:schemeClr val="tx1"/>
                </a:solidFill>
                <a:latin typeface="Arial" charset="0"/>
                <a:ea typeface="ＭＳ Ｐゴシック" pitchFamily="34" charset="-128"/>
              </a:defRPr>
            </a:lvl1pPr>
            <a:lvl2pPr marL="742950" indent="-285750" defTabSz="973138" eaLnBrk="0" hangingPunct="0">
              <a:tabLst>
                <a:tab pos="1374775" algn="l"/>
              </a:tabLst>
              <a:defRPr sz="1200">
                <a:solidFill>
                  <a:schemeClr val="tx1"/>
                </a:solidFill>
                <a:latin typeface="Arial" charset="0"/>
                <a:ea typeface="ＭＳ Ｐゴシック" pitchFamily="34" charset="-128"/>
              </a:defRPr>
            </a:lvl2pPr>
            <a:lvl3pPr marL="1143000" indent="-228600" defTabSz="973138" eaLnBrk="0" hangingPunct="0">
              <a:tabLst>
                <a:tab pos="1374775" algn="l"/>
              </a:tabLst>
              <a:defRPr sz="1200">
                <a:solidFill>
                  <a:schemeClr val="tx1"/>
                </a:solidFill>
                <a:latin typeface="Arial" charset="0"/>
                <a:ea typeface="ＭＳ Ｐゴシック" pitchFamily="34" charset="-128"/>
              </a:defRPr>
            </a:lvl3pPr>
            <a:lvl4pPr marL="1600200" indent="-228600" defTabSz="973138" eaLnBrk="0" hangingPunct="0">
              <a:tabLst>
                <a:tab pos="1374775" algn="l"/>
              </a:tabLst>
              <a:defRPr sz="1200">
                <a:solidFill>
                  <a:schemeClr val="tx1"/>
                </a:solidFill>
                <a:latin typeface="Arial" charset="0"/>
                <a:ea typeface="ＭＳ Ｐゴシック" pitchFamily="34" charset="-128"/>
              </a:defRPr>
            </a:lvl4pPr>
            <a:lvl5pPr marL="2057400" indent="-228600" defTabSz="973138" eaLnBrk="0" hangingPunct="0">
              <a:tabLst>
                <a:tab pos="1374775" algn="l"/>
              </a:tabLst>
              <a:defRPr sz="1200">
                <a:solidFill>
                  <a:schemeClr val="tx1"/>
                </a:solidFill>
                <a:latin typeface="Arial" charset="0"/>
                <a:ea typeface="ＭＳ Ｐゴシック" pitchFamily="34" charset="-128"/>
              </a:defRPr>
            </a:lvl5pPr>
            <a:lvl6pPr marL="25146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6pPr>
            <a:lvl7pPr marL="29718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7pPr>
            <a:lvl8pPr marL="34290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8pPr>
            <a:lvl9pPr marL="38862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9pPr>
          </a:lstStyle>
          <a:p>
            <a:pPr eaLnBrk="1" hangingPunct="1">
              <a:buClr>
                <a:srgbClr val="905500"/>
              </a:buClr>
            </a:pPr>
            <a:r>
              <a:rPr lang="en-US" altLang="en-US" sz="1800" b="1" dirty="0">
                <a:solidFill>
                  <a:schemeClr val="bg1"/>
                </a:solidFill>
              </a:rPr>
              <a:t>Define</a:t>
            </a:r>
          </a:p>
        </p:txBody>
      </p:sp>
      <p:sp>
        <p:nvSpPr>
          <p:cNvPr id="51" name="Rectangle 19"/>
          <p:cNvSpPr>
            <a:spLocks noChangeArrowheads="1"/>
          </p:cNvSpPr>
          <p:nvPr/>
        </p:nvSpPr>
        <p:spPr bwMode="auto">
          <a:xfrm rot="10800000" flipV="1">
            <a:off x="4284479" y="3664824"/>
            <a:ext cx="2804354" cy="253916"/>
          </a:xfrm>
          <a:prstGeom prst="rect">
            <a:avLst/>
          </a:prstGeom>
          <a:solidFill>
            <a:srgbClr val="00AECF"/>
          </a:solidFill>
          <a:ln w="0" algn="ctr">
            <a:solidFill>
              <a:schemeClr val="tx1"/>
            </a:solidFill>
            <a:miter lim="800000"/>
            <a:headEnd/>
            <a:tailEnd/>
          </a:ln>
        </p:spPr>
        <p:txBody>
          <a:bodyPr wrap="square">
            <a:spAutoFit/>
          </a:bodyPr>
          <a:lstStyle/>
          <a:p>
            <a:pPr algn="ctr">
              <a:spcBef>
                <a:spcPct val="50000"/>
              </a:spcBef>
            </a:pPr>
            <a:r>
              <a:rPr lang="en-US" sz="1050" dirty="0">
                <a:solidFill>
                  <a:schemeClr val="bg1"/>
                </a:solidFill>
                <a:latin typeface="Trebuchet MS" pitchFamily="34" charset="0"/>
              </a:rPr>
              <a:t>Meeting supplier financial commitments</a:t>
            </a:r>
          </a:p>
        </p:txBody>
      </p:sp>
    </p:spTree>
    <p:extLst>
      <p:ext uri="{BB962C8B-B14F-4D97-AF65-F5344CB8AC3E}">
        <p14:creationId xmlns:p14="http://schemas.microsoft.com/office/powerpoint/2010/main" val="221846596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2"/>
          <p:cNvSpPr txBox="1">
            <a:spLocks/>
          </p:cNvSpPr>
          <p:nvPr/>
        </p:nvSpPr>
        <p:spPr>
          <a:xfrm>
            <a:off x="1827581" y="16287"/>
            <a:ext cx="7235456" cy="533400"/>
          </a:xfrm>
          <a:prstGeom prst="rect">
            <a:avLst/>
          </a:prstGeom>
        </p:spPr>
        <p:txBody>
          <a:bodyPr anchor="ctr"/>
          <a:lstStyle>
            <a:lvl1pPr marL="0">
              <a:defRPr sz="3000">
                <a:solidFill>
                  <a:srgbClr val="063161"/>
                </a:solidFill>
                <a:latin typeface="Georgia" panose="02040502050405020303"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1800" b="1" kern="0" dirty="0">
                <a:latin typeface="+mj-lt"/>
              </a:rPr>
              <a:t>CTQ Characteristic </a:t>
            </a:r>
          </a:p>
        </p:txBody>
      </p:sp>
      <p:sp>
        <p:nvSpPr>
          <p:cNvPr id="9" name="Rectangle 8"/>
          <p:cNvSpPr/>
          <p:nvPr/>
        </p:nvSpPr>
        <p:spPr>
          <a:xfrm>
            <a:off x="3276600" y="1219200"/>
            <a:ext cx="528269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eaLnBrk="0" hangingPunct="0"/>
            <a:r>
              <a:rPr lang="en-US" sz="3200" dirty="0">
                <a:solidFill>
                  <a:srgbClr val="073262"/>
                </a:solidFill>
                <a:latin typeface="+mj-lt"/>
                <a:ea typeface="MS PGothic" pitchFamily="34" charset="-128"/>
              </a:rPr>
              <a:t>CTQ Characteristics Chart</a:t>
            </a:r>
          </a:p>
        </p:txBody>
      </p:sp>
      <p:sp>
        <p:nvSpPr>
          <p:cNvPr id="10" name="Rectangle 36"/>
          <p:cNvSpPr>
            <a:spLocks noChangeArrowheads="1"/>
          </p:cNvSpPr>
          <p:nvPr/>
        </p:nvSpPr>
        <p:spPr bwMode="auto">
          <a:xfrm>
            <a:off x="1681162" y="2133600"/>
            <a:ext cx="1410403" cy="365760"/>
          </a:xfrm>
          <a:prstGeom prst="rect">
            <a:avLst/>
          </a:prstGeom>
          <a:solidFill>
            <a:srgbClr val="073262"/>
          </a:solidFill>
          <a:ln w="9525" algn="ctr">
            <a:solidFill>
              <a:srgbClr val="0070C0"/>
            </a:solidFill>
            <a:miter lim="800000"/>
            <a:headEnd/>
            <a:tailEnd/>
          </a:ln>
        </p:spPr>
        <p:txBody>
          <a:bodyPr wrap="square" anchor="ctr">
            <a:spAutoFit/>
          </a:bodyPr>
          <a:lstStyle/>
          <a:p>
            <a:pPr algn="ctr" defTabSz="820738" eaLnBrk="0" hangingPunct="0">
              <a:buClr>
                <a:schemeClr val="bg1"/>
              </a:buClr>
            </a:pPr>
            <a:r>
              <a:rPr lang="en-US" sz="1200" dirty="0">
                <a:solidFill>
                  <a:schemeClr val="bg1"/>
                </a:solidFill>
                <a:latin typeface="Helvetica" pitchFamily="34" charset="0"/>
              </a:rPr>
              <a:t>Project Y</a:t>
            </a:r>
          </a:p>
        </p:txBody>
      </p:sp>
      <p:sp>
        <p:nvSpPr>
          <p:cNvPr id="11" name="Rectangle 39"/>
          <p:cNvSpPr>
            <a:spLocks noChangeArrowheads="1"/>
          </p:cNvSpPr>
          <p:nvPr/>
        </p:nvSpPr>
        <p:spPr bwMode="auto">
          <a:xfrm>
            <a:off x="3031422" y="3486225"/>
            <a:ext cx="2704034" cy="407028"/>
          </a:xfrm>
          <a:prstGeom prst="rect">
            <a:avLst/>
          </a:prstGeom>
          <a:noFill/>
          <a:ln w="12700">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lstStyle/>
          <a:p>
            <a:r>
              <a:rPr lang="en-US" sz="1050" dirty="0">
                <a:latin typeface="GE Inspira" pitchFamily="34" charset="0"/>
                <a:cs typeface="Arial" pitchFamily="34" charset="0"/>
              </a:rPr>
              <a:t>Invoices issued by the vendor</a:t>
            </a:r>
          </a:p>
        </p:txBody>
      </p:sp>
      <p:sp>
        <p:nvSpPr>
          <p:cNvPr id="12" name="Rectangle 40"/>
          <p:cNvSpPr>
            <a:spLocks noChangeArrowheads="1"/>
          </p:cNvSpPr>
          <p:nvPr/>
        </p:nvSpPr>
        <p:spPr bwMode="auto">
          <a:xfrm>
            <a:off x="3031422" y="4170200"/>
            <a:ext cx="2702380" cy="400325"/>
          </a:xfrm>
          <a:prstGeom prst="rect">
            <a:avLst/>
          </a:prstGeom>
          <a:noFill/>
          <a:ln w="12700">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lstStyle/>
          <a:p>
            <a:r>
              <a:rPr lang="en-US" sz="1050" dirty="0">
                <a:latin typeface="GE Inspira" pitchFamily="34" charset="0"/>
                <a:cs typeface="Arial" pitchFamily="34" charset="0"/>
              </a:rPr>
              <a:t> Invoices paid to the vendor</a:t>
            </a:r>
          </a:p>
        </p:txBody>
      </p:sp>
      <p:sp>
        <p:nvSpPr>
          <p:cNvPr id="13" name="Rectangle 41"/>
          <p:cNvSpPr>
            <a:spLocks noChangeArrowheads="1"/>
          </p:cNvSpPr>
          <p:nvPr/>
        </p:nvSpPr>
        <p:spPr bwMode="auto">
          <a:xfrm>
            <a:off x="1685223" y="3486225"/>
            <a:ext cx="1346199" cy="407028"/>
          </a:xfrm>
          <a:prstGeom prst="rect">
            <a:avLst/>
          </a:prstGeom>
          <a:solidFill>
            <a:srgbClr val="073262"/>
          </a:solidFill>
          <a:ln w="9525" algn="ctr">
            <a:solidFill>
              <a:srgbClr val="0070C0"/>
            </a:solidFill>
            <a:miter lim="800000"/>
            <a:headEnd/>
            <a:tailEnd/>
          </a:ln>
        </p:spPr>
        <p:txBody>
          <a:bodyPr anchor="ctr"/>
          <a:lstStyle/>
          <a:p>
            <a:pPr algn="ctr" defTabSz="820738" eaLnBrk="0" hangingPunct="0">
              <a:buClr>
                <a:schemeClr val="bg1"/>
              </a:buClr>
            </a:pPr>
            <a:r>
              <a:rPr lang="en-US" sz="1200" dirty="0">
                <a:solidFill>
                  <a:schemeClr val="bg1"/>
                </a:solidFill>
                <a:latin typeface="Helvetica" pitchFamily="34" charset="0"/>
              </a:rPr>
              <a:t>Start of Process</a:t>
            </a:r>
          </a:p>
        </p:txBody>
      </p:sp>
      <p:sp>
        <p:nvSpPr>
          <p:cNvPr id="14" name="Rectangle 42"/>
          <p:cNvSpPr>
            <a:spLocks noChangeArrowheads="1"/>
          </p:cNvSpPr>
          <p:nvPr/>
        </p:nvSpPr>
        <p:spPr bwMode="auto">
          <a:xfrm>
            <a:off x="1681162" y="4161785"/>
            <a:ext cx="1350260" cy="405112"/>
          </a:xfrm>
          <a:prstGeom prst="rect">
            <a:avLst/>
          </a:prstGeom>
          <a:solidFill>
            <a:srgbClr val="073262"/>
          </a:solidFill>
          <a:ln w="9525" algn="ctr">
            <a:solidFill>
              <a:srgbClr val="0070C0"/>
            </a:solidFill>
            <a:miter lim="800000"/>
            <a:headEnd/>
            <a:tailEnd/>
          </a:ln>
        </p:spPr>
        <p:txBody>
          <a:bodyPr anchor="ctr"/>
          <a:lstStyle/>
          <a:p>
            <a:pPr algn="ctr" defTabSz="820738" eaLnBrk="0" hangingPunct="0">
              <a:buClr>
                <a:schemeClr val="bg1"/>
              </a:buClr>
            </a:pPr>
            <a:r>
              <a:rPr lang="en-US" sz="1200" dirty="0">
                <a:solidFill>
                  <a:schemeClr val="bg1"/>
                </a:solidFill>
                <a:latin typeface="Helvetica" pitchFamily="34" charset="0"/>
              </a:rPr>
              <a:t>End of Process</a:t>
            </a:r>
          </a:p>
        </p:txBody>
      </p:sp>
      <p:sp>
        <p:nvSpPr>
          <p:cNvPr id="15" name="Rectangle 44"/>
          <p:cNvSpPr>
            <a:spLocks noChangeArrowheads="1"/>
          </p:cNvSpPr>
          <p:nvPr/>
        </p:nvSpPr>
        <p:spPr bwMode="auto">
          <a:xfrm>
            <a:off x="6477001" y="2850500"/>
            <a:ext cx="1436688" cy="400325"/>
          </a:xfrm>
          <a:prstGeom prst="rect">
            <a:avLst/>
          </a:prstGeom>
          <a:solidFill>
            <a:srgbClr val="073262"/>
          </a:solidFill>
          <a:ln w="9525" algn="ctr">
            <a:solidFill>
              <a:srgbClr val="0070C0"/>
            </a:solidFill>
            <a:miter lim="800000"/>
            <a:headEnd/>
            <a:tailEnd/>
          </a:ln>
        </p:spPr>
        <p:txBody>
          <a:bodyPr anchor="ctr"/>
          <a:lstStyle/>
          <a:p>
            <a:pPr algn="ctr" defTabSz="820738" eaLnBrk="0" hangingPunct="0">
              <a:buClr>
                <a:schemeClr val="bg1"/>
              </a:buClr>
            </a:pPr>
            <a:r>
              <a:rPr lang="en-US" sz="1200">
                <a:solidFill>
                  <a:schemeClr val="bg1"/>
                </a:solidFill>
                <a:latin typeface="Helvetica" pitchFamily="34" charset="0"/>
              </a:rPr>
              <a:t>Target</a:t>
            </a:r>
          </a:p>
        </p:txBody>
      </p:sp>
      <p:sp>
        <p:nvSpPr>
          <p:cNvPr id="16" name="Rectangle 45"/>
          <p:cNvSpPr>
            <a:spLocks noChangeArrowheads="1"/>
          </p:cNvSpPr>
          <p:nvPr/>
        </p:nvSpPr>
        <p:spPr bwMode="auto">
          <a:xfrm>
            <a:off x="6481763" y="4730564"/>
            <a:ext cx="1431925" cy="446295"/>
          </a:xfrm>
          <a:prstGeom prst="rect">
            <a:avLst/>
          </a:prstGeom>
          <a:solidFill>
            <a:srgbClr val="073262"/>
          </a:solidFill>
          <a:ln w="9525" algn="ctr">
            <a:solidFill>
              <a:srgbClr val="0070C0"/>
            </a:solidFill>
            <a:miter lim="800000"/>
            <a:headEnd/>
            <a:tailEnd/>
          </a:ln>
        </p:spPr>
        <p:txBody>
          <a:bodyPr anchor="ctr"/>
          <a:lstStyle/>
          <a:p>
            <a:pPr algn="ctr" defTabSz="820738" eaLnBrk="0" hangingPunct="0">
              <a:buClr>
                <a:schemeClr val="bg1"/>
              </a:buClr>
            </a:pPr>
            <a:r>
              <a:rPr lang="en-US" sz="1200">
                <a:solidFill>
                  <a:schemeClr val="bg1"/>
                </a:solidFill>
                <a:latin typeface="Helvetica" pitchFamily="34" charset="0"/>
              </a:rPr>
              <a:t>Defect</a:t>
            </a:r>
          </a:p>
        </p:txBody>
      </p:sp>
      <p:sp>
        <p:nvSpPr>
          <p:cNvPr id="17" name="Rectangle 46"/>
          <p:cNvSpPr>
            <a:spLocks noChangeArrowheads="1"/>
          </p:cNvSpPr>
          <p:nvPr/>
        </p:nvSpPr>
        <p:spPr bwMode="auto">
          <a:xfrm>
            <a:off x="6477001" y="3484182"/>
            <a:ext cx="1431924" cy="405112"/>
          </a:xfrm>
          <a:prstGeom prst="rect">
            <a:avLst/>
          </a:prstGeom>
          <a:solidFill>
            <a:srgbClr val="073262"/>
          </a:solidFill>
          <a:ln w="9525" algn="ctr">
            <a:solidFill>
              <a:srgbClr val="0070C0"/>
            </a:solidFill>
            <a:miter lim="800000"/>
            <a:headEnd/>
            <a:tailEnd/>
          </a:ln>
        </p:spPr>
        <p:txBody>
          <a:bodyPr anchor="ctr"/>
          <a:lstStyle/>
          <a:p>
            <a:pPr algn="ctr" defTabSz="820738" eaLnBrk="0" hangingPunct="0">
              <a:buClr>
                <a:schemeClr val="bg1"/>
              </a:buClr>
            </a:pPr>
            <a:r>
              <a:rPr lang="en-US" sz="1200">
                <a:solidFill>
                  <a:schemeClr val="bg1"/>
                </a:solidFill>
                <a:latin typeface="Helvetica" pitchFamily="34" charset="0"/>
              </a:rPr>
              <a:t>Unit</a:t>
            </a:r>
          </a:p>
        </p:txBody>
      </p:sp>
      <p:sp>
        <p:nvSpPr>
          <p:cNvPr id="18" name="Rectangle 47"/>
          <p:cNvSpPr>
            <a:spLocks noChangeArrowheads="1"/>
          </p:cNvSpPr>
          <p:nvPr/>
        </p:nvSpPr>
        <p:spPr bwMode="auto">
          <a:xfrm>
            <a:off x="6481763" y="4141687"/>
            <a:ext cx="1431925" cy="400325"/>
          </a:xfrm>
          <a:prstGeom prst="rect">
            <a:avLst/>
          </a:prstGeom>
          <a:solidFill>
            <a:srgbClr val="073262"/>
          </a:solidFill>
          <a:ln w="9525" algn="ctr">
            <a:solidFill>
              <a:srgbClr val="0070C0"/>
            </a:solidFill>
            <a:miter lim="800000"/>
            <a:headEnd/>
            <a:tailEnd/>
          </a:ln>
        </p:spPr>
        <p:txBody>
          <a:bodyPr anchor="ctr"/>
          <a:lstStyle/>
          <a:p>
            <a:pPr algn="ctr" defTabSz="820738" eaLnBrk="0" hangingPunct="0">
              <a:buClr>
                <a:schemeClr val="bg1"/>
              </a:buClr>
            </a:pPr>
            <a:r>
              <a:rPr lang="en-US" sz="1200">
                <a:solidFill>
                  <a:schemeClr val="bg1"/>
                </a:solidFill>
                <a:latin typeface="Helvetica" pitchFamily="34" charset="0"/>
              </a:rPr>
              <a:t>Opportunity</a:t>
            </a:r>
          </a:p>
        </p:txBody>
      </p:sp>
      <p:sp>
        <p:nvSpPr>
          <p:cNvPr id="19" name="Rectangle 49"/>
          <p:cNvSpPr>
            <a:spLocks noChangeArrowheads="1"/>
          </p:cNvSpPr>
          <p:nvPr/>
        </p:nvSpPr>
        <p:spPr bwMode="auto">
          <a:xfrm>
            <a:off x="7915275" y="2850500"/>
            <a:ext cx="2295525" cy="400325"/>
          </a:xfrm>
          <a:prstGeom prst="rect">
            <a:avLst/>
          </a:prstGeom>
          <a:solidFill>
            <a:schemeClr val="bg1"/>
          </a:solidFill>
          <a:ln w="12700" algn="ctr">
            <a:solidFill>
              <a:srgbClr val="0070C0"/>
            </a:solidFill>
            <a:miter lim="800000"/>
            <a:headEnd/>
            <a:tailEnd/>
          </a:ln>
        </p:spPr>
        <p:txBody>
          <a:bodyPr anchor="ctr"/>
          <a:lstStyle/>
          <a:p>
            <a:r>
              <a:rPr lang="en-US" sz="1050" dirty="0">
                <a:latin typeface="GE Inspira" pitchFamily="34" charset="0"/>
                <a:cs typeface="Arial" pitchFamily="34" charset="0"/>
              </a:rPr>
              <a:t>90% paid on time invoices out of the total paid invoices</a:t>
            </a:r>
          </a:p>
        </p:txBody>
      </p:sp>
      <p:sp>
        <p:nvSpPr>
          <p:cNvPr id="20" name="Rectangle 50"/>
          <p:cNvSpPr>
            <a:spLocks noChangeArrowheads="1"/>
          </p:cNvSpPr>
          <p:nvPr/>
        </p:nvSpPr>
        <p:spPr bwMode="auto">
          <a:xfrm>
            <a:off x="7915275" y="3471137"/>
            <a:ext cx="2295525" cy="400325"/>
          </a:xfrm>
          <a:prstGeom prst="rect">
            <a:avLst/>
          </a:prstGeom>
          <a:solidFill>
            <a:schemeClr val="bg1"/>
          </a:solidFill>
          <a:ln w="12700" algn="ctr">
            <a:solidFill>
              <a:srgbClr val="0070C0"/>
            </a:solidFill>
            <a:miter lim="800000"/>
            <a:headEnd/>
            <a:tailEnd/>
          </a:ln>
        </p:spPr>
        <p:txBody>
          <a:bodyPr anchor="ctr"/>
          <a:lstStyle/>
          <a:p>
            <a:r>
              <a:rPr lang="en-US" sz="1050" dirty="0">
                <a:latin typeface="GE Inspira" pitchFamily="34" charset="0"/>
                <a:cs typeface="Arial" pitchFamily="34" charset="0"/>
              </a:rPr>
              <a:t>Each invoice paid on time</a:t>
            </a:r>
          </a:p>
        </p:txBody>
      </p:sp>
      <p:sp>
        <p:nvSpPr>
          <p:cNvPr id="21" name="Rectangle 51"/>
          <p:cNvSpPr>
            <a:spLocks noChangeArrowheads="1"/>
          </p:cNvSpPr>
          <p:nvPr/>
        </p:nvSpPr>
        <p:spPr bwMode="auto">
          <a:xfrm>
            <a:off x="7915275" y="4127400"/>
            <a:ext cx="2295525" cy="400325"/>
          </a:xfrm>
          <a:prstGeom prst="rect">
            <a:avLst/>
          </a:prstGeom>
          <a:solidFill>
            <a:schemeClr val="bg1"/>
          </a:solidFill>
          <a:ln w="12700" algn="ctr">
            <a:solidFill>
              <a:srgbClr val="0070C0"/>
            </a:solidFill>
            <a:miter lim="800000"/>
            <a:headEnd/>
            <a:tailEnd/>
          </a:ln>
        </p:spPr>
        <p:txBody>
          <a:bodyPr anchor="ctr"/>
          <a:lstStyle/>
          <a:p>
            <a:r>
              <a:rPr lang="en-US" sz="1050" dirty="0">
                <a:latin typeface="GE Inspira" pitchFamily="34" charset="0"/>
                <a:cs typeface="Arial" pitchFamily="34" charset="0"/>
              </a:rPr>
              <a:t>One per unit</a:t>
            </a:r>
          </a:p>
        </p:txBody>
      </p:sp>
      <p:sp>
        <p:nvSpPr>
          <p:cNvPr id="22" name="Rectangle 52"/>
          <p:cNvSpPr>
            <a:spLocks noChangeArrowheads="1"/>
          </p:cNvSpPr>
          <p:nvPr/>
        </p:nvSpPr>
        <p:spPr bwMode="auto">
          <a:xfrm>
            <a:off x="7915275" y="4731473"/>
            <a:ext cx="2295525" cy="450127"/>
          </a:xfrm>
          <a:prstGeom prst="rect">
            <a:avLst/>
          </a:prstGeom>
          <a:solidFill>
            <a:schemeClr val="bg1"/>
          </a:solidFill>
          <a:ln w="12700" algn="ctr">
            <a:solidFill>
              <a:srgbClr val="0070C0"/>
            </a:solidFill>
            <a:miter lim="800000"/>
            <a:headEnd/>
            <a:tailEnd/>
          </a:ln>
        </p:spPr>
        <p:txBody>
          <a:bodyPr anchor="ctr"/>
          <a:lstStyle/>
          <a:p>
            <a:r>
              <a:rPr lang="en-US" sz="1050" dirty="0">
                <a:latin typeface="GE Inspira" pitchFamily="34" charset="0"/>
                <a:cs typeface="Arial" pitchFamily="34" charset="0"/>
              </a:rPr>
              <a:t>Any invoice paid late</a:t>
            </a:r>
          </a:p>
        </p:txBody>
      </p:sp>
      <p:sp>
        <p:nvSpPr>
          <p:cNvPr id="23" name="Rectangle 53"/>
          <p:cNvSpPr>
            <a:spLocks noChangeArrowheads="1"/>
          </p:cNvSpPr>
          <p:nvPr/>
        </p:nvSpPr>
        <p:spPr bwMode="auto">
          <a:xfrm>
            <a:off x="1687590" y="2826274"/>
            <a:ext cx="1347709" cy="400325"/>
          </a:xfrm>
          <a:prstGeom prst="rect">
            <a:avLst/>
          </a:prstGeom>
          <a:solidFill>
            <a:srgbClr val="073262"/>
          </a:solidFill>
          <a:ln w="9525" algn="ctr">
            <a:solidFill>
              <a:srgbClr val="0070C0"/>
            </a:solidFill>
            <a:miter lim="800000"/>
            <a:headEnd/>
            <a:tailEnd/>
          </a:ln>
        </p:spPr>
        <p:txBody>
          <a:bodyPr anchor="ctr"/>
          <a:lstStyle/>
          <a:p>
            <a:pPr algn="ctr" defTabSz="820738" eaLnBrk="0" hangingPunct="0">
              <a:buClr>
                <a:schemeClr val="bg1"/>
              </a:buClr>
            </a:pPr>
            <a:r>
              <a:rPr lang="en-US" sz="1200" dirty="0">
                <a:solidFill>
                  <a:schemeClr val="bg1"/>
                </a:solidFill>
                <a:latin typeface="Helvetica" pitchFamily="34" charset="0"/>
              </a:rPr>
              <a:t>Business Y</a:t>
            </a:r>
          </a:p>
        </p:txBody>
      </p:sp>
      <p:sp>
        <p:nvSpPr>
          <p:cNvPr id="24" name="Rectangle 54"/>
          <p:cNvSpPr>
            <a:spLocks noChangeArrowheads="1"/>
          </p:cNvSpPr>
          <p:nvPr/>
        </p:nvSpPr>
        <p:spPr bwMode="auto">
          <a:xfrm>
            <a:off x="3031422" y="2826274"/>
            <a:ext cx="2704034" cy="400325"/>
          </a:xfrm>
          <a:prstGeom prst="rect">
            <a:avLst/>
          </a:prstGeom>
          <a:solidFill>
            <a:schemeClr val="bg1"/>
          </a:solidFill>
          <a:ln w="12700" algn="ctr">
            <a:solidFill>
              <a:srgbClr val="0070C0"/>
            </a:solidFill>
            <a:miter lim="800000"/>
            <a:headEnd/>
            <a:tailEnd/>
          </a:ln>
        </p:spPr>
        <p:txBody>
          <a:bodyPr anchor="ctr"/>
          <a:lstStyle/>
          <a:p>
            <a:r>
              <a:rPr lang="en-US" sz="1050" dirty="0">
                <a:latin typeface="GE Inspira" pitchFamily="34" charset="0"/>
                <a:cs typeface="Arial" pitchFamily="34" charset="0"/>
              </a:rPr>
              <a:t>Increase in Paid on time rate</a:t>
            </a:r>
          </a:p>
        </p:txBody>
      </p:sp>
      <p:sp>
        <p:nvSpPr>
          <p:cNvPr id="25" name="Rectangle 55"/>
          <p:cNvSpPr>
            <a:spLocks noChangeArrowheads="1"/>
          </p:cNvSpPr>
          <p:nvPr/>
        </p:nvSpPr>
        <p:spPr bwMode="auto">
          <a:xfrm>
            <a:off x="3107045" y="2183585"/>
            <a:ext cx="8018155" cy="261610"/>
          </a:xfrm>
          <a:prstGeom prst="rect">
            <a:avLst/>
          </a:prstGeom>
          <a:solidFill>
            <a:srgbClr val="5C5C5C"/>
          </a:solidFill>
          <a:ln w="9525" algn="ctr">
            <a:solidFill>
              <a:srgbClr val="0070C0"/>
            </a:solidFill>
            <a:miter lim="800000"/>
            <a:headEnd/>
            <a:tailEnd/>
          </a:ln>
        </p:spPr>
        <p:txBody>
          <a:bodyPr wrap="square" anchor="ctr">
            <a:spAutoFit/>
          </a:bodyPr>
          <a:lstStyle/>
          <a:p>
            <a:pPr algn="ctr" defTabSz="820738" eaLnBrk="0" hangingPunct="0">
              <a:buClr>
                <a:schemeClr val="bg1"/>
              </a:buClr>
            </a:pPr>
            <a:r>
              <a:rPr lang="en-US" sz="1100" dirty="0">
                <a:solidFill>
                  <a:schemeClr val="bg1"/>
                </a:solidFill>
                <a:latin typeface="Helvetica" pitchFamily="34" charset="0"/>
              </a:rPr>
              <a:t>Increase in Paid on Time percentage = Total number of invoices paid (on time and earlier) / Total number or paid invoices</a:t>
            </a:r>
          </a:p>
        </p:txBody>
      </p:sp>
      <p:sp>
        <p:nvSpPr>
          <p:cNvPr id="26" name="Rectangle 43"/>
          <p:cNvSpPr>
            <a:spLocks noChangeArrowheads="1"/>
          </p:cNvSpPr>
          <p:nvPr/>
        </p:nvSpPr>
        <p:spPr bwMode="auto">
          <a:xfrm>
            <a:off x="1687590" y="4774057"/>
            <a:ext cx="1343833" cy="400325"/>
          </a:xfrm>
          <a:prstGeom prst="rect">
            <a:avLst/>
          </a:prstGeom>
          <a:solidFill>
            <a:srgbClr val="073262"/>
          </a:solidFill>
          <a:ln w="9525" algn="ctr">
            <a:solidFill>
              <a:srgbClr val="0070C0"/>
            </a:solidFill>
            <a:miter lim="800000"/>
            <a:headEnd/>
            <a:tailEnd/>
          </a:ln>
        </p:spPr>
        <p:txBody>
          <a:bodyPr anchor="ctr"/>
          <a:lstStyle/>
          <a:p>
            <a:pPr algn="ctr" defTabSz="820738" eaLnBrk="0" hangingPunct="0">
              <a:buClr>
                <a:schemeClr val="bg1"/>
              </a:buClr>
            </a:pPr>
            <a:r>
              <a:rPr lang="en-US" sz="1200">
                <a:solidFill>
                  <a:schemeClr val="bg1"/>
                </a:solidFill>
                <a:latin typeface="Helvetica" pitchFamily="34" charset="0"/>
              </a:rPr>
              <a:t>Spec. Limits</a:t>
            </a:r>
          </a:p>
        </p:txBody>
      </p:sp>
      <p:sp>
        <p:nvSpPr>
          <p:cNvPr id="27" name="Rectangle 26"/>
          <p:cNvSpPr>
            <a:spLocks noChangeArrowheads="1"/>
          </p:cNvSpPr>
          <p:nvPr/>
        </p:nvSpPr>
        <p:spPr bwMode="auto">
          <a:xfrm>
            <a:off x="3037772" y="4781275"/>
            <a:ext cx="2696030" cy="400325"/>
          </a:xfrm>
          <a:prstGeom prst="rect">
            <a:avLst/>
          </a:prstGeom>
          <a:solidFill>
            <a:schemeClr val="bg1"/>
          </a:solidFill>
          <a:ln w="12700" algn="ctr">
            <a:solidFill>
              <a:srgbClr val="0070C0"/>
            </a:solidFill>
            <a:miter lim="800000"/>
            <a:headEnd/>
            <a:tailEnd/>
          </a:ln>
        </p:spPr>
        <p:txBody>
          <a:bodyPr anchor="ctr"/>
          <a:lstStyle/>
          <a:p>
            <a:r>
              <a:rPr lang="en-US" sz="1050" dirty="0">
                <a:latin typeface="GE Inspira" pitchFamily="34" charset="0"/>
                <a:cs typeface="Arial" pitchFamily="34" charset="0"/>
              </a:rPr>
              <a:t>LSL = 90%; USL = the higher the better</a:t>
            </a:r>
          </a:p>
        </p:txBody>
      </p:sp>
      <p:sp>
        <p:nvSpPr>
          <p:cNvPr id="28" name="AutoShape 8"/>
          <p:cNvSpPr>
            <a:spLocks noChangeArrowheads="1"/>
          </p:cNvSpPr>
          <p:nvPr/>
        </p:nvSpPr>
        <p:spPr bwMode="auto">
          <a:xfrm>
            <a:off x="0" y="70773"/>
            <a:ext cx="1814732" cy="416569"/>
          </a:xfrm>
          <a:prstGeom prst="chevron">
            <a:avLst>
              <a:gd name="adj" fmla="val 40576"/>
            </a:avLst>
          </a:prstGeom>
          <a:solidFill>
            <a:srgbClr val="EB3846"/>
          </a:solidFill>
          <a:ln>
            <a:noFill/>
          </a:ln>
          <a:effectLst/>
        </p:spPr>
        <p:txBody>
          <a:bodyPr wrap="none" anchor="ctr"/>
          <a:lstStyle>
            <a:lvl1pPr defTabSz="973138" eaLnBrk="0" hangingPunct="0">
              <a:tabLst>
                <a:tab pos="1374775" algn="l"/>
              </a:tabLst>
              <a:defRPr sz="1200">
                <a:solidFill>
                  <a:schemeClr val="tx1"/>
                </a:solidFill>
                <a:latin typeface="Arial" charset="0"/>
                <a:ea typeface="ＭＳ Ｐゴシック" pitchFamily="34" charset="-128"/>
              </a:defRPr>
            </a:lvl1pPr>
            <a:lvl2pPr marL="742950" indent="-285750" defTabSz="973138" eaLnBrk="0" hangingPunct="0">
              <a:tabLst>
                <a:tab pos="1374775" algn="l"/>
              </a:tabLst>
              <a:defRPr sz="1200">
                <a:solidFill>
                  <a:schemeClr val="tx1"/>
                </a:solidFill>
                <a:latin typeface="Arial" charset="0"/>
                <a:ea typeface="ＭＳ Ｐゴシック" pitchFamily="34" charset="-128"/>
              </a:defRPr>
            </a:lvl2pPr>
            <a:lvl3pPr marL="1143000" indent="-228600" defTabSz="973138" eaLnBrk="0" hangingPunct="0">
              <a:tabLst>
                <a:tab pos="1374775" algn="l"/>
              </a:tabLst>
              <a:defRPr sz="1200">
                <a:solidFill>
                  <a:schemeClr val="tx1"/>
                </a:solidFill>
                <a:latin typeface="Arial" charset="0"/>
                <a:ea typeface="ＭＳ Ｐゴシック" pitchFamily="34" charset="-128"/>
              </a:defRPr>
            </a:lvl3pPr>
            <a:lvl4pPr marL="1600200" indent="-228600" defTabSz="973138" eaLnBrk="0" hangingPunct="0">
              <a:tabLst>
                <a:tab pos="1374775" algn="l"/>
              </a:tabLst>
              <a:defRPr sz="1200">
                <a:solidFill>
                  <a:schemeClr val="tx1"/>
                </a:solidFill>
                <a:latin typeface="Arial" charset="0"/>
                <a:ea typeface="ＭＳ Ｐゴシック" pitchFamily="34" charset="-128"/>
              </a:defRPr>
            </a:lvl4pPr>
            <a:lvl5pPr marL="2057400" indent="-228600" defTabSz="973138" eaLnBrk="0" hangingPunct="0">
              <a:tabLst>
                <a:tab pos="1374775" algn="l"/>
              </a:tabLst>
              <a:defRPr sz="1200">
                <a:solidFill>
                  <a:schemeClr val="tx1"/>
                </a:solidFill>
                <a:latin typeface="Arial" charset="0"/>
                <a:ea typeface="ＭＳ Ｐゴシック" pitchFamily="34" charset="-128"/>
              </a:defRPr>
            </a:lvl5pPr>
            <a:lvl6pPr marL="25146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6pPr>
            <a:lvl7pPr marL="29718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7pPr>
            <a:lvl8pPr marL="34290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8pPr>
            <a:lvl9pPr marL="38862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9pPr>
          </a:lstStyle>
          <a:p>
            <a:pPr eaLnBrk="1" hangingPunct="1">
              <a:buClr>
                <a:srgbClr val="905500"/>
              </a:buClr>
            </a:pPr>
            <a:r>
              <a:rPr lang="en-US" altLang="en-US" sz="1800" b="1" dirty="0">
                <a:solidFill>
                  <a:schemeClr val="bg1"/>
                </a:solidFill>
              </a:rPr>
              <a:t>Define</a:t>
            </a:r>
          </a:p>
        </p:txBody>
      </p:sp>
    </p:spTree>
    <p:extLst>
      <p:ext uri="{BB962C8B-B14F-4D97-AF65-F5344CB8AC3E}">
        <p14:creationId xmlns:p14="http://schemas.microsoft.com/office/powerpoint/2010/main" val="417357166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2"/>
          <p:cNvSpPr txBox="1">
            <a:spLocks/>
          </p:cNvSpPr>
          <p:nvPr/>
        </p:nvSpPr>
        <p:spPr>
          <a:xfrm>
            <a:off x="1814732" y="9734"/>
            <a:ext cx="7235456" cy="533400"/>
          </a:xfrm>
          <a:prstGeom prst="rect">
            <a:avLst/>
          </a:prstGeom>
        </p:spPr>
        <p:txBody>
          <a:bodyPr anchor="ctr"/>
          <a:lstStyle>
            <a:lvl1pPr marL="0">
              <a:defRPr sz="3000">
                <a:solidFill>
                  <a:srgbClr val="063161"/>
                </a:solidFill>
                <a:latin typeface="Georgia" panose="02040502050405020303"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1800" b="1" kern="0" dirty="0">
                <a:latin typeface="+mj-lt"/>
              </a:rPr>
              <a:t>Project Charter</a:t>
            </a:r>
          </a:p>
        </p:txBody>
      </p:sp>
      <p:sp>
        <p:nvSpPr>
          <p:cNvPr id="28" name="Rectangle 3"/>
          <p:cNvSpPr>
            <a:spLocks noChangeArrowheads="1"/>
          </p:cNvSpPr>
          <p:nvPr/>
        </p:nvSpPr>
        <p:spPr bwMode="auto">
          <a:xfrm>
            <a:off x="634727" y="1233209"/>
            <a:ext cx="5233580" cy="274751"/>
          </a:xfrm>
          <a:prstGeom prst="rect">
            <a:avLst/>
          </a:prstGeom>
          <a:solidFill>
            <a:srgbClr val="073262"/>
          </a:solidFill>
          <a:ln w="9525">
            <a:solidFill>
              <a:srgbClr val="DDDDDD"/>
            </a:solidFill>
            <a:miter lim="800000"/>
            <a:headEnd/>
            <a:tailEnd/>
          </a:ln>
          <a:effectLst/>
        </p:spPr>
        <p:txBody>
          <a:bodyPr wrap="none" anchor="ctr"/>
          <a:lstStyle/>
          <a:p>
            <a:pPr defTabSz="820738" eaLnBrk="0" hangingPunct="0"/>
            <a:r>
              <a:rPr lang="en-US" sz="1400" dirty="0">
                <a:solidFill>
                  <a:schemeClr val="bg1"/>
                </a:solidFill>
                <a:latin typeface="Georgia" panose="02040502050405020303" pitchFamily="18" charset="0"/>
              </a:rPr>
              <a:t>Business Case</a:t>
            </a:r>
          </a:p>
        </p:txBody>
      </p:sp>
      <p:sp>
        <p:nvSpPr>
          <p:cNvPr id="29" name="Rectangle 5"/>
          <p:cNvSpPr>
            <a:spLocks noChangeArrowheads="1"/>
          </p:cNvSpPr>
          <p:nvPr/>
        </p:nvSpPr>
        <p:spPr bwMode="auto">
          <a:xfrm>
            <a:off x="634727" y="1520069"/>
            <a:ext cx="5262425" cy="936510"/>
          </a:xfrm>
          <a:prstGeom prst="rect">
            <a:avLst/>
          </a:prstGeom>
          <a:noFill/>
          <a:ln>
            <a:noFill/>
          </a:ln>
          <a:effectLst/>
          <a:extLst>
            <a:ext uri="{909E8E84-426E-40DD-AFC4-6F175D3DCCD1}">
              <a14:hiddenFill xmlns:a14="http://schemas.microsoft.com/office/drawing/2010/main">
                <a:solidFill>
                  <a:schemeClr val="accent1">
                    <a:alpha val="89803"/>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40" tIns="45720" rIns="91440" bIns="45720" anchor="t"/>
          <a:lstStyle/>
          <a:p>
            <a:pPr marL="171450" indent="-171450">
              <a:spcBef>
                <a:spcPct val="20000"/>
              </a:spcBef>
              <a:buClr>
                <a:srgbClr val="002060"/>
              </a:buClr>
              <a:buSzPct val="90000"/>
              <a:buFont typeface="Arial" panose="020B0604020202020204" pitchFamily="34" charset="0"/>
              <a:buChar char="•"/>
            </a:pPr>
            <a:r>
              <a:rPr lang="en-US" sz="800" b="0" dirty="0">
                <a:latin typeface="Georgia"/>
              </a:rPr>
              <a:t>XYZ is a leading insurance company who outsourced its Accounts Payable, Operational Procurement and Coupa Support</a:t>
            </a:r>
            <a:endParaRPr lang="en-US" sz="800" b="0" dirty="0">
              <a:latin typeface="Georgia" panose="02040502050405020303" pitchFamily="18" charset="0"/>
            </a:endParaRPr>
          </a:p>
          <a:p>
            <a:pPr marL="171450" indent="-171450">
              <a:spcBef>
                <a:spcPct val="20000"/>
              </a:spcBef>
              <a:buClr>
                <a:srgbClr val="002060"/>
              </a:buClr>
              <a:buSzPct val="90000"/>
              <a:buFont typeface="Arial" panose="020B0604020202020204" pitchFamily="34" charset="0"/>
              <a:buChar char="•"/>
            </a:pPr>
            <a:r>
              <a:rPr lang="en-US" sz="800" dirty="0">
                <a:latin typeface="Georgia"/>
              </a:rPr>
              <a:t>Even though the POT is no longer an SLA metric for Europe, the focus on this metric is just as high being an important tool for measuring the AP credibility within the XYZ business and for XYZ’s reputation on the market.</a:t>
            </a:r>
          </a:p>
          <a:p>
            <a:pPr marL="171450" indent="-171450">
              <a:spcBef>
                <a:spcPct val="20000"/>
              </a:spcBef>
              <a:buClr>
                <a:srgbClr val="002060"/>
              </a:buClr>
              <a:buSzPct val="90000"/>
              <a:buFont typeface="Arial" panose="020B0604020202020204" pitchFamily="34" charset="0"/>
              <a:buChar char="•"/>
            </a:pPr>
            <a:r>
              <a:rPr lang="en-US" sz="800" dirty="0">
                <a:latin typeface="Georgia" panose="02040502050405020303" pitchFamily="18" charset="0"/>
              </a:rPr>
              <a:t>At the beginning of 2020, a new invoice processing tool was adopted and this change, while keeping in parallel the old procedure, affected the POT.</a:t>
            </a:r>
          </a:p>
          <a:p>
            <a:pPr marL="171450" indent="-171450">
              <a:spcBef>
                <a:spcPct val="20000"/>
              </a:spcBef>
              <a:buClr>
                <a:srgbClr val="002060"/>
              </a:buClr>
              <a:buSzPct val="90000"/>
              <a:buFont typeface="Arial" panose="020B0604020202020204" pitchFamily="34" charset="0"/>
              <a:buChar char="•"/>
            </a:pPr>
            <a:r>
              <a:rPr lang="en-US" sz="800" dirty="0">
                <a:latin typeface="Georgia" panose="02040502050405020303" pitchFamily="18" charset="0"/>
              </a:rPr>
              <a:t>The global recommendation target for POT metric is 90% and this project was identified as a needed initiative to help achieve the stated objective.</a:t>
            </a:r>
          </a:p>
        </p:txBody>
      </p:sp>
      <p:sp>
        <p:nvSpPr>
          <p:cNvPr id="30" name="Rectangle 6"/>
          <p:cNvSpPr>
            <a:spLocks noChangeArrowheads="1"/>
          </p:cNvSpPr>
          <p:nvPr/>
        </p:nvSpPr>
        <p:spPr bwMode="auto">
          <a:xfrm>
            <a:off x="6213259" y="1580548"/>
            <a:ext cx="5221818" cy="863556"/>
          </a:xfrm>
          <a:prstGeom prst="rect">
            <a:avLst/>
          </a:prstGeom>
          <a:solidFill>
            <a:srgbClr val="FFFFFF">
              <a:alpha val="79999"/>
            </a:srgbClr>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40" tIns="45720" rIns="91440" bIns="45720" anchor="ctr"/>
          <a:lstStyle/>
          <a:p>
            <a:pPr>
              <a:spcBef>
                <a:spcPct val="20000"/>
              </a:spcBef>
              <a:buClr>
                <a:srgbClr val="002060"/>
              </a:buClr>
              <a:buSzPct val="90000"/>
            </a:pPr>
            <a:r>
              <a:rPr lang="en-GB" sz="900" b="1" i="1" u="sng" dirty="0"/>
              <a:t>In Scope: </a:t>
            </a:r>
          </a:p>
          <a:p>
            <a:pPr marL="171450" indent="-171450">
              <a:spcBef>
                <a:spcPct val="20000"/>
              </a:spcBef>
              <a:buClr>
                <a:srgbClr val="002060"/>
              </a:buClr>
              <a:buSzPct val="90000"/>
              <a:buFont typeface="Wingdings" panose="05000000000000000000" pitchFamily="2" charset="2"/>
              <a:buChar char="Ø"/>
            </a:pPr>
            <a:r>
              <a:rPr lang="en-GB" sz="800" dirty="0"/>
              <a:t>Improvement of POT rate for Europe (only third-party vendors)</a:t>
            </a:r>
            <a:endParaRPr lang="en-GB" sz="800" dirty="0">
              <a:solidFill>
                <a:srgbClr val="FF0000"/>
              </a:solidFill>
            </a:endParaRPr>
          </a:p>
          <a:p>
            <a:pPr>
              <a:spcBef>
                <a:spcPct val="20000"/>
              </a:spcBef>
              <a:buClr>
                <a:srgbClr val="002060"/>
              </a:buClr>
              <a:buSzPct val="90000"/>
            </a:pPr>
            <a:r>
              <a:rPr lang="en-GB" sz="800" b="1" i="1" u="sng" dirty="0"/>
              <a:t>Out of Scope:</a:t>
            </a:r>
          </a:p>
          <a:p>
            <a:pPr marL="171450" indent="-171450">
              <a:spcBef>
                <a:spcPct val="20000"/>
              </a:spcBef>
              <a:buClr>
                <a:srgbClr val="002060"/>
              </a:buClr>
              <a:buSzPct val="90000"/>
              <a:buFont typeface="Wingdings" panose="05000000000000000000" pitchFamily="2" charset="2"/>
              <a:buChar char="Ø"/>
            </a:pPr>
            <a:r>
              <a:rPr lang="en-GB" sz="800" dirty="0"/>
              <a:t>Improvement of metrics unrelated to POT</a:t>
            </a:r>
          </a:p>
          <a:p>
            <a:pPr marL="171450" indent="-171450">
              <a:spcBef>
                <a:spcPct val="20000"/>
              </a:spcBef>
              <a:buClr>
                <a:srgbClr val="002060"/>
              </a:buClr>
              <a:buSzPct val="90000"/>
              <a:buFont typeface="Wingdings" panose="05000000000000000000" pitchFamily="2" charset="2"/>
              <a:buChar char="Ø"/>
            </a:pPr>
            <a:r>
              <a:rPr lang="en-GB" sz="800" dirty="0"/>
              <a:t>Improvement of POT metric on other countries except Europe</a:t>
            </a:r>
          </a:p>
        </p:txBody>
      </p:sp>
      <p:sp>
        <p:nvSpPr>
          <p:cNvPr id="32" name="Rectangle 10"/>
          <p:cNvSpPr>
            <a:spLocks noChangeArrowheads="1"/>
          </p:cNvSpPr>
          <p:nvPr/>
        </p:nvSpPr>
        <p:spPr bwMode="auto">
          <a:xfrm>
            <a:off x="634727" y="2799364"/>
            <a:ext cx="5233580" cy="323119"/>
          </a:xfrm>
          <a:prstGeom prst="rect">
            <a:avLst/>
          </a:prstGeom>
          <a:solidFill>
            <a:srgbClr val="073262"/>
          </a:solidFill>
          <a:ln w="9525">
            <a:solidFill>
              <a:srgbClr val="DDDDDD"/>
            </a:solidFill>
            <a:miter lim="800000"/>
            <a:headEnd/>
            <a:tailEnd/>
          </a:ln>
        </p:spPr>
        <p:txBody>
          <a:bodyPr wrap="none" anchor="ctr"/>
          <a:lstStyle/>
          <a:p>
            <a:pPr defTabSz="820738" eaLnBrk="0" hangingPunct="0"/>
            <a:r>
              <a:rPr lang="en-US" sz="1400" dirty="0">
                <a:solidFill>
                  <a:schemeClr val="bg1"/>
                </a:solidFill>
                <a:latin typeface="Georgia" panose="02040502050405020303" pitchFamily="18" charset="0"/>
              </a:rPr>
              <a:t>Problem Statement</a:t>
            </a:r>
          </a:p>
        </p:txBody>
      </p:sp>
      <p:sp>
        <p:nvSpPr>
          <p:cNvPr id="33" name="Rectangle 11"/>
          <p:cNvSpPr>
            <a:spLocks noChangeArrowheads="1"/>
          </p:cNvSpPr>
          <p:nvPr/>
        </p:nvSpPr>
        <p:spPr bwMode="auto">
          <a:xfrm>
            <a:off x="623273" y="3125590"/>
            <a:ext cx="5231970" cy="1014828"/>
          </a:xfrm>
          <a:prstGeom prst="rect">
            <a:avLst/>
          </a:prstGeom>
          <a:ln w="6350">
            <a:noFill/>
          </a:ln>
        </p:spPr>
        <p:style>
          <a:lnRef idx="2">
            <a:schemeClr val="accent6"/>
          </a:lnRef>
          <a:fillRef idx="1">
            <a:schemeClr val="lt1"/>
          </a:fillRef>
          <a:effectRef idx="0">
            <a:schemeClr val="accent6"/>
          </a:effectRef>
          <a:fontRef idx="minor">
            <a:schemeClr val="dk1"/>
          </a:fontRef>
        </p:style>
        <p:txBody>
          <a:bodyPr lIns="91440" tIns="45720" rIns="91440" bIns="45720" anchor="t"/>
          <a:lstStyle/>
          <a:p>
            <a:pPr marL="171450" indent="-171450">
              <a:spcBef>
                <a:spcPct val="20000"/>
              </a:spcBef>
              <a:buClr>
                <a:srgbClr val="002060"/>
              </a:buClr>
              <a:buSzPct val="90000"/>
              <a:buFont typeface="Arial" panose="020B0604020202020204" pitchFamily="34" charset="0"/>
              <a:buChar char="•"/>
            </a:pPr>
            <a:r>
              <a:rPr lang="en-US" sz="800" b="0" dirty="0">
                <a:latin typeface="Georgia" panose="02040502050405020303" pitchFamily="18" charset="0"/>
              </a:rPr>
              <a:t>Due to the low POT rate, the AP team receives a lot of complaints from the suppliers or the business for late payments that have a negative impact on the business. The efficiency of the AP team is affected due to these complaints that lead to an increase in the number of helpdesk cases.</a:t>
            </a:r>
          </a:p>
          <a:p>
            <a:pPr marL="171450" indent="-171450">
              <a:spcBef>
                <a:spcPct val="20000"/>
              </a:spcBef>
              <a:buClr>
                <a:srgbClr val="002060"/>
              </a:buClr>
              <a:buSzPct val="90000"/>
              <a:buFont typeface="Arial" panose="020B0604020202020204" pitchFamily="34" charset="0"/>
              <a:buChar char="•"/>
            </a:pPr>
            <a:r>
              <a:rPr lang="en-GB" sz="800" dirty="0">
                <a:solidFill>
                  <a:schemeClr val="tx1"/>
                </a:solidFill>
                <a:latin typeface="Georgia" panose="02040502050405020303" pitchFamily="18" charset="0"/>
                <a:ea typeface="ＭＳ Ｐゴシック" pitchFamily="34" charset="-128"/>
              </a:rPr>
              <a:t>Starting with 2020, the POT rate for XYZ Europe has been following an unstable trend, </a:t>
            </a:r>
            <a:r>
              <a:rPr lang="en-US" sz="800" kern="0" dirty="0"/>
              <a:t>the peak being 87% in December ‘20 and the perk was 70% in April ‘20. </a:t>
            </a:r>
          </a:p>
          <a:p>
            <a:pPr marL="171450" indent="-171450">
              <a:spcBef>
                <a:spcPct val="20000"/>
              </a:spcBef>
              <a:buClr>
                <a:srgbClr val="002060"/>
              </a:buClr>
              <a:buSzPct val="90000"/>
              <a:buFont typeface="Arial" panose="020B0604020202020204" pitchFamily="34" charset="0"/>
              <a:buChar char="•"/>
            </a:pPr>
            <a:r>
              <a:rPr lang="en-US" sz="800" kern="0" dirty="0"/>
              <a:t>Now, this metric is at 78% based on the values from 2020 , with an average of 374 paid late invoices per month.</a:t>
            </a:r>
          </a:p>
        </p:txBody>
      </p:sp>
      <p:sp>
        <p:nvSpPr>
          <p:cNvPr id="35" name="Rectangle 18"/>
          <p:cNvSpPr>
            <a:spLocks noChangeArrowheads="1"/>
          </p:cNvSpPr>
          <p:nvPr/>
        </p:nvSpPr>
        <p:spPr bwMode="auto">
          <a:xfrm>
            <a:off x="602990" y="4472307"/>
            <a:ext cx="5221818" cy="286685"/>
          </a:xfrm>
          <a:prstGeom prst="rect">
            <a:avLst/>
          </a:prstGeom>
          <a:solidFill>
            <a:srgbClr val="FFFFFF">
              <a:alpha val="79999"/>
            </a:srgbClr>
          </a:solidFill>
          <a:ln w="9525">
            <a:no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171450" indent="-171450">
              <a:spcBef>
                <a:spcPct val="20000"/>
              </a:spcBef>
              <a:buClr>
                <a:srgbClr val="002060"/>
              </a:buClr>
              <a:buSzPct val="90000"/>
              <a:buFont typeface="Arial" panose="020B0604020202020204" pitchFamily="34" charset="0"/>
              <a:buChar char="•"/>
            </a:pPr>
            <a:r>
              <a:rPr lang="en-US" sz="800" kern="0" dirty="0"/>
              <a:t>Increase the POT ratio from 78% to 90% by July ’21 by doing a root cause analysis for the top vendor and create a proper action plan. We aim also to check to automation possibilities for invoice prioritization.</a:t>
            </a:r>
          </a:p>
        </p:txBody>
      </p:sp>
      <p:sp>
        <p:nvSpPr>
          <p:cNvPr id="38" name="Rectangle 10"/>
          <p:cNvSpPr>
            <a:spLocks noChangeArrowheads="1"/>
          </p:cNvSpPr>
          <p:nvPr/>
        </p:nvSpPr>
        <p:spPr bwMode="auto">
          <a:xfrm>
            <a:off x="621663" y="4125547"/>
            <a:ext cx="5233580" cy="336360"/>
          </a:xfrm>
          <a:prstGeom prst="rect">
            <a:avLst/>
          </a:prstGeom>
          <a:solidFill>
            <a:srgbClr val="073262"/>
          </a:solidFill>
          <a:ln w="9525">
            <a:solidFill>
              <a:srgbClr val="DDDDDD"/>
            </a:solidFill>
            <a:miter lim="800000"/>
            <a:headEnd/>
            <a:tailEnd/>
          </a:ln>
        </p:spPr>
        <p:txBody>
          <a:bodyPr wrap="none" anchor="ctr"/>
          <a:lstStyle/>
          <a:p>
            <a:pPr defTabSz="820738" eaLnBrk="0" hangingPunct="0"/>
            <a:r>
              <a:rPr lang="en-US" sz="1400" dirty="0">
                <a:solidFill>
                  <a:schemeClr val="bg1"/>
                </a:solidFill>
                <a:latin typeface="Georgia" panose="02040502050405020303" pitchFamily="18" charset="0"/>
              </a:rPr>
              <a:t>Goal Statement</a:t>
            </a:r>
          </a:p>
        </p:txBody>
      </p:sp>
      <p:sp>
        <p:nvSpPr>
          <p:cNvPr id="39" name="Rectangle 10"/>
          <p:cNvSpPr>
            <a:spLocks noChangeArrowheads="1"/>
          </p:cNvSpPr>
          <p:nvPr/>
        </p:nvSpPr>
        <p:spPr bwMode="auto">
          <a:xfrm>
            <a:off x="6209663" y="1274087"/>
            <a:ext cx="5250287" cy="323119"/>
          </a:xfrm>
          <a:prstGeom prst="rect">
            <a:avLst/>
          </a:prstGeom>
          <a:solidFill>
            <a:srgbClr val="073262"/>
          </a:solidFill>
          <a:ln w="9525">
            <a:solidFill>
              <a:srgbClr val="DDDDDD"/>
            </a:solidFill>
            <a:miter lim="800000"/>
            <a:headEnd/>
            <a:tailEnd/>
          </a:ln>
        </p:spPr>
        <p:txBody>
          <a:bodyPr wrap="none" anchor="ctr"/>
          <a:lstStyle/>
          <a:p>
            <a:pPr defTabSz="820738" eaLnBrk="0" hangingPunct="0"/>
            <a:r>
              <a:rPr lang="en-US" sz="1400" dirty="0">
                <a:solidFill>
                  <a:schemeClr val="bg1"/>
                </a:solidFill>
                <a:latin typeface="Georgia" panose="02040502050405020303" pitchFamily="18" charset="0"/>
              </a:rPr>
              <a:t>Scope</a:t>
            </a:r>
          </a:p>
        </p:txBody>
      </p:sp>
      <p:sp>
        <p:nvSpPr>
          <p:cNvPr id="40" name="Rectangle 10"/>
          <p:cNvSpPr>
            <a:spLocks noChangeArrowheads="1"/>
          </p:cNvSpPr>
          <p:nvPr/>
        </p:nvSpPr>
        <p:spPr bwMode="auto">
          <a:xfrm>
            <a:off x="604956" y="4769392"/>
            <a:ext cx="5250287" cy="323119"/>
          </a:xfrm>
          <a:prstGeom prst="rect">
            <a:avLst/>
          </a:prstGeom>
          <a:solidFill>
            <a:srgbClr val="073262"/>
          </a:solidFill>
          <a:ln w="9525">
            <a:solidFill>
              <a:srgbClr val="DDDDDD"/>
            </a:solidFill>
            <a:miter lim="800000"/>
            <a:headEnd/>
            <a:tailEnd/>
          </a:ln>
        </p:spPr>
        <p:txBody>
          <a:bodyPr wrap="none" anchor="ctr"/>
          <a:lstStyle/>
          <a:p>
            <a:pPr defTabSz="820738" eaLnBrk="0" hangingPunct="0"/>
            <a:r>
              <a:rPr lang="en-US" sz="1400" dirty="0">
                <a:solidFill>
                  <a:schemeClr val="bg1"/>
                </a:solidFill>
                <a:latin typeface="Georgia" panose="02040502050405020303" pitchFamily="18" charset="0"/>
              </a:rPr>
              <a:t>Identify Business Outcome &amp; Impact</a:t>
            </a:r>
          </a:p>
        </p:txBody>
      </p:sp>
      <p:sp>
        <p:nvSpPr>
          <p:cNvPr id="44" name="Rectangle 3"/>
          <p:cNvSpPr>
            <a:spLocks noChangeArrowheads="1"/>
          </p:cNvSpPr>
          <p:nvPr/>
        </p:nvSpPr>
        <p:spPr bwMode="auto">
          <a:xfrm>
            <a:off x="6189782" y="2505575"/>
            <a:ext cx="5270168" cy="274751"/>
          </a:xfrm>
          <a:prstGeom prst="rect">
            <a:avLst/>
          </a:prstGeom>
          <a:solidFill>
            <a:srgbClr val="073262"/>
          </a:solidFill>
          <a:ln w="9525">
            <a:solidFill>
              <a:srgbClr val="DDDDDD"/>
            </a:solidFill>
            <a:miter lim="800000"/>
            <a:headEnd/>
            <a:tailEnd/>
          </a:ln>
          <a:effectLst/>
        </p:spPr>
        <p:txBody>
          <a:bodyPr wrap="none" anchor="ctr"/>
          <a:lstStyle/>
          <a:p>
            <a:pPr defTabSz="820738" eaLnBrk="0" hangingPunct="0"/>
            <a:r>
              <a:rPr lang="en-US" sz="1400" dirty="0">
                <a:solidFill>
                  <a:schemeClr val="bg1"/>
                </a:solidFill>
                <a:latin typeface="Georgia" panose="02040502050405020303" pitchFamily="18" charset="0"/>
              </a:rPr>
              <a:t>Milestone</a:t>
            </a:r>
          </a:p>
        </p:txBody>
      </p:sp>
      <p:graphicFrame>
        <p:nvGraphicFramePr>
          <p:cNvPr id="45" name="Table 44"/>
          <p:cNvGraphicFramePr>
            <a:graphicFrameLocks noGrp="1"/>
          </p:cNvGraphicFramePr>
          <p:nvPr/>
        </p:nvGraphicFramePr>
        <p:xfrm>
          <a:off x="6202576" y="2841797"/>
          <a:ext cx="5273106" cy="1143000"/>
        </p:xfrm>
        <a:graphic>
          <a:graphicData uri="http://schemas.openxmlformats.org/drawingml/2006/table">
            <a:tbl>
              <a:tblPr firstRow="1" bandRow="1">
                <a:tableStyleId>{93296810-A885-4BE3-A3E7-6D5BEEA58F35}</a:tableStyleId>
              </a:tblPr>
              <a:tblGrid>
                <a:gridCol w="1757702">
                  <a:extLst>
                    <a:ext uri="{9D8B030D-6E8A-4147-A177-3AD203B41FA5}">
                      <a16:colId xmlns:a16="http://schemas.microsoft.com/office/drawing/2014/main" val="20000"/>
                    </a:ext>
                  </a:extLst>
                </a:gridCol>
                <a:gridCol w="1757702">
                  <a:extLst>
                    <a:ext uri="{9D8B030D-6E8A-4147-A177-3AD203B41FA5}">
                      <a16:colId xmlns:a16="http://schemas.microsoft.com/office/drawing/2014/main" val="20001"/>
                    </a:ext>
                  </a:extLst>
                </a:gridCol>
                <a:gridCol w="1757702">
                  <a:extLst>
                    <a:ext uri="{9D8B030D-6E8A-4147-A177-3AD203B41FA5}">
                      <a16:colId xmlns:a16="http://schemas.microsoft.com/office/drawing/2014/main" val="20002"/>
                    </a:ext>
                  </a:extLst>
                </a:gridCol>
              </a:tblGrid>
              <a:tr h="195064">
                <a:tc>
                  <a:txBody>
                    <a:bodyPr/>
                    <a:lstStyle/>
                    <a:p>
                      <a:pPr algn="l"/>
                      <a:r>
                        <a:rPr lang="en-US" sz="900" kern="1200" dirty="0">
                          <a:latin typeface="Georgia" panose="02040502050405020303" pitchFamily="18" charset="0"/>
                        </a:rPr>
                        <a:t>Phase</a:t>
                      </a:r>
                      <a:endParaRPr lang="en-US" sz="900" b="0" kern="1200" dirty="0">
                        <a:solidFill>
                          <a:schemeClr val="tx1"/>
                        </a:solidFill>
                        <a:latin typeface="Georgia" panose="02040502050405020303" pitchFamily="18" charset="0"/>
                        <a:ea typeface="+mn-ea"/>
                        <a:cs typeface="+mn-cs"/>
                      </a:endParaRPr>
                    </a:p>
                  </a:txBody>
                  <a:tcPr/>
                </a:tc>
                <a:tc>
                  <a:txBody>
                    <a:bodyPr/>
                    <a:lstStyle/>
                    <a:p>
                      <a:pPr algn="l"/>
                      <a:r>
                        <a:rPr lang="en-US" sz="900" kern="1200" dirty="0">
                          <a:latin typeface="Georgia" panose="02040502050405020303" pitchFamily="18" charset="0"/>
                        </a:rPr>
                        <a:t>Planned date</a:t>
                      </a:r>
                      <a:endParaRPr lang="en-US" sz="900" b="0" kern="1200" dirty="0">
                        <a:solidFill>
                          <a:schemeClr val="tx1"/>
                        </a:solidFill>
                        <a:latin typeface="Georgia" panose="02040502050405020303" pitchFamily="18" charset="0"/>
                        <a:ea typeface="+mn-ea"/>
                        <a:cs typeface="+mn-cs"/>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900" kern="1200" dirty="0">
                          <a:latin typeface="Georgia" panose="02040502050405020303" pitchFamily="18" charset="0"/>
                        </a:rPr>
                        <a:t>Actual date(closed date)</a:t>
                      </a:r>
                      <a:endParaRPr lang="en-US" sz="900" b="0" kern="1200" dirty="0">
                        <a:solidFill>
                          <a:schemeClr val="tx1"/>
                        </a:solidFill>
                        <a:latin typeface="Georgia" panose="02040502050405020303" pitchFamily="18" charset="0"/>
                        <a:ea typeface="+mn-ea"/>
                        <a:cs typeface="+mn-cs"/>
                      </a:endParaRPr>
                    </a:p>
                  </a:txBody>
                  <a:tcPr/>
                </a:tc>
                <a:extLst>
                  <a:ext uri="{0D108BD9-81ED-4DB2-BD59-A6C34878D82A}">
                    <a16:rowId xmlns:a16="http://schemas.microsoft.com/office/drawing/2014/main" val="10000"/>
                  </a:ext>
                </a:extLst>
              </a:tr>
              <a:tr h="195064">
                <a:tc>
                  <a:txBody>
                    <a:bodyPr/>
                    <a:lstStyle/>
                    <a:p>
                      <a:pPr algn="l"/>
                      <a:r>
                        <a:rPr lang="en-US" sz="900" kern="1200" dirty="0">
                          <a:latin typeface="Georgia" panose="02040502050405020303" pitchFamily="18" charset="0"/>
                        </a:rPr>
                        <a:t>DEFINE</a:t>
                      </a:r>
                      <a:endParaRPr lang="en-US" sz="900" b="0" kern="1200" dirty="0">
                        <a:solidFill>
                          <a:schemeClr val="tx1"/>
                        </a:solidFill>
                        <a:latin typeface="Georgia" panose="02040502050405020303" pitchFamily="18" charset="0"/>
                        <a:ea typeface="+mn-ea"/>
                        <a:cs typeface="+mn-cs"/>
                      </a:endParaRPr>
                    </a:p>
                  </a:txBody>
                  <a:tcPr/>
                </a:tc>
                <a:tc>
                  <a:txBody>
                    <a:bodyPr/>
                    <a:lstStyle/>
                    <a:p>
                      <a:pPr algn="ctr"/>
                      <a:r>
                        <a:rPr lang="en-US" sz="900" b="0" kern="1200" dirty="0">
                          <a:solidFill>
                            <a:schemeClr val="tx1"/>
                          </a:solidFill>
                          <a:latin typeface="Georgia" panose="02040502050405020303" pitchFamily="18" charset="0"/>
                          <a:ea typeface="+mn-ea"/>
                          <a:cs typeface="+mn-cs"/>
                        </a:rPr>
                        <a:t>16.03.2021</a:t>
                      </a:r>
                    </a:p>
                  </a:txBody>
                  <a:tcPr/>
                </a:tc>
                <a:tc>
                  <a:txBody>
                    <a:bodyPr/>
                    <a:lstStyle/>
                    <a:p>
                      <a:pPr algn="ctr"/>
                      <a:r>
                        <a:rPr lang="en-US" sz="900" b="0" kern="1200" dirty="0">
                          <a:solidFill>
                            <a:schemeClr val="tx1"/>
                          </a:solidFill>
                          <a:latin typeface="Georgia" panose="02040502050405020303" pitchFamily="18" charset="0"/>
                          <a:ea typeface="+mn-ea"/>
                          <a:cs typeface="+mn-cs"/>
                        </a:rPr>
                        <a:t>16.03.2021</a:t>
                      </a:r>
                    </a:p>
                  </a:txBody>
                  <a:tcPr/>
                </a:tc>
                <a:extLst>
                  <a:ext uri="{0D108BD9-81ED-4DB2-BD59-A6C34878D82A}">
                    <a16:rowId xmlns:a16="http://schemas.microsoft.com/office/drawing/2014/main" val="10001"/>
                  </a:ext>
                </a:extLst>
              </a:tr>
              <a:tr h="195064">
                <a:tc>
                  <a:txBody>
                    <a:bodyPr/>
                    <a:lstStyle/>
                    <a:p>
                      <a:pPr algn="l"/>
                      <a:r>
                        <a:rPr lang="en-US" sz="900" kern="1200" dirty="0">
                          <a:latin typeface="Georgia" panose="02040502050405020303" pitchFamily="18" charset="0"/>
                        </a:rPr>
                        <a:t>DIAGNOSE</a:t>
                      </a:r>
                      <a:endParaRPr lang="en-US" sz="900" b="0" kern="1200" dirty="0">
                        <a:solidFill>
                          <a:schemeClr val="tx1"/>
                        </a:solidFill>
                        <a:latin typeface="Georgia" panose="02040502050405020303" pitchFamily="18" charset="0"/>
                        <a:ea typeface="+mn-ea"/>
                        <a:cs typeface="+mn-cs"/>
                      </a:endParaRPr>
                    </a:p>
                  </a:txBody>
                  <a:tcPr/>
                </a:tc>
                <a:tc>
                  <a:txBody>
                    <a:bodyPr/>
                    <a:lstStyle/>
                    <a:p>
                      <a:pPr algn="ctr"/>
                      <a:r>
                        <a:rPr lang="en-US" sz="900" b="0" kern="1200" dirty="0">
                          <a:solidFill>
                            <a:schemeClr val="tx1"/>
                          </a:solidFill>
                          <a:latin typeface="Georgia" panose="02040502050405020303" pitchFamily="18" charset="0"/>
                          <a:ea typeface="+mn-ea"/>
                          <a:cs typeface="+mn-cs"/>
                        </a:rPr>
                        <a:t>09.04.2021</a:t>
                      </a: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900" b="0" kern="1200" dirty="0">
                          <a:solidFill>
                            <a:schemeClr val="tx1"/>
                          </a:solidFill>
                          <a:latin typeface="Georgia" panose="02040502050405020303" pitchFamily="18" charset="0"/>
                          <a:ea typeface="+mn-ea"/>
                          <a:cs typeface="+mn-cs"/>
                        </a:rPr>
                        <a:t>09.04.2021</a:t>
                      </a:r>
                    </a:p>
                  </a:txBody>
                  <a:tcPr/>
                </a:tc>
                <a:extLst>
                  <a:ext uri="{0D108BD9-81ED-4DB2-BD59-A6C34878D82A}">
                    <a16:rowId xmlns:a16="http://schemas.microsoft.com/office/drawing/2014/main" val="10002"/>
                  </a:ext>
                </a:extLst>
              </a:tr>
              <a:tr h="195064">
                <a:tc>
                  <a:txBody>
                    <a:bodyPr/>
                    <a:lstStyle/>
                    <a:p>
                      <a:pPr algn="l"/>
                      <a:r>
                        <a:rPr lang="en-US" sz="900" kern="1200" dirty="0">
                          <a:latin typeface="Georgia" panose="02040502050405020303" pitchFamily="18" charset="0"/>
                        </a:rPr>
                        <a:t>DESIGN</a:t>
                      </a:r>
                      <a:endParaRPr lang="en-US" sz="900" b="0" kern="1200" dirty="0">
                        <a:solidFill>
                          <a:schemeClr val="tx1"/>
                        </a:solidFill>
                        <a:latin typeface="Georgia" panose="02040502050405020303" pitchFamily="18" charset="0"/>
                        <a:ea typeface="+mn-ea"/>
                        <a:cs typeface="+mn-cs"/>
                      </a:endParaRPr>
                    </a:p>
                  </a:txBody>
                  <a:tcPr/>
                </a:tc>
                <a:tc>
                  <a:txBody>
                    <a:bodyPr/>
                    <a:lstStyle/>
                    <a:p>
                      <a:pPr algn="ctr"/>
                      <a:r>
                        <a:rPr lang="en-US" sz="900" b="0" kern="1200" dirty="0">
                          <a:solidFill>
                            <a:schemeClr val="tx1"/>
                          </a:solidFill>
                          <a:latin typeface="Georgia" panose="02040502050405020303" pitchFamily="18" charset="0"/>
                          <a:ea typeface="+mn-ea"/>
                          <a:cs typeface="+mn-cs"/>
                        </a:rPr>
                        <a:t>30.04.2021</a:t>
                      </a: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900" b="0" kern="1200" dirty="0">
                          <a:solidFill>
                            <a:schemeClr val="tx1"/>
                          </a:solidFill>
                          <a:latin typeface="Georgia" panose="02040502050405020303" pitchFamily="18" charset="0"/>
                          <a:ea typeface="+mn-ea"/>
                          <a:cs typeface="+mn-cs"/>
                        </a:rPr>
                        <a:t>30.04.2021</a:t>
                      </a:r>
                    </a:p>
                  </a:txBody>
                  <a:tcPr/>
                </a:tc>
                <a:extLst>
                  <a:ext uri="{0D108BD9-81ED-4DB2-BD59-A6C34878D82A}">
                    <a16:rowId xmlns:a16="http://schemas.microsoft.com/office/drawing/2014/main" val="10003"/>
                  </a:ext>
                </a:extLst>
              </a:tr>
              <a:tr h="195064">
                <a:tc>
                  <a:txBody>
                    <a:bodyPr/>
                    <a:lstStyle/>
                    <a:p>
                      <a:pPr algn="l"/>
                      <a:r>
                        <a:rPr lang="en-US" sz="900" kern="1200" dirty="0">
                          <a:latin typeface="Georgia" panose="02040502050405020303" pitchFamily="18" charset="0"/>
                        </a:rPr>
                        <a:t>DEPLOY</a:t>
                      </a:r>
                      <a:endParaRPr lang="en-US" sz="900" b="0" kern="1200" dirty="0">
                        <a:solidFill>
                          <a:schemeClr val="tx1"/>
                        </a:solidFill>
                        <a:latin typeface="Georgia" panose="02040502050405020303" pitchFamily="18" charset="0"/>
                        <a:ea typeface="+mn-ea"/>
                        <a:cs typeface="+mn-cs"/>
                      </a:endParaRPr>
                    </a:p>
                  </a:txBody>
                  <a:tcPr/>
                </a:tc>
                <a:tc>
                  <a:txBody>
                    <a:bodyPr/>
                    <a:lstStyle/>
                    <a:p>
                      <a:pPr algn="ctr"/>
                      <a:r>
                        <a:rPr lang="en-US" sz="900" b="0" kern="1200" dirty="0">
                          <a:solidFill>
                            <a:schemeClr val="tx1"/>
                          </a:solidFill>
                          <a:latin typeface="Georgia" panose="02040502050405020303" pitchFamily="18" charset="0"/>
                          <a:ea typeface="+mn-ea"/>
                          <a:cs typeface="+mn-cs"/>
                        </a:rPr>
                        <a:t>20.07.2021</a:t>
                      </a: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900" b="0" kern="1200" dirty="0">
                          <a:solidFill>
                            <a:schemeClr val="tx1"/>
                          </a:solidFill>
                          <a:latin typeface="Georgia" panose="02040502050405020303" pitchFamily="18" charset="0"/>
                          <a:ea typeface="+mn-ea"/>
                          <a:cs typeface="+mn-cs"/>
                        </a:rPr>
                        <a:t>31.07.2021</a:t>
                      </a:r>
                    </a:p>
                  </a:txBody>
                  <a:tcPr/>
                </a:tc>
                <a:extLst>
                  <a:ext uri="{0D108BD9-81ED-4DB2-BD59-A6C34878D82A}">
                    <a16:rowId xmlns:a16="http://schemas.microsoft.com/office/drawing/2014/main" val="10004"/>
                  </a:ext>
                </a:extLst>
              </a:tr>
            </a:tbl>
          </a:graphicData>
        </a:graphic>
      </p:graphicFrame>
      <p:sp>
        <p:nvSpPr>
          <p:cNvPr id="46" name="Rectangle 3"/>
          <p:cNvSpPr>
            <a:spLocks noChangeArrowheads="1"/>
          </p:cNvSpPr>
          <p:nvPr/>
        </p:nvSpPr>
        <p:spPr bwMode="auto">
          <a:xfrm>
            <a:off x="6213259" y="4258270"/>
            <a:ext cx="5262424" cy="274751"/>
          </a:xfrm>
          <a:prstGeom prst="rect">
            <a:avLst/>
          </a:prstGeom>
          <a:solidFill>
            <a:srgbClr val="073262"/>
          </a:solidFill>
          <a:ln w="9525">
            <a:solidFill>
              <a:srgbClr val="DDDDDD"/>
            </a:solidFill>
            <a:miter lim="800000"/>
            <a:headEnd/>
            <a:tailEnd/>
          </a:ln>
          <a:effectLst/>
        </p:spPr>
        <p:txBody>
          <a:bodyPr wrap="none" anchor="ctr"/>
          <a:lstStyle/>
          <a:p>
            <a:pPr defTabSz="820738" eaLnBrk="0" hangingPunct="0"/>
            <a:r>
              <a:rPr lang="en-US" sz="1400" dirty="0">
                <a:solidFill>
                  <a:schemeClr val="bg1"/>
                </a:solidFill>
                <a:latin typeface="Georgia" panose="02040502050405020303" pitchFamily="18" charset="0"/>
              </a:rPr>
              <a:t>Key Stakeholders</a:t>
            </a:r>
          </a:p>
        </p:txBody>
      </p:sp>
      <p:sp>
        <p:nvSpPr>
          <p:cNvPr id="47" name="Rectangle 20"/>
          <p:cNvSpPr>
            <a:spLocks noChangeArrowheads="1"/>
          </p:cNvSpPr>
          <p:nvPr/>
        </p:nvSpPr>
        <p:spPr bwMode="auto">
          <a:xfrm>
            <a:off x="6202577" y="4544907"/>
            <a:ext cx="5273106" cy="1146993"/>
          </a:xfrm>
          <a:prstGeom prst="rect">
            <a:avLst/>
          </a:prstGeom>
          <a:solidFill>
            <a:srgbClr val="FFFFFF">
              <a:alpha val="79999"/>
            </a:srgbClr>
          </a:solidFill>
          <a:ln w="9525">
            <a:no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1440" tIns="45720" rIns="91440" bIns="45720" anchor="t"/>
          <a:lstStyle/>
          <a:p>
            <a:pPr marL="171450" indent="-171450">
              <a:spcBef>
                <a:spcPct val="20000"/>
              </a:spcBef>
              <a:buClr>
                <a:srgbClr val="002060"/>
              </a:buClr>
              <a:buSzPct val="90000"/>
              <a:buFont typeface="Arial" pitchFamily="34" charset="0"/>
              <a:buChar char="•"/>
            </a:pPr>
            <a:r>
              <a:rPr lang="en-US" sz="1000" dirty="0">
                <a:latin typeface="Georgia"/>
              </a:rPr>
              <a:t>Project </a:t>
            </a:r>
            <a:r>
              <a:rPr lang="en-US" sz="1000" b="0" dirty="0">
                <a:latin typeface="Georgia"/>
              </a:rPr>
              <a:t>Champion </a:t>
            </a:r>
            <a:r>
              <a:rPr lang="en-US" sz="1000" dirty="0">
                <a:latin typeface="Georgia"/>
              </a:rPr>
              <a:t> </a:t>
            </a:r>
            <a:endParaRPr lang="en-US"/>
          </a:p>
          <a:p>
            <a:pPr marL="171450" indent="-171450">
              <a:spcBef>
                <a:spcPct val="20000"/>
              </a:spcBef>
              <a:buClr>
                <a:srgbClr val="002060"/>
              </a:buClr>
              <a:buSzPct val="90000"/>
              <a:buFont typeface="Arial" pitchFamily="34" charset="0"/>
              <a:buChar char="•"/>
            </a:pPr>
            <a:r>
              <a:rPr lang="en-US" sz="1000" b="0" dirty="0">
                <a:latin typeface="Georgia"/>
              </a:rPr>
              <a:t>Project Sponsor</a:t>
            </a:r>
            <a:endParaRPr lang="en-US" sz="1000" b="0" dirty="0">
              <a:latin typeface="Georgia" panose="02040502050405020303" pitchFamily="18" charset="0"/>
            </a:endParaRPr>
          </a:p>
          <a:p>
            <a:pPr marL="171450" indent="-171450">
              <a:spcBef>
                <a:spcPct val="20000"/>
              </a:spcBef>
              <a:buClr>
                <a:srgbClr val="002060"/>
              </a:buClr>
              <a:buSzPct val="90000"/>
              <a:buFont typeface="Arial" pitchFamily="34" charset="0"/>
              <a:buChar char="•"/>
            </a:pPr>
            <a:r>
              <a:rPr lang="en-US" sz="1000" b="0" dirty="0">
                <a:latin typeface="Georgia"/>
              </a:rPr>
              <a:t>Mentor</a:t>
            </a:r>
          </a:p>
          <a:p>
            <a:pPr marL="171450" indent="-171450">
              <a:spcBef>
                <a:spcPct val="20000"/>
              </a:spcBef>
              <a:buClr>
                <a:srgbClr val="002060"/>
              </a:buClr>
              <a:buSzPct val="90000"/>
              <a:buFont typeface="Arial" pitchFamily="34" charset="0"/>
              <a:buChar char="•"/>
            </a:pPr>
            <a:r>
              <a:rPr lang="en-US" sz="1000" b="0" dirty="0">
                <a:latin typeface="Georgia"/>
              </a:rPr>
              <a:t>Project </a:t>
            </a:r>
            <a:r>
              <a:rPr lang="en-US" sz="1000" dirty="0">
                <a:latin typeface="Georgia"/>
              </a:rPr>
              <a:t>Leader</a:t>
            </a:r>
            <a:endParaRPr lang="en-US" sz="1000" b="0" dirty="0">
              <a:latin typeface="Georgia" panose="02040502050405020303" pitchFamily="18" charset="0"/>
            </a:endParaRPr>
          </a:p>
          <a:p>
            <a:pPr marL="171450" indent="-171450">
              <a:spcBef>
                <a:spcPct val="20000"/>
              </a:spcBef>
              <a:buClr>
                <a:srgbClr val="002060"/>
              </a:buClr>
              <a:buSzPct val="90000"/>
              <a:buFont typeface="Arial" pitchFamily="34" charset="0"/>
              <a:buChar char="•"/>
            </a:pPr>
            <a:r>
              <a:rPr lang="en-US" sz="1000" b="0" dirty="0">
                <a:latin typeface="Georgia"/>
              </a:rPr>
              <a:t>Team Members</a:t>
            </a:r>
          </a:p>
        </p:txBody>
      </p:sp>
      <p:sp>
        <p:nvSpPr>
          <p:cNvPr id="48" name="Rectangle 47"/>
          <p:cNvSpPr/>
          <p:nvPr/>
        </p:nvSpPr>
        <p:spPr>
          <a:xfrm>
            <a:off x="573769" y="1134694"/>
            <a:ext cx="11008632" cy="4952376"/>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0" name="Rectangle 49"/>
          <p:cNvSpPr/>
          <p:nvPr/>
        </p:nvSpPr>
        <p:spPr>
          <a:xfrm>
            <a:off x="572554" y="851481"/>
            <a:ext cx="528269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dirty="0">
                <a:solidFill>
                  <a:srgbClr val="073262"/>
                </a:solidFill>
                <a:latin typeface="Trebuchet MS" pitchFamily="34" charset="0"/>
                <a:ea typeface="MS PGothic" pitchFamily="34" charset="-128"/>
              </a:rPr>
              <a:t>Project Charter</a:t>
            </a:r>
          </a:p>
        </p:txBody>
      </p:sp>
      <p:pic>
        <p:nvPicPr>
          <p:cNvPr id="26" name="Picture 25"/>
          <p:cNvPicPr>
            <a:picLocks noChangeAspect="1"/>
          </p:cNvPicPr>
          <p:nvPr/>
        </p:nvPicPr>
        <p:blipFill>
          <a:blip r:embed="rId3" cstate="print">
            <a:biLevel thresh="75000"/>
            <a:extLst>
              <a:ext uri="{BEBA8EAE-BF5A-486C-A8C5-ECC9F3942E4B}">
                <a14:imgProps xmlns:a14="http://schemas.microsoft.com/office/drawing/2010/main">
                  <a14:imgLayer r:embed="rId4">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209800" y="848142"/>
            <a:ext cx="304800" cy="310323"/>
          </a:xfrm>
          <a:prstGeom prst="rect">
            <a:avLst/>
          </a:prstGeom>
          <a:noFill/>
        </p:spPr>
      </p:pic>
      <p:sp>
        <p:nvSpPr>
          <p:cNvPr id="20" name="AutoShape 8"/>
          <p:cNvSpPr>
            <a:spLocks noChangeArrowheads="1"/>
          </p:cNvSpPr>
          <p:nvPr/>
        </p:nvSpPr>
        <p:spPr bwMode="auto">
          <a:xfrm>
            <a:off x="0" y="70773"/>
            <a:ext cx="1814732" cy="416569"/>
          </a:xfrm>
          <a:prstGeom prst="chevron">
            <a:avLst>
              <a:gd name="adj" fmla="val 40576"/>
            </a:avLst>
          </a:prstGeom>
          <a:solidFill>
            <a:srgbClr val="EB3846"/>
          </a:solidFill>
          <a:ln>
            <a:noFill/>
          </a:ln>
          <a:effectLst/>
        </p:spPr>
        <p:txBody>
          <a:bodyPr wrap="none" anchor="ctr"/>
          <a:lstStyle>
            <a:lvl1pPr defTabSz="973138" eaLnBrk="0" hangingPunct="0">
              <a:tabLst>
                <a:tab pos="1374775" algn="l"/>
              </a:tabLst>
              <a:defRPr sz="1200">
                <a:solidFill>
                  <a:schemeClr val="tx1"/>
                </a:solidFill>
                <a:latin typeface="Arial" charset="0"/>
                <a:ea typeface="ＭＳ Ｐゴシック" pitchFamily="34" charset="-128"/>
              </a:defRPr>
            </a:lvl1pPr>
            <a:lvl2pPr marL="742950" indent="-285750" defTabSz="973138" eaLnBrk="0" hangingPunct="0">
              <a:tabLst>
                <a:tab pos="1374775" algn="l"/>
              </a:tabLst>
              <a:defRPr sz="1200">
                <a:solidFill>
                  <a:schemeClr val="tx1"/>
                </a:solidFill>
                <a:latin typeface="Arial" charset="0"/>
                <a:ea typeface="ＭＳ Ｐゴシック" pitchFamily="34" charset="-128"/>
              </a:defRPr>
            </a:lvl2pPr>
            <a:lvl3pPr marL="1143000" indent="-228600" defTabSz="973138" eaLnBrk="0" hangingPunct="0">
              <a:tabLst>
                <a:tab pos="1374775" algn="l"/>
              </a:tabLst>
              <a:defRPr sz="1200">
                <a:solidFill>
                  <a:schemeClr val="tx1"/>
                </a:solidFill>
                <a:latin typeface="Arial" charset="0"/>
                <a:ea typeface="ＭＳ Ｐゴシック" pitchFamily="34" charset="-128"/>
              </a:defRPr>
            </a:lvl3pPr>
            <a:lvl4pPr marL="1600200" indent="-228600" defTabSz="973138" eaLnBrk="0" hangingPunct="0">
              <a:tabLst>
                <a:tab pos="1374775" algn="l"/>
              </a:tabLst>
              <a:defRPr sz="1200">
                <a:solidFill>
                  <a:schemeClr val="tx1"/>
                </a:solidFill>
                <a:latin typeface="Arial" charset="0"/>
                <a:ea typeface="ＭＳ Ｐゴシック" pitchFamily="34" charset="-128"/>
              </a:defRPr>
            </a:lvl4pPr>
            <a:lvl5pPr marL="2057400" indent="-228600" defTabSz="973138" eaLnBrk="0" hangingPunct="0">
              <a:tabLst>
                <a:tab pos="1374775" algn="l"/>
              </a:tabLst>
              <a:defRPr sz="1200">
                <a:solidFill>
                  <a:schemeClr val="tx1"/>
                </a:solidFill>
                <a:latin typeface="Arial" charset="0"/>
                <a:ea typeface="ＭＳ Ｐゴシック" pitchFamily="34" charset="-128"/>
              </a:defRPr>
            </a:lvl5pPr>
            <a:lvl6pPr marL="25146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6pPr>
            <a:lvl7pPr marL="29718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7pPr>
            <a:lvl8pPr marL="34290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8pPr>
            <a:lvl9pPr marL="38862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9pPr>
          </a:lstStyle>
          <a:p>
            <a:pPr eaLnBrk="1" hangingPunct="1">
              <a:buClr>
                <a:srgbClr val="905500"/>
              </a:buClr>
            </a:pPr>
            <a:r>
              <a:rPr lang="en-US" altLang="en-US" sz="1800" b="1" dirty="0">
                <a:solidFill>
                  <a:schemeClr val="bg1"/>
                </a:solidFill>
              </a:rPr>
              <a:t>Define</a:t>
            </a:r>
          </a:p>
        </p:txBody>
      </p:sp>
      <p:sp>
        <p:nvSpPr>
          <p:cNvPr id="2" name="TextBox 1"/>
          <p:cNvSpPr txBox="1"/>
          <p:nvPr/>
        </p:nvSpPr>
        <p:spPr>
          <a:xfrm>
            <a:off x="613309" y="4955342"/>
            <a:ext cx="5257470" cy="369332"/>
          </a:xfrm>
          <a:prstGeom prst="rect">
            <a:avLst/>
          </a:prstGeom>
          <a:noFill/>
        </p:spPr>
        <p:txBody>
          <a:bodyPr wrap="square" rtlCol="0">
            <a:spAutoFit/>
          </a:bodyPr>
          <a:lstStyle/>
          <a:p>
            <a:endParaRPr lang="en-US" dirty="0"/>
          </a:p>
        </p:txBody>
      </p:sp>
      <p:sp>
        <p:nvSpPr>
          <p:cNvPr id="21" name="Rectangle 11"/>
          <p:cNvSpPr>
            <a:spLocks noChangeArrowheads="1"/>
          </p:cNvSpPr>
          <p:nvPr/>
        </p:nvSpPr>
        <p:spPr bwMode="auto">
          <a:xfrm>
            <a:off x="656587" y="5113379"/>
            <a:ext cx="5421498" cy="820616"/>
          </a:xfrm>
          <a:prstGeom prst="rect">
            <a:avLst/>
          </a:prstGeom>
          <a:ln w="6350">
            <a:noFill/>
          </a:ln>
        </p:spPr>
        <p:style>
          <a:lnRef idx="2">
            <a:schemeClr val="accent6"/>
          </a:lnRef>
          <a:fillRef idx="1">
            <a:schemeClr val="lt1"/>
          </a:fillRef>
          <a:effectRef idx="0">
            <a:schemeClr val="accent6"/>
          </a:effectRef>
          <a:fontRef idx="minor">
            <a:schemeClr val="dk1"/>
          </a:fontRef>
        </p:style>
        <p:txBody>
          <a:bodyPr/>
          <a:lstStyle/>
          <a:p>
            <a:pPr marL="171450" indent="-171450">
              <a:spcBef>
                <a:spcPct val="20000"/>
              </a:spcBef>
              <a:buClr>
                <a:srgbClr val="002060"/>
              </a:buClr>
              <a:buSzPct val="90000"/>
              <a:buFont typeface="Arial" panose="020B0604020202020204" pitchFamily="34" charset="0"/>
              <a:buChar char="•"/>
            </a:pPr>
            <a:r>
              <a:rPr lang="en-US" sz="800" dirty="0">
                <a:latin typeface="Georgia" panose="02040502050405020303" pitchFamily="18" charset="0"/>
              </a:rPr>
              <a:t>Total business impact is estimated at 97,336.37 $</a:t>
            </a:r>
          </a:p>
          <a:p>
            <a:pPr marL="171450" indent="-171450">
              <a:spcBef>
                <a:spcPct val="20000"/>
              </a:spcBef>
              <a:buClr>
                <a:srgbClr val="002060"/>
              </a:buClr>
              <a:buSzPct val="90000"/>
              <a:buFont typeface="Arial" panose="020B0604020202020204" pitchFamily="34" charset="0"/>
              <a:buChar char="•"/>
            </a:pPr>
            <a:r>
              <a:rPr lang="en-US" sz="800" dirty="0">
                <a:latin typeface="Georgia" panose="02040502050405020303" pitchFamily="18" charset="0"/>
              </a:rPr>
              <a:t>Improving the company’s image on the market can bring new contracts and partnerships.</a:t>
            </a:r>
          </a:p>
          <a:p>
            <a:pPr marL="171450" indent="-171450">
              <a:spcBef>
                <a:spcPct val="20000"/>
              </a:spcBef>
              <a:buClr>
                <a:srgbClr val="002060"/>
              </a:buClr>
              <a:buSzPct val="90000"/>
              <a:buFont typeface="Arial" panose="020B0604020202020204" pitchFamily="34" charset="0"/>
              <a:buChar char="•"/>
            </a:pPr>
            <a:r>
              <a:rPr lang="en-US" sz="800" dirty="0">
                <a:latin typeface="Georgia" panose="02040502050405020303" pitchFamily="18" charset="0"/>
              </a:rPr>
              <a:t>Reduction of helpdesk queries. POT has a direct impact on the helpdesk queries. (In average, 20% of the total queries are related to payment).</a:t>
            </a:r>
          </a:p>
          <a:p>
            <a:pPr marL="171450" indent="-171450">
              <a:spcBef>
                <a:spcPct val="20000"/>
              </a:spcBef>
              <a:buClr>
                <a:srgbClr val="002060"/>
              </a:buClr>
              <a:buSzPct val="90000"/>
              <a:buFont typeface="Arial" panose="020B0604020202020204" pitchFamily="34" charset="0"/>
              <a:buChar char="•"/>
            </a:pPr>
            <a:r>
              <a:rPr lang="en-US" sz="800" dirty="0">
                <a:latin typeface="Georgia" panose="02040502050405020303" pitchFamily="18" charset="0"/>
              </a:rPr>
              <a:t>In addition, improving the POT may lead to a reduction of 24 hours/year from the FTE activity</a:t>
            </a:r>
          </a:p>
        </p:txBody>
      </p:sp>
    </p:spTree>
    <p:extLst>
      <p:ext uri="{BB962C8B-B14F-4D97-AF65-F5344CB8AC3E}">
        <p14:creationId xmlns:p14="http://schemas.microsoft.com/office/powerpoint/2010/main" val="45356301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p:cNvGraphicFramePr>
            <a:graphicFrameLocks noGrp="1"/>
          </p:cNvGraphicFramePr>
          <p:nvPr/>
        </p:nvGraphicFramePr>
        <p:xfrm>
          <a:off x="318441" y="4800032"/>
          <a:ext cx="1414239" cy="502920"/>
        </p:xfrm>
        <a:graphic>
          <a:graphicData uri="http://schemas.openxmlformats.org/drawingml/2006/table">
            <a:tbl>
              <a:tblPr firstRow="1" bandRow="1">
                <a:tableStyleId>{68D230F3-CF80-4859-8CE7-A43EE81993B5}</a:tableStyleId>
              </a:tblPr>
              <a:tblGrid>
                <a:gridCol w="399967">
                  <a:extLst>
                    <a:ext uri="{9D8B030D-6E8A-4147-A177-3AD203B41FA5}">
                      <a16:colId xmlns:a16="http://schemas.microsoft.com/office/drawing/2014/main" val="20000"/>
                    </a:ext>
                  </a:extLst>
                </a:gridCol>
                <a:gridCol w="1014272">
                  <a:extLst>
                    <a:ext uri="{9D8B030D-6E8A-4147-A177-3AD203B41FA5}">
                      <a16:colId xmlns:a16="http://schemas.microsoft.com/office/drawing/2014/main" val="20001"/>
                    </a:ext>
                  </a:extLst>
                </a:gridCol>
              </a:tblGrid>
              <a:tr h="200144">
                <a:tc>
                  <a:txBody>
                    <a:bodyPr/>
                    <a:lstStyle/>
                    <a:p>
                      <a:endParaRPr lang="en-US" sz="1050" dirty="0"/>
                    </a:p>
                  </a:txBody>
                  <a:tcPr/>
                </a:tc>
                <a:tc>
                  <a:txBody>
                    <a:bodyPr/>
                    <a:lstStyle/>
                    <a:p>
                      <a:pPr marL="0" algn="l" defTabSz="914400" rtl="0" eaLnBrk="1" latinLnBrk="0" hangingPunct="1"/>
                      <a:r>
                        <a:rPr lang="en-US" sz="900" b="0" kern="1200" dirty="0"/>
                        <a:t>Manual</a:t>
                      </a:r>
                      <a:endParaRPr lang="en-US" sz="900" b="0" kern="1200" dirty="0">
                        <a:solidFill>
                          <a:schemeClr val="dk1"/>
                        </a:solidFill>
                        <a:latin typeface="+mn-lt"/>
                        <a:ea typeface="+mn-ea"/>
                        <a:cs typeface="+mn-cs"/>
                      </a:endParaRPr>
                    </a:p>
                  </a:txBody>
                  <a:tcPr/>
                </a:tc>
                <a:extLst>
                  <a:ext uri="{0D108BD9-81ED-4DB2-BD59-A6C34878D82A}">
                    <a16:rowId xmlns:a16="http://schemas.microsoft.com/office/drawing/2014/main" val="10000"/>
                  </a:ext>
                </a:extLst>
              </a:tr>
              <a:tr h="200144">
                <a:tc>
                  <a:txBody>
                    <a:bodyPr/>
                    <a:lstStyle/>
                    <a:p>
                      <a:endParaRPr lang="en-US" sz="1050" dirty="0"/>
                    </a:p>
                  </a:txBody>
                  <a:tcPr/>
                </a:tc>
                <a:tc>
                  <a:txBody>
                    <a:bodyPr/>
                    <a:lstStyle/>
                    <a:p>
                      <a:r>
                        <a:rPr lang="en-US" sz="900" dirty="0"/>
                        <a:t>Automated</a:t>
                      </a:r>
                    </a:p>
                  </a:txBody>
                  <a:tcPr/>
                </a:tc>
                <a:extLst>
                  <a:ext uri="{0D108BD9-81ED-4DB2-BD59-A6C34878D82A}">
                    <a16:rowId xmlns:a16="http://schemas.microsoft.com/office/drawing/2014/main" val="10001"/>
                  </a:ext>
                </a:extLst>
              </a:tr>
            </a:tbl>
          </a:graphicData>
        </a:graphic>
      </p:graphicFrame>
      <p:cxnSp>
        <p:nvCxnSpPr>
          <p:cNvPr id="10" name="Straight Connector 9"/>
          <p:cNvCxnSpPr/>
          <p:nvPr/>
        </p:nvCxnSpPr>
        <p:spPr bwMode="auto">
          <a:xfrm flipH="1">
            <a:off x="5964290" y="2052619"/>
            <a:ext cx="17406" cy="1756813"/>
          </a:xfrm>
          <a:prstGeom prst="line">
            <a:avLst/>
          </a:prstGeom>
          <a:noFill/>
          <a:ln w="9525" cap="flat" cmpd="sng" algn="ctr">
            <a:solidFill>
              <a:srgbClr val="0069AA">
                <a:shade val="95000"/>
                <a:satMod val="105000"/>
              </a:srgbClr>
            </a:solidFill>
            <a:prstDash val="solid"/>
            <a:headEnd type="none" w="sm" len="sm"/>
            <a:tailEnd type="oval" w="sm" len="sm"/>
          </a:ln>
          <a:effectLst/>
        </p:spPr>
      </p:cxnSp>
      <p:grpSp>
        <p:nvGrpSpPr>
          <p:cNvPr id="11" name="Group 10"/>
          <p:cNvGrpSpPr/>
          <p:nvPr/>
        </p:nvGrpSpPr>
        <p:grpSpPr>
          <a:xfrm>
            <a:off x="2288141" y="1784271"/>
            <a:ext cx="978439" cy="567762"/>
            <a:chOff x="452485" y="1283420"/>
            <a:chExt cx="1489437" cy="715062"/>
          </a:xfrm>
        </p:grpSpPr>
        <p:sp>
          <p:nvSpPr>
            <p:cNvPr id="12" name="Round Single Corner Rectangle 3"/>
            <p:cNvSpPr/>
            <p:nvPr/>
          </p:nvSpPr>
          <p:spPr bwMode="auto">
            <a:xfrm>
              <a:off x="537328" y="1376313"/>
              <a:ext cx="1404594" cy="622169"/>
            </a:xfrm>
            <a:custGeom>
              <a:avLst/>
              <a:gdLst>
                <a:gd name="connsiteX0" fmla="*/ 0 w 1404594"/>
                <a:gd name="connsiteY0" fmla="*/ 0 h 622169"/>
                <a:gd name="connsiteX1" fmla="*/ 1300897 w 1404594"/>
                <a:gd name="connsiteY1" fmla="*/ 0 h 622169"/>
                <a:gd name="connsiteX2" fmla="*/ 1404594 w 1404594"/>
                <a:gd name="connsiteY2" fmla="*/ 103697 h 622169"/>
                <a:gd name="connsiteX3" fmla="*/ 1404594 w 1404594"/>
                <a:gd name="connsiteY3" fmla="*/ 622169 h 622169"/>
                <a:gd name="connsiteX4" fmla="*/ 0 w 1404594"/>
                <a:gd name="connsiteY4" fmla="*/ 622169 h 622169"/>
                <a:gd name="connsiteX5" fmla="*/ 0 w 1404594"/>
                <a:gd name="connsiteY5" fmla="*/ 0 h 622169"/>
                <a:gd name="connsiteX0" fmla="*/ 0 w 1404594"/>
                <a:gd name="connsiteY0" fmla="*/ 263951 h 622169"/>
                <a:gd name="connsiteX1" fmla="*/ 1300897 w 1404594"/>
                <a:gd name="connsiteY1" fmla="*/ 0 h 622169"/>
                <a:gd name="connsiteX2" fmla="*/ 1404594 w 1404594"/>
                <a:gd name="connsiteY2" fmla="*/ 103697 h 622169"/>
                <a:gd name="connsiteX3" fmla="*/ 1404594 w 1404594"/>
                <a:gd name="connsiteY3" fmla="*/ 622169 h 622169"/>
                <a:gd name="connsiteX4" fmla="*/ 0 w 1404594"/>
                <a:gd name="connsiteY4" fmla="*/ 622169 h 622169"/>
                <a:gd name="connsiteX5" fmla="*/ 0 w 1404594"/>
                <a:gd name="connsiteY5" fmla="*/ 263951 h 622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4594" h="622169">
                  <a:moveTo>
                    <a:pt x="0" y="263951"/>
                  </a:moveTo>
                  <a:cubicBezTo>
                    <a:pt x="433632" y="263951"/>
                    <a:pt x="867265" y="0"/>
                    <a:pt x="1300897" y="0"/>
                  </a:cubicBezTo>
                  <a:cubicBezTo>
                    <a:pt x="1358167" y="0"/>
                    <a:pt x="1404594" y="46427"/>
                    <a:pt x="1404594" y="103697"/>
                  </a:cubicBezTo>
                  <a:lnTo>
                    <a:pt x="1404594" y="622169"/>
                  </a:lnTo>
                  <a:lnTo>
                    <a:pt x="0" y="622169"/>
                  </a:lnTo>
                  <a:lnTo>
                    <a:pt x="0" y="263951"/>
                  </a:lnTo>
                  <a:close/>
                </a:path>
              </a:pathLst>
            </a:custGeom>
            <a:pattFill prst="ltUpDiag">
              <a:fgClr>
                <a:srgbClr val="9C9E9F">
                  <a:lumMod val="75000"/>
                </a:srgbClr>
              </a:fgClr>
              <a:bgClr>
                <a:srgbClr val="FFFFFF"/>
              </a:bgClr>
            </a:pattFill>
            <a:ln w="9525" cap="flat" cmpd="sng" algn="ctr">
              <a:noFill/>
              <a:prstDash val="solid"/>
              <a:headEnd type="none" w="med" len="med"/>
              <a:tailEnd type="none" w="med" len="med"/>
            </a:ln>
            <a:effectLst/>
          </p:spPr>
          <p:txBody>
            <a:bodyPr rtlCol="0" anchor="ctr"/>
            <a:lstStyle/>
            <a:p>
              <a:pPr algn="ctr" defTabSz="1275079" fontAlgn="base">
                <a:spcBef>
                  <a:spcPct val="0"/>
                </a:spcBef>
                <a:spcAft>
                  <a:spcPct val="0"/>
                </a:spcAft>
              </a:pPr>
              <a:endParaRPr lang="en-US" sz="1200" b="1" kern="0" dirty="0">
                <a:solidFill>
                  <a:srgbClr val="1D1D1B"/>
                </a:solidFill>
                <a:latin typeface="Arial"/>
                <a:ea typeface="ＭＳ Ｐゴシック"/>
              </a:endParaRPr>
            </a:p>
            <a:p>
              <a:pPr algn="ctr" defTabSz="1275079" fontAlgn="base">
                <a:spcBef>
                  <a:spcPct val="0"/>
                </a:spcBef>
                <a:spcAft>
                  <a:spcPct val="0"/>
                </a:spcAft>
              </a:pPr>
              <a:r>
                <a:rPr lang="en-US" sz="1200" b="1" kern="0" dirty="0">
                  <a:solidFill>
                    <a:srgbClr val="3478B6"/>
                  </a:solidFill>
                  <a:latin typeface="Trebuchet MS"/>
                  <a:ea typeface="ＭＳ Ｐゴシック"/>
                  <a:cs typeface="+mj-cs"/>
                </a:rPr>
                <a:t>Customer</a:t>
              </a:r>
            </a:p>
          </p:txBody>
        </p:sp>
        <p:sp>
          <p:nvSpPr>
            <p:cNvPr id="13" name="Rectangle 12"/>
            <p:cNvSpPr/>
            <p:nvPr/>
          </p:nvSpPr>
          <p:spPr>
            <a:xfrm>
              <a:off x="452485" y="1283420"/>
              <a:ext cx="357408" cy="285793"/>
            </a:xfrm>
            <a:prstGeom prst="rect">
              <a:avLst/>
            </a:prstGeom>
          </p:spPr>
          <p:txBody>
            <a:bodyPr wrap="none">
              <a:spAutoFit/>
            </a:bodyPr>
            <a:lstStyle/>
            <a:p>
              <a:pPr defTabSz="1275079" fontAlgn="base">
                <a:spcBef>
                  <a:spcPct val="0"/>
                </a:spcBef>
                <a:spcAft>
                  <a:spcPct val="0"/>
                </a:spcAft>
              </a:pPr>
              <a:r>
                <a:rPr lang="en-US" sz="2000" b="1" kern="0" dirty="0">
                  <a:solidFill>
                    <a:srgbClr val="1D1D1B">
                      <a:lumMod val="75000"/>
                    </a:srgbClr>
                  </a:solidFill>
                  <a:latin typeface="Trebuchet MS"/>
                </a:rPr>
                <a:t>C</a:t>
              </a:r>
              <a:endParaRPr lang="en-US" sz="1400" b="1" kern="0" dirty="0">
                <a:solidFill>
                  <a:srgbClr val="1D1D1B">
                    <a:lumMod val="75000"/>
                  </a:srgbClr>
                </a:solidFill>
              </a:endParaRPr>
            </a:p>
          </p:txBody>
        </p:sp>
      </p:grpSp>
      <p:grpSp>
        <p:nvGrpSpPr>
          <p:cNvPr id="14" name="Group 13"/>
          <p:cNvGrpSpPr/>
          <p:nvPr/>
        </p:nvGrpSpPr>
        <p:grpSpPr>
          <a:xfrm>
            <a:off x="3748996" y="1410764"/>
            <a:ext cx="853979" cy="944424"/>
            <a:chOff x="452485" y="1283420"/>
            <a:chExt cx="1506134" cy="1026617"/>
          </a:xfrm>
        </p:grpSpPr>
        <p:sp>
          <p:nvSpPr>
            <p:cNvPr id="15" name="Round Single Corner Rectangle 3"/>
            <p:cNvSpPr/>
            <p:nvPr/>
          </p:nvSpPr>
          <p:spPr bwMode="auto">
            <a:xfrm>
              <a:off x="554025" y="1687868"/>
              <a:ext cx="1404594" cy="622169"/>
            </a:xfrm>
            <a:custGeom>
              <a:avLst/>
              <a:gdLst>
                <a:gd name="connsiteX0" fmla="*/ 0 w 1404594"/>
                <a:gd name="connsiteY0" fmla="*/ 0 h 622169"/>
                <a:gd name="connsiteX1" fmla="*/ 1300897 w 1404594"/>
                <a:gd name="connsiteY1" fmla="*/ 0 h 622169"/>
                <a:gd name="connsiteX2" fmla="*/ 1404594 w 1404594"/>
                <a:gd name="connsiteY2" fmla="*/ 103697 h 622169"/>
                <a:gd name="connsiteX3" fmla="*/ 1404594 w 1404594"/>
                <a:gd name="connsiteY3" fmla="*/ 622169 h 622169"/>
                <a:gd name="connsiteX4" fmla="*/ 0 w 1404594"/>
                <a:gd name="connsiteY4" fmla="*/ 622169 h 622169"/>
                <a:gd name="connsiteX5" fmla="*/ 0 w 1404594"/>
                <a:gd name="connsiteY5" fmla="*/ 0 h 622169"/>
                <a:gd name="connsiteX0" fmla="*/ 0 w 1404594"/>
                <a:gd name="connsiteY0" fmla="*/ 263951 h 622169"/>
                <a:gd name="connsiteX1" fmla="*/ 1300897 w 1404594"/>
                <a:gd name="connsiteY1" fmla="*/ 0 h 622169"/>
                <a:gd name="connsiteX2" fmla="*/ 1404594 w 1404594"/>
                <a:gd name="connsiteY2" fmla="*/ 103697 h 622169"/>
                <a:gd name="connsiteX3" fmla="*/ 1404594 w 1404594"/>
                <a:gd name="connsiteY3" fmla="*/ 622169 h 622169"/>
                <a:gd name="connsiteX4" fmla="*/ 0 w 1404594"/>
                <a:gd name="connsiteY4" fmla="*/ 622169 h 622169"/>
                <a:gd name="connsiteX5" fmla="*/ 0 w 1404594"/>
                <a:gd name="connsiteY5" fmla="*/ 263951 h 622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4594" h="622169">
                  <a:moveTo>
                    <a:pt x="0" y="263951"/>
                  </a:moveTo>
                  <a:cubicBezTo>
                    <a:pt x="433632" y="263951"/>
                    <a:pt x="867265" y="0"/>
                    <a:pt x="1300897" y="0"/>
                  </a:cubicBezTo>
                  <a:cubicBezTo>
                    <a:pt x="1358167" y="0"/>
                    <a:pt x="1404594" y="46427"/>
                    <a:pt x="1404594" y="103697"/>
                  </a:cubicBezTo>
                  <a:lnTo>
                    <a:pt x="1404594" y="622169"/>
                  </a:lnTo>
                  <a:lnTo>
                    <a:pt x="0" y="622169"/>
                  </a:lnTo>
                  <a:lnTo>
                    <a:pt x="0" y="263951"/>
                  </a:lnTo>
                  <a:close/>
                </a:path>
              </a:pathLst>
            </a:custGeom>
            <a:pattFill prst="ltUpDiag">
              <a:fgClr>
                <a:srgbClr val="9C9E9F">
                  <a:lumMod val="75000"/>
                </a:srgbClr>
              </a:fgClr>
              <a:bgClr>
                <a:srgbClr val="FFFFFF"/>
              </a:bgClr>
            </a:pattFill>
            <a:ln w="9525" cap="flat" cmpd="sng" algn="ctr">
              <a:noFill/>
              <a:prstDash val="solid"/>
              <a:headEnd type="none" w="med" len="med"/>
              <a:tailEnd type="none" w="med" len="med"/>
            </a:ln>
            <a:effectLst/>
          </p:spPr>
          <p:txBody>
            <a:bodyPr rtlCol="0" anchor="ctr"/>
            <a:lstStyle/>
            <a:p>
              <a:pPr algn="ctr" defTabSz="1275079" fontAlgn="base">
                <a:spcBef>
                  <a:spcPct val="0"/>
                </a:spcBef>
                <a:spcAft>
                  <a:spcPct val="0"/>
                </a:spcAft>
              </a:pPr>
              <a:endParaRPr lang="en-US" sz="1100" b="1" kern="0" dirty="0">
                <a:solidFill>
                  <a:srgbClr val="1D1D1B"/>
                </a:solidFill>
                <a:latin typeface="Arial"/>
                <a:ea typeface="ＭＳ Ｐゴシック"/>
              </a:endParaRPr>
            </a:p>
            <a:p>
              <a:pPr algn="ctr" defTabSz="1275079" fontAlgn="base">
                <a:spcBef>
                  <a:spcPct val="0"/>
                </a:spcBef>
                <a:spcAft>
                  <a:spcPct val="0"/>
                </a:spcAft>
              </a:pPr>
              <a:r>
                <a:rPr lang="en-US" sz="1200" b="1" kern="0" dirty="0">
                  <a:solidFill>
                    <a:srgbClr val="3478B6"/>
                  </a:solidFill>
                  <a:latin typeface="Trebuchet MS"/>
                  <a:ea typeface="ＭＳ Ｐゴシック"/>
                  <a:cs typeface="+mj-cs"/>
                </a:rPr>
                <a:t>Output</a:t>
              </a:r>
            </a:p>
          </p:txBody>
        </p:sp>
        <p:sp>
          <p:nvSpPr>
            <p:cNvPr id="16" name="Rectangle 15"/>
            <p:cNvSpPr/>
            <p:nvPr/>
          </p:nvSpPr>
          <p:spPr>
            <a:xfrm>
              <a:off x="452485" y="1283420"/>
              <a:ext cx="611234" cy="401475"/>
            </a:xfrm>
            <a:prstGeom prst="rect">
              <a:avLst/>
            </a:prstGeom>
          </p:spPr>
          <p:txBody>
            <a:bodyPr wrap="none">
              <a:spAutoFit/>
            </a:bodyPr>
            <a:lstStyle/>
            <a:p>
              <a:pPr defTabSz="1275079" fontAlgn="base">
                <a:spcBef>
                  <a:spcPct val="0"/>
                </a:spcBef>
                <a:spcAft>
                  <a:spcPct val="0"/>
                </a:spcAft>
              </a:pPr>
              <a:r>
                <a:rPr lang="en-US" b="1" kern="0" dirty="0">
                  <a:solidFill>
                    <a:srgbClr val="1D1D1B">
                      <a:lumMod val="75000"/>
                    </a:srgbClr>
                  </a:solidFill>
                  <a:latin typeface="Trebuchet MS"/>
                </a:rPr>
                <a:t>O</a:t>
              </a:r>
              <a:endParaRPr lang="en-US" sz="1200" b="1" kern="0" dirty="0">
                <a:solidFill>
                  <a:srgbClr val="1D1D1B">
                    <a:lumMod val="75000"/>
                  </a:srgbClr>
                </a:solidFill>
              </a:endParaRPr>
            </a:p>
          </p:txBody>
        </p:sp>
      </p:grpSp>
      <p:grpSp>
        <p:nvGrpSpPr>
          <p:cNvPr id="17" name="Group 16"/>
          <p:cNvGrpSpPr/>
          <p:nvPr/>
        </p:nvGrpSpPr>
        <p:grpSpPr>
          <a:xfrm>
            <a:off x="5326063" y="1445382"/>
            <a:ext cx="1256553" cy="574300"/>
            <a:chOff x="452485" y="1283420"/>
            <a:chExt cx="1489437" cy="715062"/>
          </a:xfrm>
        </p:grpSpPr>
        <p:sp>
          <p:nvSpPr>
            <p:cNvPr id="18" name="Round Single Corner Rectangle 3"/>
            <p:cNvSpPr/>
            <p:nvPr/>
          </p:nvSpPr>
          <p:spPr bwMode="auto">
            <a:xfrm>
              <a:off x="537328" y="1376313"/>
              <a:ext cx="1404594" cy="622169"/>
            </a:xfrm>
            <a:custGeom>
              <a:avLst/>
              <a:gdLst>
                <a:gd name="connsiteX0" fmla="*/ 0 w 1404594"/>
                <a:gd name="connsiteY0" fmla="*/ 0 h 622169"/>
                <a:gd name="connsiteX1" fmla="*/ 1300897 w 1404594"/>
                <a:gd name="connsiteY1" fmla="*/ 0 h 622169"/>
                <a:gd name="connsiteX2" fmla="*/ 1404594 w 1404594"/>
                <a:gd name="connsiteY2" fmla="*/ 103697 h 622169"/>
                <a:gd name="connsiteX3" fmla="*/ 1404594 w 1404594"/>
                <a:gd name="connsiteY3" fmla="*/ 622169 h 622169"/>
                <a:gd name="connsiteX4" fmla="*/ 0 w 1404594"/>
                <a:gd name="connsiteY4" fmla="*/ 622169 h 622169"/>
                <a:gd name="connsiteX5" fmla="*/ 0 w 1404594"/>
                <a:gd name="connsiteY5" fmla="*/ 0 h 622169"/>
                <a:gd name="connsiteX0" fmla="*/ 0 w 1404594"/>
                <a:gd name="connsiteY0" fmla="*/ 263951 h 622169"/>
                <a:gd name="connsiteX1" fmla="*/ 1300897 w 1404594"/>
                <a:gd name="connsiteY1" fmla="*/ 0 h 622169"/>
                <a:gd name="connsiteX2" fmla="*/ 1404594 w 1404594"/>
                <a:gd name="connsiteY2" fmla="*/ 103697 h 622169"/>
                <a:gd name="connsiteX3" fmla="*/ 1404594 w 1404594"/>
                <a:gd name="connsiteY3" fmla="*/ 622169 h 622169"/>
                <a:gd name="connsiteX4" fmla="*/ 0 w 1404594"/>
                <a:gd name="connsiteY4" fmla="*/ 622169 h 622169"/>
                <a:gd name="connsiteX5" fmla="*/ 0 w 1404594"/>
                <a:gd name="connsiteY5" fmla="*/ 263951 h 622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4594" h="622169">
                  <a:moveTo>
                    <a:pt x="0" y="263951"/>
                  </a:moveTo>
                  <a:cubicBezTo>
                    <a:pt x="433632" y="263951"/>
                    <a:pt x="867265" y="0"/>
                    <a:pt x="1300897" y="0"/>
                  </a:cubicBezTo>
                  <a:cubicBezTo>
                    <a:pt x="1358167" y="0"/>
                    <a:pt x="1404594" y="46427"/>
                    <a:pt x="1404594" y="103697"/>
                  </a:cubicBezTo>
                  <a:lnTo>
                    <a:pt x="1404594" y="622169"/>
                  </a:lnTo>
                  <a:lnTo>
                    <a:pt x="0" y="622169"/>
                  </a:lnTo>
                  <a:lnTo>
                    <a:pt x="0" y="263951"/>
                  </a:lnTo>
                  <a:close/>
                </a:path>
              </a:pathLst>
            </a:custGeom>
            <a:pattFill prst="ltUpDiag">
              <a:fgClr>
                <a:srgbClr val="9C9E9F">
                  <a:lumMod val="75000"/>
                </a:srgbClr>
              </a:fgClr>
              <a:bgClr>
                <a:srgbClr val="FFFFFF"/>
              </a:bgClr>
            </a:pattFill>
            <a:ln w="9525" cap="flat" cmpd="sng" algn="ctr">
              <a:noFill/>
              <a:prstDash val="solid"/>
              <a:headEnd type="none" w="med" len="med"/>
              <a:tailEnd type="none" w="med" len="med"/>
            </a:ln>
            <a:effectLst/>
          </p:spPr>
          <p:txBody>
            <a:bodyPr rtlCol="0" anchor="ctr"/>
            <a:lstStyle/>
            <a:p>
              <a:pPr algn="ctr" defTabSz="1275079" fontAlgn="base">
                <a:spcBef>
                  <a:spcPct val="0"/>
                </a:spcBef>
                <a:spcAft>
                  <a:spcPct val="0"/>
                </a:spcAft>
              </a:pPr>
              <a:endParaRPr lang="en-US" sz="1050" b="1" kern="0" dirty="0">
                <a:solidFill>
                  <a:srgbClr val="1D1D1B"/>
                </a:solidFill>
                <a:latin typeface="Arial"/>
                <a:ea typeface="ＭＳ Ｐゴシック"/>
              </a:endParaRPr>
            </a:p>
            <a:p>
              <a:pPr algn="ctr" defTabSz="1275079" fontAlgn="base">
                <a:spcBef>
                  <a:spcPct val="0"/>
                </a:spcBef>
                <a:spcAft>
                  <a:spcPct val="0"/>
                </a:spcAft>
              </a:pPr>
              <a:r>
                <a:rPr lang="en-US" sz="1200" b="1" kern="0" dirty="0">
                  <a:solidFill>
                    <a:srgbClr val="3478B6"/>
                  </a:solidFill>
                  <a:latin typeface="Trebuchet MS"/>
                  <a:ea typeface="ＭＳ Ｐゴシック"/>
                  <a:cs typeface="+mj-cs"/>
                </a:rPr>
                <a:t>Process</a:t>
              </a:r>
            </a:p>
          </p:txBody>
        </p:sp>
        <p:sp>
          <p:nvSpPr>
            <p:cNvPr id="19" name="Rectangle 18"/>
            <p:cNvSpPr/>
            <p:nvPr/>
          </p:nvSpPr>
          <p:spPr>
            <a:xfrm>
              <a:off x="452485" y="1283420"/>
              <a:ext cx="350702" cy="285793"/>
            </a:xfrm>
            <a:prstGeom prst="rect">
              <a:avLst/>
            </a:prstGeom>
          </p:spPr>
          <p:txBody>
            <a:bodyPr wrap="none">
              <a:spAutoFit/>
            </a:bodyPr>
            <a:lstStyle/>
            <a:p>
              <a:pPr defTabSz="1275079" fontAlgn="base">
                <a:spcBef>
                  <a:spcPct val="0"/>
                </a:spcBef>
                <a:spcAft>
                  <a:spcPct val="0"/>
                </a:spcAft>
              </a:pPr>
              <a:r>
                <a:rPr lang="en-US" sz="2000" b="1" kern="0" dirty="0">
                  <a:solidFill>
                    <a:srgbClr val="1D1D1B">
                      <a:lumMod val="75000"/>
                    </a:srgbClr>
                  </a:solidFill>
                  <a:latin typeface="Trebuchet MS"/>
                </a:rPr>
                <a:t>P</a:t>
              </a:r>
              <a:endParaRPr lang="en-US" sz="1400" b="1" kern="0" dirty="0">
                <a:solidFill>
                  <a:srgbClr val="1D1D1B">
                    <a:lumMod val="75000"/>
                  </a:srgbClr>
                </a:solidFill>
              </a:endParaRPr>
            </a:p>
          </p:txBody>
        </p:sp>
      </p:grpSp>
      <p:grpSp>
        <p:nvGrpSpPr>
          <p:cNvPr id="20" name="Group 19"/>
          <p:cNvGrpSpPr/>
          <p:nvPr/>
        </p:nvGrpSpPr>
        <p:grpSpPr>
          <a:xfrm>
            <a:off x="7005827" y="1757755"/>
            <a:ext cx="929333" cy="592370"/>
            <a:chOff x="397392" y="1625677"/>
            <a:chExt cx="1544530" cy="748948"/>
          </a:xfrm>
        </p:grpSpPr>
        <p:sp>
          <p:nvSpPr>
            <p:cNvPr id="21" name="Round Single Corner Rectangle 3"/>
            <p:cNvSpPr/>
            <p:nvPr/>
          </p:nvSpPr>
          <p:spPr bwMode="auto">
            <a:xfrm>
              <a:off x="537327" y="1752456"/>
              <a:ext cx="1404595" cy="622169"/>
            </a:xfrm>
            <a:custGeom>
              <a:avLst/>
              <a:gdLst>
                <a:gd name="connsiteX0" fmla="*/ 0 w 1404594"/>
                <a:gd name="connsiteY0" fmla="*/ 0 h 622169"/>
                <a:gd name="connsiteX1" fmla="*/ 1300897 w 1404594"/>
                <a:gd name="connsiteY1" fmla="*/ 0 h 622169"/>
                <a:gd name="connsiteX2" fmla="*/ 1404594 w 1404594"/>
                <a:gd name="connsiteY2" fmla="*/ 103697 h 622169"/>
                <a:gd name="connsiteX3" fmla="*/ 1404594 w 1404594"/>
                <a:gd name="connsiteY3" fmla="*/ 622169 h 622169"/>
                <a:gd name="connsiteX4" fmla="*/ 0 w 1404594"/>
                <a:gd name="connsiteY4" fmla="*/ 622169 h 622169"/>
                <a:gd name="connsiteX5" fmla="*/ 0 w 1404594"/>
                <a:gd name="connsiteY5" fmla="*/ 0 h 622169"/>
                <a:gd name="connsiteX0" fmla="*/ 0 w 1404594"/>
                <a:gd name="connsiteY0" fmla="*/ 263951 h 622169"/>
                <a:gd name="connsiteX1" fmla="*/ 1300897 w 1404594"/>
                <a:gd name="connsiteY1" fmla="*/ 0 h 622169"/>
                <a:gd name="connsiteX2" fmla="*/ 1404594 w 1404594"/>
                <a:gd name="connsiteY2" fmla="*/ 103697 h 622169"/>
                <a:gd name="connsiteX3" fmla="*/ 1404594 w 1404594"/>
                <a:gd name="connsiteY3" fmla="*/ 622169 h 622169"/>
                <a:gd name="connsiteX4" fmla="*/ 0 w 1404594"/>
                <a:gd name="connsiteY4" fmla="*/ 622169 h 622169"/>
                <a:gd name="connsiteX5" fmla="*/ 0 w 1404594"/>
                <a:gd name="connsiteY5" fmla="*/ 263951 h 622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4594" h="622169">
                  <a:moveTo>
                    <a:pt x="0" y="263951"/>
                  </a:moveTo>
                  <a:cubicBezTo>
                    <a:pt x="433632" y="263951"/>
                    <a:pt x="867265" y="0"/>
                    <a:pt x="1300897" y="0"/>
                  </a:cubicBezTo>
                  <a:cubicBezTo>
                    <a:pt x="1358167" y="0"/>
                    <a:pt x="1404594" y="46427"/>
                    <a:pt x="1404594" y="103697"/>
                  </a:cubicBezTo>
                  <a:lnTo>
                    <a:pt x="1404594" y="622169"/>
                  </a:lnTo>
                  <a:lnTo>
                    <a:pt x="0" y="622169"/>
                  </a:lnTo>
                  <a:lnTo>
                    <a:pt x="0" y="263951"/>
                  </a:lnTo>
                  <a:close/>
                </a:path>
              </a:pathLst>
            </a:custGeom>
            <a:pattFill prst="ltUpDiag">
              <a:fgClr>
                <a:srgbClr val="9C9E9F">
                  <a:lumMod val="75000"/>
                </a:srgbClr>
              </a:fgClr>
              <a:bgClr>
                <a:srgbClr val="FFFFFF"/>
              </a:bgClr>
            </a:pattFill>
            <a:ln w="9525" cap="flat" cmpd="sng" algn="ctr">
              <a:noFill/>
              <a:prstDash val="solid"/>
              <a:headEnd type="none" w="med" len="med"/>
              <a:tailEnd type="none" w="med" len="med"/>
            </a:ln>
            <a:effectLst/>
          </p:spPr>
          <p:txBody>
            <a:bodyPr rtlCol="0" anchor="ctr"/>
            <a:lstStyle/>
            <a:p>
              <a:pPr algn="ctr" defTabSz="1275079" fontAlgn="base">
                <a:spcBef>
                  <a:spcPct val="0"/>
                </a:spcBef>
                <a:spcAft>
                  <a:spcPct val="0"/>
                </a:spcAft>
              </a:pPr>
              <a:endParaRPr lang="en-US" sz="1050" b="1" kern="0" dirty="0">
                <a:solidFill>
                  <a:srgbClr val="1D1D1B"/>
                </a:solidFill>
                <a:latin typeface="Arial"/>
                <a:ea typeface="ＭＳ Ｐゴシック"/>
              </a:endParaRPr>
            </a:p>
            <a:p>
              <a:pPr algn="ctr" defTabSz="1275079" fontAlgn="base">
                <a:spcBef>
                  <a:spcPct val="0"/>
                </a:spcBef>
                <a:spcAft>
                  <a:spcPct val="0"/>
                </a:spcAft>
              </a:pPr>
              <a:r>
                <a:rPr lang="en-US" sz="1200" b="1" kern="0" dirty="0">
                  <a:solidFill>
                    <a:srgbClr val="3478B6"/>
                  </a:solidFill>
                  <a:latin typeface="Trebuchet MS"/>
                  <a:ea typeface="ＭＳ Ｐゴシック"/>
                  <a:cs typeface="+mj-cs"/>
                </a:rPr>
                <a:t>Input</a:t>
              </a:r>
            </a:p>
          </p:txBody>
        </p:sp>
        <p:sp>
          <p:nvSpPr>
            <p:cNvPr id="22" name="Rectangle 21"/>
            <p:cNvSpPr/>
            <p:nvPr/>
          </p:nvSpPr>
          <p:spPr>
            <a:xfrm>
              <a:off x="397392" y="1625677"/>
              <a:ext cx="402820" cy="428042"/>
            </a:xfrm>
            <a:prstGeom prst="rect">
              <a:avLst/>
            </a:prstGeom>
          </p:spPr>
          <p:txBody>
            <a:bodyPr wrap="none">
              <a:spAutoFit/>
            </a:bodyPr>
            <a:lstStyle/>
            <a:p>
              <a:pPr defTabSz="1275079" fontAlgn="base">
                <a:spcBef>
                  <a:spcPct val="0"/>
                </a:spcBef>
                <a:spcAft>
                  <a:spcPct val="0"/>
                </a:spcAft>
              </a:pPr>
              <a:r>
                <a:rPr lang="en-US" sz="1600" b="1" kern="0" dirty="0">
                  <a:solidFill>
                    <a:srgbClr val="1D1D1B">
                      <a:lumMod val="75000"/>
                    </a:srgbClr>
                  </a:solidFill>
                  <a:latin typeface="Trebuchet MS"/>
                </a:rPr>
                <a:t>I</a:t>
              </a:r>
            </a:p>
          </p:txBody>
        </p:sp>
      </p:grpSp>
      <p:grpSp>
        <p:nvGrpSpPr>
          <p:cNvPr id="23" name="Group 22"/>
          <p:cNvGrpSpPr/>
          <p:nvPr/>
        </p:nvGrpSpPr>
        <p:grpSpPr>
          <a:xfrm>
            <a:off x="8887854" y="1629429"/>
            <a:ext cx="880546" cy="716460"/>
            <a:chOff x="274073" y="1541312"/>
            <a:chExt cx="1489437" cy="715061"/>
          </a:xfrm>
        </p:grpSpPr>
        <p:sp>
          <p:nvSpPr>
            <p:cNvPr id="24" name="Round Single Corner Rectangle 3"/>
            <p:cNvSpPr/>
            <p:nvPr/>
          </p:nvSpPr>
          <p:spPr bwMode="auto">
            <a:xfrm>
              <a:off x="358917" y="1634205"/>
              <a:ext cx="1404593" cy="622168"/>
            </a:xfrm>
            <a:custGeom>
              <a:avLst/>
              <a:gdLst>
                <a:gd name="connsiteX0" fmla="*/ 0 w 1404594"/>
                <a:gd name="connsiteY0" fmla="*/ 0 h 622169"/>
                <a:gd name="connsiteX1" fmla="*/ 1300897 w 1404594"/>
                <a:gd name="connsiteY1" fmla="*/ 0 h 622169"/>
                <a:gd name="connsiteX2" fmla="*/ 1404594 w 1404594"/>
                <a:gd name="connsiteY2" fmla="*/ 103697 h 622169"/>
                <a:gd name="connsiteX3" fmla="*/ 1404594 w 1404594"/>
                <a:gd name="connsiteY3" fmla="*/ 622169 h 622169"/>
                <a:gd name="connsiteX4" fmla="*/ 0 w 1404594"/>
                <a:gd name="connsiteY4" fmla="*/ 622169 h 622169"/>
                <a:gd name="connsiteX5" fmla="*/ 0 w 1404594"/>
                <a:gd name="connsiteY5" fmla="*/ 0 h 622169"/>
                <a:gd name="connsiteX0" fmla="*/ 0 w 1404594"/>
                <a:gd name="connsiteY0" fmla="*/ 263951 h 622169"/>
                <a:gd name="connsiteX1" fmla="*/ 1300897 w 1404594"/>
                <a:gd name="connsiteY1" fmla="*/ 0 h 622169"/>
                <a:gd name="connsiteX2" fmla="*/ 1404594 w 1404594"/>
                <a:gd name="connsiteY2" fmla="*/ 103697 h 622169"/>
                <a:gd name="connsiteX3" fmla="*/ 1404594 w 1404594"/>
                <a:gd name="connsiteY3" fmla="*/ 622169 h 622169"/>
                <a:gd name="connsiteX4" fmla="*/ 0 w 1404594"/>
                <a:gd name="connsiteY4" fmla="*/ 622169 h 622169"/>
                <a:gd name="connsiteX5" fmla="*/ 0 w 1404594"/>
                <a:gd name="connsiteY5" fmla="*/ 263951 h 622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4594" h="622169">
                  <a:moveTo>
                    <a:pt x="0" y="263951"/>
                  </a:moveTo>
                  <a:cubicBezTo>
                    <a:pt x="433632" y="263951"/>
                    <a:pt x="867265" y="0"/>
                    <a:pt x="1300897" y="0"/>
                  </a:cubicBezTo>
                  <a:cubicBezTo>
                    <a:pt x="1358167" y="0"/>
                    <a:pt x="1404594" y="46427"/>
                    <a:pt x="1404594" y="103697"/>
                  </a:cubicBezTo>
                  <a:lnTo>
                    <a:pt x="1404594" y="622169"/>
                  </a:lnTo>
                  <a:lnTo>
                    <a:pt x="0" y="622169"/>
                  </a:lnTo>
                  <a:lnTo>
                    <a:pt x="0" y="263951"/>
                  </a:lnTo>
                  <a:close/>
                </a:path>
              </a:pathLst>
            </a:custGeom>
            <a:pattFill prst="ltUpDiag">
              <a:fgClr>
                <a:srgbClr val="9C9E9F">
                  <a:lumMod val="75000"/>
                </a:srgbClr>
              </a:fgClr>
              <a:bgClr>
                <a:srgbClr val="FFFFFF"/>
              </a:bgClr>
            </a:pattFill>
            <a:ln w="9525" cap="flat" cmpd="sng" algn="ctr">
              <a:noFill/>
              <a:prstDash val="solid"/>
              <a:headEnd type="none" w="med" len="med"/>
              <a:tailEnd type="none" w="med" len="med"/>
            </a:ln>
            <a:effectLst/>
          </p:spPr>
          <p:txBody>
            <a:bodyPr rtlCol="0" anchor="ctr"/>
            <a:lstStyle/>
            <a:p>
              <a:pPr algn="ctr" defTabSz="1275079" fontAlgn="base">
                <a:spcBef>
                  <a:spcPct val="0"/>
                </a:spcBef>
                <a:spcAft>
                  <a:spcPct val="0"/>
                </a:spcAft>
              </a:pPr>
              <a:endParaRPr lang="en-US" sz="1200" b="1" kern="0" dirty="0">
                <a:solidFill>
                  <a:srgbClr val="1D1D1B"/>
                </a:solidFill>
                <a:latin typeface="Arial"/>
                <a:ea typeface="ＭＳ Ｐゴシック"/>
              </a:endParaRPr>
            </a:p>
            <a:p>
              <a:pPr algn="ctr" defTabSz="1275079" fontAlgn="base">
                <a:spcBef>
                  <a:spcPct val="0"/>
                </a:spcBef>
                <a:spcAft>
                  <a:spcPct val="0"/>
                </a:spcAft>
              </a:pPr>
              <a:r>
                <a:rPr lang="en-US" sz="1200" b="1" kern="0" dirty="0">
                  <a:solidFill>
                    <a:srgbClr val="3478B6"/>
                  </a:solidFill>
                  <a:latin typeface="Trebuchet MS"/>
                  <a:ea typeface="ＭＳ Ｐゴシック"/>
                  <a:cs typeface="+mj-cs"/>
                </a:rPr>
                <a:t>Supplier</a:t>
              </a:r>
            </a:p>
          </p:txBody>
        </p:sp>
        <p:sp>
          <p:nvSpPr>
            <p:cNvPr id="25" name="Rectangle 24"/>
            <p:cNvSpPr/>
            <p:nvPr/>
          </p:nvSpPr>
          <p:spPr>
            <a:xfrm>
              <a:off x="274073" y="1541312"/>
              <a:ext cx="330585" cy="285793"/>
            </a:xfrm>
            <a:prstGeom prst="rect">
              <a:avLst/>
            </a:prstGeom>
          </p:spPr>
          <p:txBody>
            <a:bodyPr wrap="none">
              <a:spAutoFit/>
            </a:bodyPr>
            <a:lstStyle/>
            <a:p>
              <a:pPr defTabSz="1275079" fontAlgn="base">
                <a:spcBef>
                  <a:spcPct val="0"/>
                </a:spcBef>
                <a:spcAft>
                  <a:spcPct val="0"/>
                </a:spcAft>
              </a:pPr>
              <a:r>
                <a:rPr lang="en-US" sz="2000" b="1" kern="0" dirty="0">
                  <a:solidFill>
                    <a:srgbClr val="1D1D1B">
                      <a:lumMod val="75000"/>
                    </a:srgbClr>
                  </a:solidFill>
                  <a:latin typeface="Trebuchet MS"/>
                </a:rPr>
                <a:t>S</a:t>
              </a:r>
              <a:endParaRPr lang="en-US" sz="1400" b="1" kern="0" dirty="0">
                <a:solidFill>
                  <a:srgbClr val="1D1D1B">
                    <a:lumMod val="75000"/>
                  </a:srgbClr>
                </a:solidFill>
              </a:endParaRPr>
            </a:p>
          </p:txBody>
        </p:sp>
      </p:grpSp>
      <p:sp>
        <p:nvSpPr>
          <p:cNvPr id="26" name="Rounded Rectangle 25"/>
          <p:cNvSpPr/>
          <p:nvPr/>
        </p:nvSpPr>
        <p:spPr bwMode="auto">
          <a:xfrm>
            <a:off x="2129693" y="2450357"/>
            <a:ext cx="1256993" cy="1166150"/>
          </a:xfrm>
          <a:prstGeom prst="roundRect">
            <a:avLst/>
          </a:prstGeom>
          <a:noFill/>
          <a:ln w="9525" cap="flat" cmpd="sng" algn="ctr">
            <a:solidFill>
              <a:srgbClr val="0069AA">
                <a:shade val="95000"/>
                <a:satMod val="105000"/>
              </a:srgbClr>
            </a:solidFill>
            <a:prstDash val="solid"/>
            <a:headEnd type="none" w="med" len="med"/>
            <a:tailEnd type="none" w="med" len="med"/>
          </a:ln>
          <a:effectLst/>
        </p:spPr>
        <p:txBody>
          <a:bodyPr lIns="127492" tIns="63770" rIns="127492" bIns="63770" rtlCol="0" anchor="ctr"/>
          <a:lstStyle/>
          <a:p>
            <a:pPr marL="239077" indent="-239077" defTabSz="1275079" fontAlgn="base">
              <a:spcBef>
                <a:spcPct val="0"/>
              </a:spcBef>
              <a:spcAft>
                <a:spcPct val="0"/>
              </a:spcAft>
              <a:buFont typeface="Wingdings" panose="05000000000000000000" pitchFamily="2" charset="2"/>
              <a:buChar char="q"/>
            </a:pPr>
            <a:endParaRPr lang="en-US" sz="1050" kern="0" dirty="0">
              <a:solidFill>
                <a:srgbClr val="1D1D1B"/>
              </a:solidFill>
              <a:latin typeface="Arial"/>
              <a:ea typeface="ＭＳ Ｐゴシック"/>
            </a:endParaRPr>
          </a:p>
        </p:txBody>
      </p:sp>
      <p:grpSp>
        <p:nvGrpSpPr>
          <p:cNvPr id="27" name="Group 26"/>
          <p:cNvGrpSpPr/>
          <p:nvPr/>
        </p:nvGrpSpPr>
        <p:grpSpPr>
          <a:xfrm>
            <a:off x="2179828" y="3930114"/>
            <a:ext cx="1233175" cy="412718"/>
            <a:chOff x="598602" y="2678359"/>
            <a:chExt cx="1404595" cy="695652"/>
          </a:xfrm>
          <a:solidFill>
            <a:schemeClr val="bg1">
              <a:lumMod val="65000"/>
            </a:schemeClr>
          </a:solidFill>
        </p:grpSpPr>
        <p:sp>
          <p:nvSpPr>
            <p:cNvPr id="28" name="Rounded Rectangle 27"/>
            <p:cNvSpPr/>
            <p:nvPr/>
          </p:nvSpPr>
          <p:spPr bwMode="auto">
            <a:xfrm>
              <a:off x="598602" y="2678359"/>
              <a:ext cx="1404595" cy="545191"/>
            </a:xfrm>
            <a:prstGeom prst="roundRect">
              <a:avLst/>
            </a:prstGeom>
            <a:grpFill/>
            <a:ln w="9525" cap="flat" cmpd="sng" algn="ctr">
              <a:noFill/>
              <a:prstDash val="solid"/>
              <a:headEnd type="none" w="med" len="med"/>
              <a:tailEnd type="none" w="med" len="med"/>
            </a:ln>
            <a:effectLst/>
          </p:spPr>
          <p:txBody>
            <a:bodyPr rtlCol="0" anchor="ctr"/>
            <a:lstStyle/>
            <a:p>
              <a:pPr algn="ctr" defTabSz="1275079" fontAlgn="base">
                <a:spcBef>
                  <a:spcPct val="0"/>
                </a:spcBef>
                <a:spcAft>
                  <a:spcPct val="0"/>
                </a:spcAft>
              </a:pPr>
              <a:r>
                <a:rPr lang="en-US" sz="1050" b="1" kern="0" dirty="0">
                  <a:latin typeface="Arial"/>
                  <a:ea typeface="ＭＳ Ｐゴシック"/>
                </a:rPr>
                <a:t>Step 1</a:t>
              </a:r>
            </a:p>
          </p:txBody>
        </p:sp>
        <p:sp>
          <p:nvSpPr>
            <p:cNvPr id="29" name="Isosceles Triangle 28"/>
            <p:cNvSpPr/>
            <p:nvPr/>
          </p:nvSpPr>
          <p:spPr bwMode="auto">
            <a:xfrm flipV="1">
              <a:off x="744246" y="3219781"/>
              <a:ext cx="146342" cy="154230"/>
            </a:xfrm>
            <a:prstGeom prst="triangle">
              <a:avLst/>
            </a:prstGeom>
            <a:grpFill/>
            <a:ln w="9525" cap="flat" cmpd="sng" algn="ctr">
              <a:noFill/>
              <a:prstDash val="solid"/>
              <a:headEnd type="none" w="med" len="med"/>
              <a:tailEnd type="none" w="med" len="med"/>
            </a:ln>
            <a:effectLst/>
          </p:spPr>
          <p:txBody>
            <a:bodyPr rtlCol="0" anchor="ctr"/>
            <a:lstStyle/>
            <a:p>
              <a:pPr algn="ctr" defTabSz="1275079" fontAlgn="base">
                <a:spcBef>
                  <a:spcPct val="0"/>
                </a:spcBef>
                <a:spcAft>
                  <a:spcPct val="0"/>
                </a:spcAft>
              </a:pPr>
              <a:endParaRPr lang="en-US" sz="1050" b="1" kern="0">
                <a:latin typeface="Arial"/>
                <a:ea typeface="ＭＳ Ｐゴシック"/>
              </a:endParaRPr>
            </a:p>
          </p:txBody>
        </p:sp>
      </p:grpSp>
      <p:cxnSp>
        <p:nvCxnSpPr>
          <p:cNvPr id="30" name="Straight Connector 29"/>
          <p:cNvCxnSpPr/>
          <p:nvPr/>
        </p:nvCxnSpPr>
        <p:spPr bwMode="auto">
          <a:xfrm flipH="1">
            <a:off x="2133600" y="3809432"/>
            <a:ext cx="7751594" cy="0"/>
          </a:xfrm>
          <a:prstGeom prst="line">
            <a:avLst/>
          </a:prstGeom>
          <a:noFill/>
          <a:ln w="9525" cap="flat" cmpd="sng" algn="ctr">
            <a:solidFill>
              <a:srgbClr val="0069AA">
                <a:shade val="95000"/>
                <a:satMod val="105000"/>
              </a:srgbClr>
            </a:solidFill>
            <a:prstDash val="solid"/>
            <a:headEnd type="oval" w="sm" len="sm"/>
            <a:tailEnd type="none" w="sm" len="sm"/>
          </a:ln>
          <a:effectLst/>
        </p:spPr>
      </p:cxnSp>
      <p:cxnSp>
        <p:nvCxnSpPr>
          <p:cNvPr id="31" name="Straight Connector 30"/>
          <p:cNvCxnSpPr/>
          <p:nvPr/>
        </p:nvCxnSpPr>
        <p:spPr bwMode="auto">
          <a:xfrm>
            <a:off x="2133600" y="3806697"/>
            <a:ext cx="0" cy="252951"/>
          </a:xfrm>
          <a:prstGeom prst="line">
            <a:avLst/>
          </a:prstGeom>
          <a:noFill/>
          <a:ln w="9525" cap="flat" cmpd="sng" algn="ctr">
            <a:solidFill>
              <a:srgbClr val="0069AA">
                <a:shade val="95000"/>
                <a:satMod val="105000"/>
              </a:srgbClr>
            </a:solidFill>
            <a:prstDash val="solid"/>
            <a:headEnd type="none" w="sm" len="sm"/>
            <a:tailEnd type="triangle" w="sm" len="sm"/>
          </a:ln>
          <a:effectLst/>
        </p:spPr>
      </p:cxnSp>
      <p:cxnSp>
        <p:nvCxnSpPr>
          <p:cNvPr id="32" name="Straight Connector 31"/>
          <p:cNvCxnSpPr/>
          <p:nvPr/>
        </p:nvCxnSpPr>
        <p:spPr bwMode="auto">
          <a:xfrm>
            <a:off x="9885194" y="3806697"/>
            <a:ext cx="0" cy="252951"/>
          </a:xfrm>
          <a:prstGeom prst="line">
            <a:avLst/>
          </a:prstGeom>
          <a:noFill/>
          <a:ln w="9525" cap="flat" cmpd="sng" algn="ctr">
            <a:solidFill>
              <a:srgbClr val="0069AA">
                <a:shade val="95000"/>
                <a:satMod val="105000"/>
              </a:srgbClr>
            </a:solidFill>
            <a:prstDash val="solid"/>
            <a:headEnd type="none" w="sm" len="sm"/>
            <a:tailEnd type="triangle" w="sm" len="sm"/>
          </a:ln>
          <a:effectLst/>
        </p:spPr>
      </p:cxnSp>
      <p:sp>
        <p:nvSpPr>
          <p:cNvPr id="33" name="Double Bracket 32"/>
          <p:cNvSpPr/>
          <p:nvPr/>
        </p:nvSpPr>
        <p:spPr bwMode="auto">
          <a:xfrm>
            <a:off x="654274" y="3578927"/>
            <a:ext cx="1321410" cy="306705"/>
          </a:xfrm>
          <a:prstGeom prst="bracketPair">
            <a:avLst/>
          </a:prstGeom>
          <a:noFill/>
          <a:ln w="9525" cap="flat" cmpd="sng" algn="ctr">
            <a:solidFill>
              <a:srgbClr val="0069AA">
                <a:shade val="95000"/>
                <a:satMod val="105000"/>
              </a:srgbClr>
            </a:solidFill>
            <a:prstDash val="solid"/>
            <a:headEnd type="none" w="med" len="med"/>
            <a:tailEnd type="none" w="med" len="med"/>
          </a:ln>
          <a:effectLst/>
        </p:spPr>
        <p:txBody>
          <a:bodyPr lIns="127492" tIns="63770" rIns="127492" bIns="63770" rtlCol="0" anchor="ctr"/>
          <a:lstStyle/>
          <a:p>
            <a:pPr algn="ctr" defTabSz="1275079" fontAlgn="base">
              <a:spcBef>
                <a:spcPct val="0"/>
              </a:spcBef>
              <a:spcAft>
                <a:spcPct val="0"/>
              </a:spcAft>
            </a:pPr>
            <a:r>
              <a:rPr lang="en-US" sz="1200" b="1" kern="0" dirty="0">
                <a:solidFill>
                  <a:srgbClr val="1D1D1B"/>
                </a:solidFill>
                <a:latin typeface="Arial"/>
                <a:ea typeface="ＭＳ Ｐゴシック"/>
              </a:rPr>
              <a:t>Start</a:t>
            </a:r>
          </a:p>
        </p:txBody>
      </p:sp>
      <p:sp>
        <p:nvSpPr>
          <p:cNvPr id="34" name="Double Bracket 33"/>
          <p:cNvSpPr/>
          <p:nvPr/>
        </p:nvSpPr>
        <p:spPr bwMode="auto">
          <a:xfrm>
            <a:off x="10216256" y="3589612"/>
            <a:ext cx="1321410" cy="306705"/>
          </a:xfrm>
          <a:prstGeom prst="bracketPair">
            <a:avLst/>
          </a:prstGeom>
          <a:noFill/>
          <a:ln w="9525" cap="flat" cmpd="sng" algn="ctr">
            <a:solidFill>
              <a:srgbClr val="0069AA">
                <a:shade val="95000"/>
                <a:satMod val="105000"/>
              </a:srgbClr>
            </a:solidFill>
            <a:prstDash val="solid"/>
            <a:headEnd type="none" w="med" len="med"/>
            <a:tailEnd type="none" w="med" len="med"/>
          </a:ln>
          <a:effectLst/>
        </p:spPr>
        <p:txBody>
          <a:bodyPr lIns="127492" tIns="63770" rIns="127492" bIns="63770" rtlCol="0" anchor="ctr"/>
          <a:lstStyle/>
          <a:p>
            <a:pPr algn="ctr" defTabSz="1275079" fontAlgn="base">
              <a:spcBef>
                <a:spcPct val="0"/>
              </a:spcBef>
              <a:spcAft>
                <a:spcPct val="0"/>
              </a:spcAft>
            </a:pPr>
            <a:r>
              <a:rPr lang="en-US" sz="1200" b="1" kern="0" dirty="0">
                <a:solidFill>
                  <a:srgbClr val="1D1D1B"/>
                </a:solidFill>
                <a:latin typeface="Arial"/>
                <a:ea typeface="ＭＳ Ｐゴシック"/>
              </a:rPr>
              <a:t>End</a:t>
            </a:r>
          </a:p>
        </p:txBody>
      </p:sp>
      <p:cxnSp>
        <p:nvCxnSpPr>
          <p:cNvPr id="35" name="Straight Arrow Connector 34"/>
          <p:cNvCxnSpPr/>
          <p:nvPr/>
        </p:nvCxnSpPr>
        <p:spPr bwMode="auto">
          <a:xfrm flipV="1">
            <a:off x="2198224" y="3872511"/>
            <a:ext cx="7622345" cy="10685"/>
          </a:xfrm>
          <a:prstGeom prst="straightConnector1">
            <a:avLst/>
          </a:prstGeom>
          <a:noFill/>
          <a:ln w="44450" cap="flat" cmpd="sng" algn="ctr">
            <a:solidFill>
              <a:srgbClr val="FFFFFF">
                <a:lumMod val="75000"/>
              </a:srgbClr>
            </a:solidFill>
            <a:prstDash val="solid"/>
            <a:headEnd type="none" w="med" len="med"/>
            <a:tailEnd type="triangle" w="med" len="med"/>
          </a:ln>
          <a:effectLst/>
        </p:spPr>
      </p:cxnSp>
      <p:sp>
        <p:nvSpPr>
          <p:cNvPr id="36" name="Rectangle 35"/>
          <p:cNvSpPr/>
          <p:nvPr/>
        </p:nvSpPr>
        <p:spPr>
          <a:xfrm>
            <a:off x="1314979" y="1183990"/>
            <a:ext cx="528269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dirty="0">
                <a:solidFill>
                  <a:srgbClr val="073262"/>
                </a:solidFill>
                <a:latin typeface="Trebuchet MS" pitchFamily="34" charset="0"/>
                <a:ea typeface="MS PGothic" pitchFamily="34" charset="-128"/>
              </a:rPr>
              <a:t>C-O-P-I-S</a:t>
            </a:r>
          </a:p>
        </p:txBody>
      </p:sp>
      <p:sp>
        <p:nvSpPr>
          <p:cNvPr id="37" name="Oval 36"/>
          <p:cNvSpPr/>
          <p:nvPr/>
        </p:nvSpPr>
        <p:spPr>
          <a:xfrm>
            <a:off x="609600" y="4822590"/>
            <a:ext cx="136030" cy="129842"/>
          </a:xfrm>
          <a:prstGeom prst="ellipse">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8" name="Isosceles Triangle 37"/>
          <p:cNvSpPr/>
          <p:nvPr/>
        </p:nvSpPr>
        <p:spPr>
          <a:xfrm>
            <a:off x="611089" y="5104832"/>
            <a:ext cx="134541" cy="153626"/>
          </a:xfrm>
          <a:prstGeom prst="triangle">
            <a:avLst/>
          </a:prstGeom>
          <a:solidFill>
            <a:srgbClr val="F8F2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9" name="Rounded Rectangle 38"/>
          <p:cNvSpPr/>
          <p:nvPr/>
        </p:nvSpPr>
        <p:spPr bwMode="auto">
          <a:xfrm>
            <a:off x="3598968" y="2453512"/>
            <a:ext cx="1256993" cy="1203872"/>
          </a:xfrm>
          <a:prstGeom prst="roundRect">
            <a:avLst/>
          </a:prstGeom>
          <a:noFill/>
          <a:ln w="9525" cap="flat" cmpd="sng" algn="ctr">
            <a:solidFill>
              <a:srgbClr val="0069AA">
                <a:shade val="95000"/>
                <a:satMod val="105000"/>
              </a:srgbClr>
            </a:solidFill>
            <a:prstDash val="solid"/>
            <a:headEnd type="none" w="med" len="med"/>
            <a:tailEnd type="none" w="med" len="med"/>
          </a:ln>
          <a:effectLst/>
        </p:spPr>
        <p:txBody>
          <a:bodyPr lIns="127492" tIns="63770" rIns="127492" bIns="63770" rtlCol="0" anchor="ctr"/>
          <a:lstStyle/>
          <a:p>
            <a:pPr marL="239077" indent="-239077" defTabSz="1275079" fontAlgn="base">
              <a:spcBef>
                <a:spcPct val="0"/>
              </a:spcBef>
              <a:spcAft>
                <a:spcPct val="0"/>
              </a:spcAft>
              <a:buFont typeface="Wingdings" panose="05000000000000000000" pitchFamily="2" charset="2"/>
              <a:buChar char="q"/>
            </a:pPr>
            <a:endParaRPr lang="en-US" sz="1050" kern="0" dirty="0">
              <a:solidFill>
                <a:srgbClr val="1D1D1B"/>
              </a:solidFill>
              <a:latin typeface="Arial"/>
              <a:ea typeface="ＭＳ Ｐゴシック"/>
            </a:endParaRPr>
          </a:p>
        </p:txBody>
      </p:sp>
      <p:sp>
        <p:nvSpPr>
          <p:cNvPr id="40" name="Rounded Rectangle 39"/>
          <p:cNvSpPr/>
          <p:nvPr/>
        </p:nvSpPr>
        <p:spPr bwMode="auto">
          <a:xfrm>
            <a:off x="2176730" y="4415759"/>
            <a:ext cx="1256993" cy="688236"/>
          </a:xfrm>
          <a:prstGeom prst="roundRect">
            <a:avLst/>
          </a:prstGeom>
          <a:noFill/>
          <a:ln w="9525" cap="flat" cmpd="sng" algn="ctr">
            <a:solidFill>
              <a:srgbClr val="0069AA">
                <a:shade val="95000"/>
                <a:satMod val="105000"/>
              </a:srgbClr>
            </a:solidFill>
            <a:prstDash val="solid"/>
            <a:headEnd type="none" w="med" len="med"/>
            <a:tailEnd type="none" w="med" len="med"/>
          </a:ln>
          <a:effectLst/>
        </p:spPr>
        <p:txBody>
          <a:bodyPr lIns="127492" tIns="63770" rIns="127492" bIns="63770" rtlCol="0" anchor="ctr"/>
          <a:lstStyle/>
          <a:p>
            <a:pPr marL="239077" indent="-239077" defTabSz="1275079" fontAlgn="base">
              <a:spcBef>
                <a:spcPct val="0"/>
              </a:spcBef>
              <a:spcAft>
                <a:spcPct val="0"/>
              </a:spcAft>
              <a:buFont typeface="Wingdings" panose="05000000000000000000" pitchFamily="2" charset="2"/>
              <a:buChar char="q"/>
            </a:pPr>
            <a:endParaRPr lang="en-US" sz="1050" kern="0" dirty="0">
              <a:solidFill>
                <a:srgbClr val="1D1D1B"/>
              </a:solidFill>
              <a:latin typeface="Arial"/>
              <a:ea typeface="ＭＳ Ｐゴシック"/>
            </a:endParaRPr>
          </a:p>
        </p:txBody>
      </p:sp>
      <p:sp>
        <p:nvSpPr>
          <p:cNvPr id="42" name="Rounded Rectangle 41"/>
          <p:cNvSpPr/>
          <p:nvPr/>
        </p:nvSpPr>
        <p:spPr bwMode="auto">
          <a:xfrm>
            <a:off x="4271250" y="4405822"/>
            <a:ext cx="1256993" cy="688236"/>
          </a:xfrm>
          <a:prstGeom prst="roundRect">
            <a:avLst/>
          </a:prstGeom>
          <a:noFill/>
          <a:ln w="9525" cap="flat" cmpd="sng" algn="ctr">
            <a:solidFill>
              <a:srgbClr val="0069AA">
                <a:shade val="95000"/>
                <a:satMod val="105000"/>
              </a:srgbClr>
            </a:solidFill>
            <a:prstDash val="solid"/>
            <a:headEnd type="none" w="med" len="med"/>
            <a:tailEnd type="none" w="med" len="med"/>
          </a:ln>
          <a:effectLst/>
        </p:spPr>
        <p:txBody>
          <a:bodyPr lIns="127492" tIns="63770" rIns="127492" bIns="63770" rtlCol="0" anchor="ctr"/>
          <a:lstStyle/>
          <a:p>
            <a:pPr marL="239077" indent="-239077" defTabSz="1275079" fontAlgn="base">
              <a:spcBef>
                <a:spcPct val="0"/>
              </a:spcBef>
              <a:spcAft>
                <a:spcPct val="0"/>
              </a:spcAft>
              <a:buFont typeface="Wingdings" panose="05000000000000000000" pitchFamily="2" charset="2"/>
              <a:buChar char="q"/>
            </a:pPr>
            <a:endParaRPr lang="en-US" sz="1050" kern="0" dirty="0">
              <a:solidFill>
                <a:srgbClr val="1D1D1B"/>
              </a:solidFill>
              <a:latin typeface="Arial"/>
              <a:ea typeface="ＭＳ Ｐゴシック"/>
            </a:endParaRPr>
          </a:p>
        </p:txBody>
      </p:sp>
      <p:grpSp>
        <p:nvGrpSpPr>
          <p:cNvPr id="43" name="Group 42"/>
          <p:cNvGrpSpPr/>
          <p:nvPr/>
        </p:nvGrpSpPr>
        <p:grpSpPr>
          <a:xfrm>
            <a:off x="4271250" y="3930535"/>
            <a:ext cx="1233175" cy="370906"/>
            <a:chOff x="598602" y="2748839"/>
            <a:chExt cx="1404595" cy="625176"/>
          </a:xfrm>
          <a:solidFill>
            <a:schemeClr val="bg1">
              <a:lumMod val="65000"/>
            </a:schemeClr>
          </a:solidFill>
        </p:grpSpPr>
        <p:sp>
          <p:nvSpPr>
            <p:cNvPr id="44" name="Rounded Rectangle 43"/>
            <p:cNvSpPr/>
            <p:nvPr/>
          </p:nvSpPr>
          <p:spPr bwMode="auto">
            <a:xfrm>
              <a:off x="598602" y="2748839"/>
              <a:ext cx="1404595" cy="545190"/>
            </a:xfrm>
            <a:prstGeom prst="roundRect">
              <a:avLst/>
            </a:prstGeom>
            <a:grpFill/>
            <a:ln w="9525" cap="flat" cmpd="sng" algn="ctr">
              <a:noFill/>
              <a:prstDash val="solid"/>
              <a:headEnd type="none" w="med" len="med"/>
              <a:tailEnd type="none" w="med" len="med"/>
            </a:ln>
            <a:effectLst/>
          </p:spPr>
          <p:txBody>
            <a:bodyPr rtlCol="0" anchor="ctr"/>
            <a:lstStyle/>
            <a:p>
              <a:pPr algn="ctr" defTabSz="1275079" fontAlgn="base">
                <a:spcBef>
                  <a:spcPct val="0"/>
                </a:spcBef>
                <a:spcAft>
                  <a:spcPct val="0"/>
                </a:spcAft>
              </a:pPr>
              <a:r>
                <a:rPr lang="en-US" sz="1050" b="1" kern="0" dirty="0">
                  <a:latin typeface="Arial"/>
                  <a:ea typeface="ＭＳ Ｐゴシック"/>
                </a:rPr>
                <a:t>Step 2</a:t>
              </a:r>
            </a:p>
          </p:txBody>
        </p:sp>
        <p:sp>
          <p:nvSpPr>
            <p:cNvPr id="45" name="Isosceles Triangle 44"/>
            <p:cNvSpPr/>
            <p:nvPr/>
          </p:nvSpPr>
          <p:spPr bwMode="auto">
            <a:xfrm flipV="1">
              <a:off x="679082" y="3219785"/>
              <a:ext cx="146342" cy="154230"/>
            </a:xfrm>
            <a:prstGeom prst="triangle">
              <a:avLst/>
            </a:prstGeom>
            <a:grpFill/>
            <a:ln w="9525" cap="flat" cmpd="sng" algn="ctr">
              <a:noFill/>
              <a:prstDash val="solid"/>
              <a:headEnd type="none" w="med" len="med"/>
              <a:tailEnd type="none" w="med" len="med"/>
            </a:ln>
            <a:effectLst/>
          </p:spPr>
          <p:txBody>
            <a:bodyPr rtlCol="0" anchor="ctr"/>
            <a:lstStyle/>
            <a:p>
              <a:pPr algn="ctr" defTabSz="1275079" fontAlgn="base">
                <a:spcBef>
                  <a:spcPct val="0"/>
                </a:spcBef>
                <a:spcAft>
                  <a:spcPct val="0"/>
                </a:spcAft>
              </a:pPr>
              <a:endParaRPr lang="en-US" sz="1050" b="1" kern="0">
                <a:latin typeface="Arial"/>
                <a:ea typeface="ＭＳ Ｐゴシック"/>
              </a:endParaRPr>
            </a:p>
          </p:txBody>
        </p:sp>
      </p:grpSp>
      <p:grpSp>
        <p:nvGrpSpPr>
          <p:cNvPr id="46" name="Group 45"/>
          <p:cNvGrpSpPr/>
          <p:nvPr/>
        </p:nvGrpSpPr>
        <p:grpSpPr>
          <a:xfrm>
            <a:off x="6259137" y="3932932"/>
            <a:ext cx="1233175" cy="412436"/>
            <a:chOff x="620847" y="2747946"/>
            <a:chExt cx="1404595" cy="695178"/>
          </a:xfrm>
          <a:solidFill>
            <a:schemeClr val="bg1">
              <a:lumMod val="65000"/>
            </a:schemeClr>
          </a:solidFill>
        </p:grpSpPr>
        <p:sp>
          <p:nvSpPr>
            <p:cNvPr id="47" name="Rounded Rectangle 46"/>
            <p:cNvSpPr/>
            <p:nvPr/>
          </p:nvSpPr>
          <p:spPr bwMode="auto">
            <a:xfrm>
              <a:off x="620847" y="2747946"/>
              <a:ext cx="1404595" cy="545192"/>
            </a:xfrm>
            <a:prstGeom prst="roundRect">
              <a:avLst/>
            </a:prstGeom>
            <a:grpFill/>
            <a:ln w="9525" cap="flat" cmpd="sng" algn="ctr">
              <a:noFill/>
              <a:prstDash val="solid"/>
              <a:headEnd type="none" w="med" len="med"/>
              <a:tailEnd type="none" w="med" len="med"/>
            </a:ln>
            <a:effectLst/>
          </p:spPr>
          <p:txBody>
            <a:bodyPr rtlCol="0" anchor="ctr"/>
            <a:lstStyle/>
            <a:p>
              <a:pPr algn="ctr" defTabSz="1275079" fontAlgn="base">
                <a:spcBef>
                  <a:spcPct val="0"/>
                </a:spcBef>
                <a:spcAft>
                  <a:spcPct val="0"/>
                </a:spcAft>
              </a:pPr>
              <a:r>
                <a:rPr lang="en-US" sz="1050" b="1" kern="0" dirty="0">
                  <a:latin typeface="Arial"/>
                  <a:ea typeface="ＭＳ Ｐゴシック"/>
                </a:rPr>
                <a:t>Step 3</a:t>
              </a:r>
            </a:p>
          </p:txBody>
        </p:sp>
        <p:sp>
          <p:nvSpPr>
            <p:cNvPr id="48" name="Isosceles Triangle 47"/>
            <p:cNvSpPr/>
            <p:nvPr/>
          </p:nvSpPr>
          <p:spPr bwMode="auto">
            <a:xfrm flipV="1">
              <a:off x="682451" y="3288894"/>
              <a:ext cx="146342" cy="154230"/>
            </a:xfrm>
            <a:prstGeom prst="triangle">
              <a:avLst/>
            </a:prstGeom>
            <a:grpFill/>
            <a:ln w="9525" cap="flat" cmpd="sng" algn="ctr">
              <a:noFill/>
              <a:prstDash val="solid"/>
              <a:headEnd type="none" w="med" len="med"/>
              <a:tailEnd type="none" w="med" len="med"/>
            </a:ln>
            <a:effectLst/>
          </p:spPr>
          <p:txBody>
            <a:bodyPr rtlCol="0" anchor="ctr"/>
            <a:lstStyle/>
            <a:p>
              <a:pPr algn="ctr" defTabSz="1275079" fontAlgn="base">
                <a:spcBef>
                  <a:spcPct val="0"/>
                </a:spcBef>
                <a:spcAft>
                  <a:spcPct val="0"/>
                </a:spcAft>
              </a:pPr>
              <a:endParaRPr lang="en-US" sz="1050" b="1" kern="0">
                <a:latin typeface="Arial"/>
                <a:ea typeface="ＭＳ Ｐゴシック"/>
              </a:endParaRPr>
            </a:p>
          </p:txBody>
        </p:sp>
      </p:grpSp>
      <p:grpSp>
        <p:nvGrpSpPr>
          <p:cNvPr id="49" name="Group 48"/>
          <p:cNvGrpSpPr/>
          <p:nvPr/>
        </p:nvGrpSpPr>
        <p:grpSpPr>
          <a:xfrm>
            <a:off x="8111883" y="3929280"/>
            <a:ext cx="1233175" cy="412717"/>
            <a:chOff x="598602" y="2774623"/>
            <a:chExt cx="1404595" cy="695652"/>
          </a:xfrm>
          <a:solidFill>
            <a:schemeClr val="bg1">
              <a:lumMod val="65000"/>
            </a:schemeClr>
          </a:solidFill>
        </p:grpSpPr>
        <p:sp>
          <p:nvSpPr>
            <p:cNvPr id="50" name="Rounded Rectangle 49"/>
            <p:cNvSpPr/>
            <p:nvPr/>
          </p:nvSpPr>
          <p:spPr bwMode="auto">
            <a:xfrm>
              <a:off x="598602" y="2774623"/>
              <a:ext cx="1404595" cy="545192"/>
            </a:xfrm>
            <a:prstGeom prst="roundRect">
              <a:avLst/>
            </a:prstGeom>
            <a:grpFill/>
            <a:ln w="9525" cap="flat" cmpd="sng" algn="ctr">
              <a:noFill/>
              <a:prstDash val="solid"/>
              <a:headEnd type="none" w="med" len="med"/>
              <a:tailEnd type="none" w="med" len="med"/>
            </a:ln>
            <a:effectLst/>
          </p:spPr>
          <p:txBody>
            <a:bodyPr rtlCol="0" anchor="ctr"/>
            <a:lstStyle/>
            <a:p>
              <a:pPr algn="ctr" defTabSz="1275079" fontAlgn="base">
                <a:spcBef>
                  <a:spcPct val="0"/>
                </a:spcBef>
                <a:spcAft>
                  <a:spcPct val="0"/>
                </a:spcAft>
              </a:pPr>
              <a:r>
                <a:rPr lang="en-US" sz="1050" b="1" kern="0" dirty="0">
                  <a:latin typeface="Arial"/>
                  <a:ea typeface="ＭＳ Ｐゴシック"/>
                </a:rPr>
                <a:t>Step 4</a:t>
              </a:r>
            </a:p>
          </p:txBody>
        </p:sp>
        <p:sp>
          <p:nvSpPr>
            <p:cNvPr id="51" name="Isosceles Triangle 50"/>
            <p:cNvSpPr/>
            <p:nvPr/>
          </p:nvSpPr>
          <p:spPr bwMode="auto">
            <a:xfrm flipV="1">
              <a:off x="744246" y="3316045"/>
              <a:ext cx="146342" cy="154230"/>
            </a:xfrm>
            <a:prstGeom prst="triangle">
              <a:avLst/>
            </a:prstGeom>
            <a:grpFill/>
            <a:ln w="9525" cap="flat" cmpd="sng" algn="ctr">
              <a:noFill/>
              <a:prstDash val="solid"/>
              <a:headEnd type="none" w="med" len="med"/>
              <a:tailEnd type="none" w="med" len="med"/>
            </a:ln>
            <a:effectLst/>
          </p:spPr>
          <p:txBody>
            <a:bodyPr rtlCol="0" anchor="ctr"/>
            <a:lstStyle/>
            <a:p>
              <a:pPr algn="ctr" defTabSz="1275079" fontAlgn="base">
                <a:spcBef>
                  <a:spcPct val="0"/>
                </a:spcBef>
                <a:spcAft>
                  <a:spcPct val="0"/>
                </a:spcAft>
              </a:pPr>
              <a:endParaRPr lang="en-US" sz="1050" b="1" kern="0">
                <a:latin typeface="Arial"/>
                <a:ea typeface="ＭＳ Ｐゴシック"/>
              </a:endParaRPr>
            </a:p>
          </p:txBody>
        </p:sp>
      </p:grpSp>
      <p:sp>
        <p:nvSpPr>
          <p:cNvPr id="57" name="Rounded Rectangle 56"/>
          <p:cNvSpPr/>
          <p:nvPr/>
        </p:nvSpPr>
        <p:spPr bwMode="auto">
          <a:xfrm>
            <a:off x="6247227" y="4438046"/>
            <a:ext cx="1256993" cy="666786"/>
          </a:xfrm>
          <a:prstGeom prst="roundRect">
            <a:avLst/>
          </a:prstGeom>
          <a:noFill/>
          <a:ln w="9525" cap="flat" cmpd="sng" algn="ctr">
            <a:solidFill>
              <a:srgbClr val="0069AA">
                <a:shade val="95000"/>
                <a:satMod val="105000"/>
              </a:srgbClr>
            </a:solidFill>
            <a:prstDash val="solid"/>
            <a:headEnd type="none" w="med" len="med"/>
            <a:tailEnd type="none" w="med" len="med"/>
          </a:ln>
          <a:effectLst/>
        </p:spPr>
        <p:txBody>
          <a:bodyPr lIns="127492" tIns="63770" rIns="127492" bIns="63770" rtlCol="0" anchor="ctr"/>
          <a:lstStyle/>
          <a:p>
            <a:pPr marL="239077" indent="-239077" defTabSz="1275079" fontAlgn="base">
              <a:spcBef>
                <a:spcPct val="0"/>
              </a:spcBef>
              <a:spcAft>
                <a:spcPct val="0"/>
              </a:spcAft>
              <a:buFont typeface="Wingdings" panose="05000000000000000000" pitchFamily="2" charset="2"/>
              <a:buChar char="q"/>
            </a:pPr>
            <a:endParaRPr lang="en-US" sz="1050" kern="0" dirty="0">
              <a:solidFill>
                <a:srgbClr val="1D1D1B"/>
              </a:solidFill>
              <a:latin typeface="Arial"/>
              <a:ea typeface="ＭＳ Ｐゴシック"/>
            </a:endParaRPr>
          </a:p>
        </p:txBody>
      </p:sp>
      <p:sp>
        <p:nvSpPr>
          <p:cNvPr id="58" name="Rounded Rectangle 57"/>
          <p:cNvSpPr/>
          <p:nvPr/>
        </p:nvSpPr>
        <p:spPr bwMode="auto">
          <a:xfrm>
            <a:off x="8111883" y="4415339"/>
            <a:ext cx="1256993" cy="688236"/>
          </a:xfrm>
          <a:prstGeom prst="roundRect">
            <a:avLst/>
          </a:prstGeom>
          <a:noFill/>
          <a:ln w="9525" cap="flat" cmpd="sng" algn="ctr">
            <a:solidFill>
              <a:srgbClr val="0069AA">
                <a:shade val="95000"/>
                <a:satMod val="105000"/>
              </a:srgbClr>
            </a:solidFill>
            <a:prstDash val="solid"/>
            <a:headEnd type="none" w="med" len="med"/>
            <a:tailEnd type="none" w="med" len="med"/>
          </a:ln>
          <a:effectLst/>
        </p:spPr>
        <p:txBody>
          <a:bodyPr lIns="127492" tIns="63770" rIns="127492" bIns="63770" rtlCol="0" anchor="ctr"/>
          <a:lstStyle/>
          <a:p>
            <a:pPr marL="239077" indent="-239077" defTabSz="1275079" fontAlgn="base">
              <a:spcBef>
                <a:spcPct val="0"/>
              </a:spcBef>
              <a:spcAft>
                <a:spcPct val="0"/>
              </a:spcAft>
              <a:buFont typeface="Wingdings" panose="05000000000000000000" pitchFamily="2" charset="2"/>
              <a:buChar char="q"/>
            </a:pPr>
            <a:endParaRPr lang="en-US" sz="1050" kern="0" dirty="0">
              <a:solidFill>
                <a:srgbClr val="1D1D1B"/>
              </a:solidFill>
              <a:latin typeface="Arial"/>
              <a:ea typeface="ＭＳ Ｐゴシック"/>
            </a:endParaRPr>
          </a:p>
        </p:txBody>
      </p:sp>
      <p:sp>
        <p:nvSpPr>
          <p:cNvPr id="60" name="Rounded Rectangle 59"/>
          <p:cNvSpPr/>
          <p:nvPr/>
        </p:nvSpPr>
        <p:spPr bwMode="auto">
          <a:xfrm>
            <a:off x="6968265" y="2448449"/>
            <a:ext cx="1256993" cy="1208935"/>
          </a:xfrm>
          <a:prstGeom prst="roundRect">
            <a:avLst/>
          </a:prstGeom>
          <a:noFill/>
          <a:ln w="9525" cap="flat" cmpd="sng" algn="ctr">
            <a:solidFill>
              <a:srgbClr val="0069AA">
                <a:shade val="95000"/>
                <a:satMod val="105000"/>
              </a:srgbClr>
            </a:solidFill>
            <a:prstDash val="solid"/>
            <a:headEnd type="none" w="med" len="med"/>
            <a:tailEnd type="none" w="med" len="med"/>
          </a:ln>
          <a:effectLst/>
        </p:spPr>
        <p:txBody>
          <a:bodyPr lIns="127492" tIns="63770" rIns="127492" bIns="63770" rtlCol="0" anchor="ctr"/>
          <a:lstStyle/>
          <a:p>
            <a:pPr marL="239077" indent="-239077" defTabSz="1275079" fontAlgn="base">
              <a:spcBef>
                <a:spcPct val="0"/>
              </a:spcBef>
              <a:spcAft>
                <a:spcPct val="0"/>
              </a:spcAft>
              <a:buFont typeface="Wingdings" panose="05000000000000000000" pitchFamily="2" charset="2"/>
              <a:buChar char="q"/>
            </a:pPr>
            <a:endParaRPr lang="en-US" sz="1050" kern="0" dirty="0">
              <a:solidFill>
                <a:srgbClr val="1D1D1B"/>
              </a:solidFill>
              <a:latin typeface="Arial"/>
              <a:ea typeface="ＭＳ Ｐゴシック"/>
            </a:endParaRPr>
          </a:p>
        </p:txBody>
      </p:sp>
      <p:sp>
        <p:nvSpPr>
          <p:cNvPr id="61" name="Rounded Rectangle 60"/>
          <p:cNvSpPr/>
          <p:nvPr/>
        </p:nvSpPr>
        <p:spPr bwMode="auto">
          <a:xfrm>
            <a:off x="8739257" y="2448449"/>
            <a:ext cx="1256993" cy="1208935"/>
          </a:xfrm>
          <a:prstGeom prst="roundRect">
            <a:avLst/>
          </a:prstGeom>
          <a:noFill/>
          <a:ln w="9525" cap="flat" cmpd="sng" algn="ctr">
            <a:solidFill>
              <a:srgbClr val="0069AA">
                <a:shade val="95000"/>
                <a:satMod val="105000"/>
              </a:srgbClr>
            </a:solidFill>
            <a:prstDash val="solid"/>
            <a:headEnd type="none" w="med" len="med"/>
            <a:tailEnd type="none" w="med" len="med"/>
          </a:ln>
          <a:effectLst/>
        </p:spPr>
        <p:txBody>
          <a:bodyPr lIns="127492" tIns="63770" rIns="127492" bIns="63770" rtlCol="0" anchor="ctr"/>
          <a:lstStyle/>
          <a:p>
            <a:pPr marL="239077" indent="-239077" defTabSz="1275079" fontAlgn="base">
              <a:spcBef>
                <a:spcPct val="0"/>
              </a:spcBef>
              <a:spcAft>
                <a:spcPct val="0"/>
              </a:spcAft>
              <a:buFont typeface="Wingdings" panose="05000000000000000000" pitchFamily="2" charset="2"/>
              <a:buChar char="q"/>
            </a:pPr>
            <a:endParaRPr lang="en-US" sz="1050" kern="0" dirty="0">
              <a:solidFill>
                <a:srgbClr val="1D1D1B"/>
              </a:solidFill>
              <a:latin typeface="Arial"/>
              <a:ea typeface="ＭＳ Ｐゴシック"/>
            </a:endParaRPr>
          </a:p>
        </p:txBody>
      </p:sp>
      <p:sp>
        <p:nvSpPr>
          <p:cNvPr id="56" name="Text Placeholder 2"/>
          <p:cNvSpPr txBox="1">
            <a:spLocks/>
          </p:cNvSpPr>
          <p:nvPr/>
        </p:nvSpPr>
        <p:spPr>
          <a:xfrm>
            <a:off x="1856268" y="22415"/>
            <a:ext cx="7235456" cy="533400"/>
          </a:xfrm>
          <a:prstGeom prst="rect">
            <a:avLst/>
          </a:prstGeom>
        </p:spPr>
        <p:txBody>
          <a:bodyPr anchor="ctr"/>
          <a:lstStyle>
            <a:lvl1pPr marL="0">
              <a:defRPr sz="3000">
                <a:solidFill>
                  <a:srgbClr val="063161"/>
                </a:solidFill>
                <a:latin typeface="Georgia" panose="02040502050405020303"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1800" b="1" kern="0" dirty="0">
                <a:latin typeface="+mj-lt"/>
              </a:rPr>
              <a:t>COPIS</a:t>
            </a:r>
          </a:p>
        </p:txBody>
      </p:sp>
      <p:sp>
        <p:nvSpPr>
          <p:cNvPr id="55" name="AutoShape 8"/>
          <p:cNvSpPr>
            <a:spLocks noChangeArrowheads="1"/>
          </p:cNvSpPr>
          <p:nvPr/>
        </p:nvSpPr>
        <p:spPr bwMode="auto">
          <a:xfrm>
            <a:off x="0" y="70773"/>
            <a:ext cx="1814732" cy="416569"/>
          </a:xfrm>
          <a:prstGeom prst="chevron">
            <a:avLst>
              <a:gd name="adj" fmla="val 40576"/>
            </a:avLst>
          </a:prstGeom>
          <a:solidFill>
            <a:srgbClr val="EB3846"/>
          </a:solidFill>
          <a:ln>
            <a:noFill/>
          </a:ln>
          <a:effectLst/>
        </p:spPr>
        <p:txBody>
          <a:bodyPr wrap="none" anchor="ctr"/>
          <a:lstStyle>
            <a:lvl1pPr defTabSz="973138" eaLnBrk="0" hangingPunct="0">
              <a:tabLst>
                <a:tab pos="1374775" algn="l"/>
              </a:tabLst>
              <a:defRPr sz="1200">
                <a:solidFill>
                  <a:schemeClr val="tx1"/>
                </a:solidFill>
                <a:latin typeface="Arial" charset="0"/>
                <a:ea typeface="ＭＳ Ｐゴシック" pitchFamily="34" charset="-128"/>
              </a:defRPr>
            </a:lvl1pPr>
            <a:lvl2pPr marL="742950" indent="-285750" defTabSz="973138" eaLnBrk="0" hangingPunct="0">
              <a:tabLst>
                <a:tab pos="1374775" algn="l"/>
              </a:tabLst>
              <a:defRPr sz="1200">
                <a:solidFill>
                  <a:schemeClr val="tx1"/>
                </a:solidFill>
                <a:latin typeface="Arial" charset="0"/>
                <a:ea typeface="ＭＳ Ｐゴシック" pitchFamily="34" charset="-128"/>
              </a:defRPr>
            </a:lvl2pPr>
            <a:lvl3pPr marL="1143000" indent="-228600" defTabSz="973138" eaLnBrk="0" hangingPunct="0">
              <a:tabLst>
                <a:tab pos="1374775" algn="l"/>
              </a:tabLst>
              <a:defRPr sz="1200">
                <a:solidFill>
                  <a:schemeClr val="tx1"/>
                </a:solidFill>
                <a:latin typeface="Arial" charset="0"/>
                <a:ea typeface="ＭＳ Ｐゴシック" pitchFamily="34" charset="-128"/>
              </a:defRPr>
            </a:lvl3pPr>
            <a:lvl4pPr marL="1600200" indent="-228600" defTabSz="973138" eaLnBrk="0" hangingPunct="0">
              <a:tabLst>
                <a:tab pos="1374775" algn="l"/>
              </a:tabLst>
              <a:defRPr sz="1200">
                <a:solidFill>
                  <a:schemeClr val="tx1"/>
                </a:solidFill>
                <a:latin typeface="Arial" charset="0"/>
                <a:ea typeface="ＭＳ Ｐゴシック" pitchFamily="34" charset="-128"/>
              </a:defRPr>
            </a:lvl4pPr>
            <a:lvl5pPr marL="2057400" indent="-228600" defTabSz="973138" eaLnBrk="0" hangingPunct="0">
              <a:tabLst>
                <a:tab pos="1374775" algn="l"/>
              </a:tabLst>
              <a:defRPr sz="1200">
                <a:solidFill>
                  <a:schemeClr val="tx1"/>
                </a:solidFill>
                <a:latin typeface="Arial" charset="0"/>
                <a:ea typeface="ＭＳ Ｐゴシック" pitchFamily="34" charset="-128"/>
              </a:defRPr>
            </a:lvl5pPr>
            <a:lvl6pPr marL="25146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6pPr>
            <a:lvl7pPr marL="29718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7pPr>
            <a:lvl8pPr marL="34290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8pPr>
            <a:lvl9pPr marL="38862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9pPr>
          </a:lstStyle>
          <a:p>
            <a:pPr eaLnBrk="1" hangingPunct="1">
              <a:buClr>
                <a:srgbClr val="905500"/>
              </a:buClr>
            </a:pPr>
            <a:r>
              <a:rPr lang="en-US" altLang="en-US" sz="1800" b="1" dirty="0">
                <a:solidFill>
                  <a:schemeClr val="bg1"/>
                </a:solidFill>
              </a:rPr>
              <a:t>Define</a:t>
            </a:r>
          </a:p>
        </p:txBody>
      </p:sp>
      <p:sp>
        <p:nvSpPr>
          <p:cNvPr id="62" name="Rectangle 61"/>
          <p:cNvSpPr/>
          <p:nvPr/>
        </p:nvSpPr>
        <p:spPr>
          <a:xfrm>
            <a:off x="2147919" y="2710266"/>
            <a:ext cx="1231043" cy="646331"/>
          </a:xfrm>
          <a:prstGeom prst="rect">
            <a:avLst/>
          </a:prstGeom>
        </p:spPr>
        <p:txBody>
          <a:bodyPr wrap="square">
            <a:spAutoFit/>
          </a:bodyPr>
          <a:lstStyle/>
          <a:p>
            <a:pPr marL="285750" indent="-285750">
              <a:buFont typeface="Wingdings" panose="05000000000000000000" pitchFamily="2" charset="2"/>
              <a:buChar char="§"/>
            </a:pPr>
            <a:r>
              <a:rPr lang="en-US" sz="900" dirty="0">
                <a:latin typeface="+mj-lt"/>
                <a:cs typeface="Arial" panose="020B0604020202020204" pitchFamily="34" charset="0"/>
              </a:rPr>
              <a:t>Supplier</a:t>
            </a:r>
          </a:p>
          <a:p>
            <a:pPr marL="285750" indent="-285750">
              <a:buFont typeface="Wingdings" panose="05000000000000000000" pitchFamily="2" charset="2"/>
              <a:buChar char="§"/>
            </a:pPr>
            <a:r>
              <a:rPr lang="en-US" sz="900" dirty="0">
                <a:latin typeface="+mj-lt"/>
                <a:cs typeface="Arial" panose="020B0604020202020204" pitchFamily="34" charset="0"/>
              </a:rPr>
              <a:t>XYZ users </a:t>
            </a:r>
          </a:p>
          <a:p>
            <a:pPr marL="285750" indent="-285750">
              <a:buFont typeface="Wingdings" panose="05000000000000000000" pitchFamily="2" charset="2"/>
              <a:buChar char="§"/>
            </a:pPr>
            <a:r>
              <a:rPr lang="en-US" sz="900" dirty="0">
                <a:latin typeface="+mj-lt"/>
                <a:cs typeface="Arial" panose="020B0604020202020204" pitchFamily="34" charset="0"/>
              </a:rPr>
              <a:t>Finance department</a:t>
            </a:r>
          </a:p>
        </p:txBody>
      </p:sp>
      <p:sp>
        <p:nvSpPr>
          <p:cNvPr id="63" name="Rectangle 62"/>
          <p:cNvSpPr/>
          <p:nvPr/>
        </p:nvSpPr>
        <p:spPr>
          <a:xfrm>
            <a:off x="3531672" y="2559313"/>
            <a:ext cx="1391583" cy="923330"/>
          </a:xfrm>
          <a:prstGeom prst="rect">
            <a:avLst/>
          </a:prstGeom>
        </p:spPr>
        <p:txBody>
          <a:bodyPr wrap="square">
            <a:spAutoFit/>
          </a:bodyPr>
          <a:lstStyle/>
          <a:p>
            <a:pPr marL="171450" indent="-171450">
              <a:buFont typeface="Arial" panose="020B0604020202020204" pitchFamily="34" charset="0"/>
              <a:buChar char="•"/>
            </a:pPr>
            <a:endParaRPr lang="en-US" sz="900" dirty="0">
              <a:latin typeface="+mj-lt"/>
              <a:cs typeface="Arial" panose="020B0604020202020204" pitchFamily="34" charset="0"/>
            </a:endParaRPr>
          </a:p>
          <a:p>
            <a:pPr marL="171450" indent="-171450">
              <a:buFont typeface="Arial" panose="020B0604020202020204" pitchFamily="34" charset="0"/>
              <a:buChar char="•"/>
            </a:pPr>
            <a:r>
              <a:rPr lang="en-US" sz="900" dirty="0">
                <a:latin typeface="+mj-lt"/>
                <a:cs typeface="Arial" panose="020B0604020202020204" pitchFamily="34" charset="0"/>
              </a:rPr>
              <a:t>Invoice Payment</a:t>
            </a:r>
          </a:p>
          <a:p>
            <a:pPr marL="171450" indent="-171450">
              <a:buFont typeface="Arial" panose="020B0604020202020204" pitchFamily="34" charset="0"/>
              <a:buChar char="•"/>
            </a:pPr>
            <a:r>
              <a:rPr lang="en-US" sz="900" dirty="0">
                <a:latin typeface="+mj-lt"/>
                <a:cs typeface="Arial" panose="020B0604020202020204" pitchFamily="34" charset="0"/>
              </a:rPr>
              <a:t>Invoice booked in SAP</a:t>
            </a:r>
          </a:p>
          <a:p>
            <a:pPr marL="171450" indent="-171450">
              <a:buFont typeface="Arial" panose="020B0604020202020204" pitchFamily="34" charset="0"/>
              <a:buChar char="•"/>
            </a:pPr>
            <a:r>
              <a:rPr lang="en-US" sz="900" dirty="0">
                <a:latin typeface="+mj-lt"/>
                <a:ea typeface="ＭＳ Ｐゴシック" pitchFamily="34" charset="-128"/>
                <a:cs typeface="Arial" panose="020B0604020202020204" pitchFamily="34" charset="0"/>
              </a:rPr>
              <a:t>Invoice Rejection</a:t>
            </a:r>
          </a:p>
          <a:p>
            <a:endParaRPr lang="en-US" sz="900" dirty="0">
              <a:latin typeface="+mj-lt"/>
              <a:ea typeface="ＭＳ Ｐゴシック" pitchFamily="34" charset="-128"/>
              <a:cs typeface="Arial" panose="020B0604020202020204" pitchFamily="34" charset="0"/>
            </a:endParaRPr>
          </a:p>
        </p:txBody>
      </p:sp>
      <p:sp>
        <p:nvSpPr>
          <p:cNvPr id="65" name="Rectangle 64"/>
          <p:cNvSpPr/>
          <p:nvPr/>
        </p:nvSpPr>
        <p:spPr>
          <a:xfrm>
            <a:off x="6597669" y="2738714"/>
            <a:ext cx="1752044" cy="729430"/>
          </a:xfrm>
          <a:prstGeom prst="rect">
            <a:avLst/>
          </a:prstGeom>
        </p:spPr>
        <p:txBody>
          <a:bodyPr wrap="square">
            <a:spAutoFit/>
          </a:bodyPr>
          <a:lstStyle/>
          <a:p>
            <a:pPr marL="457166" indent="-171450" fontAlgn="base">
              <a:lnSpc>
                <a:spcPct val="115000"/>
              </a:lnSpc>
              <a:spcBef>
                <a:spcPct val="0"/>
              </a:spcBef>
              <a:spcAft>
                <a:spcPct val="0"/>
              </a:spcAft>
              <a:buClr>
                <a:srgbClr val="002060"/>
              </a:buClr>
              <a:buSzPct val="140000"/>
              <a:buFont typeface="Arial" panose="020B0604020202020204" pitchFamily="34" charset="0"/>
              <a:buChar char="•"/>
              <a:defRPr/>
            </a:pPr>
            <a:r>
              <a:rPr lang="en-US" sz="900" dirty="0">
                <a:latin typeface="+mj-lt"/>
                <a:ea typeface="ＭＳ Ｐゴシック" pitchFamily="34" charset="-128"/>
              </a:rPr>
              <a:t>Invoices </a:t>
            </a:r>
          </a:p>
          <a:p>
            <a:pPr marL="457166" indent="-171450" fontAlgn="base">
              <a:lnSpc>
                <a:spcPct val="115000"/>
              </a:lnSpc>
              <a:spcBef>
                <a:spcPct val="0"/>
              </a:spcBef>
              <a:spcAft>
                <a:spcPct val="0"/>
              </a:spcAft>
              <a:buClr>
                <a:srgbClr val="002060"/>
              </a:buClr>
              <a:buSzPct val="140000"/>
              <a:buFont typeface="Arial" panose="020B0604020202020204" pitchFamily="34" charset="0"/>
              <a:buChar char="•"/>
              <a:defRPr/>
            </a:pPr>
            <a:r>
              <a:rPr lang="en-US" sz="900" dirty="0">
                <a:latin typeface="+mj-lt"/>
                <a:ea typeface="ＭＳ Ｐゴシック" pitchFamily="34" charset="-128"/>
              </a:rPr>
              <a:t>Vendor queries</a:t>
            </a:r>
          </a:p>
          <a:p>
            <a:pPr marL="457166" indent="-171450" fontAlgn="base">
              <a:lnSpc>
                <a:spcPct val="115000"/>
              </a:lnSpc>
              <a:spcBef>
                <a:spcPct val="0"/>
              </a:spcBef>
              <a:spcAft>
                <a:spcPct val="0"/>
              </a:spcAft>
              <a:buClr>
                <a:srgbClr val="002060"/>
              </a:buClr>
              <a:buSzPct val="140000"/>
              <a:buFont typeface="Arial" panose="020B0604020202020204" pitchFamily="34" charset="0"/>
              <a:buChar char="•"/>
              <a:defRPr/>
            </a:pPr>
            <a:r>
              <a:rPr lang="en-US" sz="900" dirty="0">
                <a:latin typeface="+mj-lt"/>
                <a:ea typeface="ＭＳ Ｐゴシック" pitchFamily="34" charset="-128"/>
              </a:rPr>
              <a:t>Approval information</a:t>
            </a:r>
          </a:p>
          <a:p>
            <a:pPr marL="285716" fontAlgn="base">
              <a:lnSpc>
                <a:spcPct val="115000"/>
              </a:lnSpc>
              <a:spcBef>
                <a:spcPct val="0"/>
              </a:spcBef>
              <a:spcAft>
                <a:spcPct val="0"/>
              </a:spcAft>
              <a:buClr>
                <a:srgbClr val="002060"/>
              </a:buClr>
              <a:buSzPct val="140000"/>
              <a:defRPr/>
            </a:pPr>
            <a:endParaRPr lang="en-US" sz="900" dirty="0">
              <a:latin typeface="+mj-lt"/>
              <a:ea typeface="ＭＳ Ｐゴシック" pitchFamily="34" charset="-128"/>
            </a:endParaRPr>
          </a:p>
        </p:txBody>
      </p:sp>
      <p:sp>
        <p:nvSpPr>
          <p:cNvPr id="67" name="Rectangle 66"/>
          <p:cNvSpPr/>
          <p:nvPr/>
        </p:nvSpPr>
        <p:spPr>
          <a:xfrm>
            <a:off x="8707785" y="2611024"/>
            <a:ext cx="1256993" cy="784830"/>
          </a:xfrm>
          <a:prstGeom prst="rect">
            <a:avLst/>
          </a:prstGeom>
        </p:spPr>
        <p:txBody>
          <a:bodyPr wrap="square">
            <a:spAutoFit/>
          </a:bodyPr>
          <a:lstStyle/>
          <a:p>
            <a:endParaRPr lang="en-GB" sz="900" dirty="0">
              <a:latin typeface="+mj-lt"/>
              <a:ea typeface="MS PGothic" pitchFamily="34" charset="-128"/>
            </a:endParaRPr>
          </a:p>
          <a:p>
            <a:pPr marL="171450" indent="-171450">
              <a:buFont typeface="Arial" panose="020B0604020202020204" pitchFamily="34" charset="0"/>
              <a:buChar char="•"/>
            </a:pPr>
            <a:r>
              <a:rPr lang="en-US" sz="900" dirty="0">
                <a:latin typeface="+mj-lt"/>
                <a:ea typeface="MS PGothic" pitchFamily="34" charset="-128"/>
              </a:rPr>
              <a:t>Business Unit</a:t>
            </a:r>
            <a:endParaRPr lang="en-GB" sz="900" dirty="0">
              <a:latin typeface="+mj-lt"/>
              <a:ea typeface="MS PGothic" pitchFamily="34" charset="-128"/>
            </a:endParaRPr>
          </a:p>
          <a:p>
            <a:pPr marL="171450" indent="-171450">
              <a:buFont typeface="Arial" panose="020B0604020202020204" pitchFamily="34" charset="0"/>
              <a:buChar char="•"/>
            </a:pPr>
            <a:r>
              <a:rPr lang="en-US" sz="900" dirty="0">
                <a:latin typeface="+mj-lt"/>
                <a:ea typeface="MS PGothic" pitchFamily="34" charset="-128"/>
              </a:rPr>
              <a:t>  Process Associates</a:t>
            </a:r>
          </a:p>
          <a:p>
            <a:pPr marL="171450" indent="-171450">
              <a:buFont typeface="Arial" panose="020B0604020202020204" pitchFamily="34" charset="0"/>
              <a:buChar char="•"/>
            </a:pPr>
            <a:r>
              <a:rPr lang="en-US" sz="900" dirty="0">
                <a:latin typeface="+mj-lt"/>
                <a:ea typeface="MS PGothic" pitchFamily="34" charset="-128"/>
              </a:rPr>
              <a:t>Vendor</a:t>
            </a:r>
            <a:endParaRPr lang="pl-PL" sz="900" dirty="0">
              <a:latin typeface="+mj-lt"/>
              <a:ea typeface="MS PGothic" pitchFamily="34" charset="-128"/>
            </a:endParaRPr>
          </a:p>
        </p:txBody>
      </p:sp>
      <p:sp>
        <p:nvSpPr>
          <p:cNvPr id="3" name="TextBox 2"/>
          <p:cNvSpPr txBox="1"/>
          <p:nvPr/>
        </p:nvSpPr>
        <p:spPr>
          <a:xfrm>
            <a:off x="2332538" y="4458658"/>
            <a:ext cx="1199134" cy="553998"/>
          </a:xfrm>
          <a:prstGeom prst="rect">
            <a:avLst/>
          </a:prstGeom>
          <a:noFill/>
        </p:spPr>
        <p:txBody>
          <a:bodyPr wrap="square" rtlCol="0">
            <a:spAutoFit/>
          </a:bodyPr>
          <a:lstStyle/>
          <a:p>
            <a:r>
              <a:rPr lang="en-US" sz="1000" dirty="0"/>
              <a:t>Invoices created by the supplier in </a:t>
            </a:r>
            <a:r>
              <a:rPr lang="en-US" sz="1000" dirty="0" err="1"/>
              <a:t>Coupa</a:t>
            </a:r>
            <a:endParaRPr lang="en-US" sz="1000" dirty="0"/>
          </a:p>
        </p:txBody>
      </p:sp>
      <p:sp>
        <p:nvSpPr>
          <p:cNvPr id="4" name="TextBox 3"/>
          <p:cNvSpPr txBox="1"/>
          <p:nvPr/>
        </p:nvSpPr>
        <p:spPr>
          <a:xfrm>
            <a:off x="4315695" y="4526437"/>
            <a:ext cx="1265854" cy="369332"/>
          </a:xfrm>
          <a:prstGeom prst="rect">
            <a:avLst/>
          </a:prstGeom>
          <a:noFill/>
        </p:spPr>
        <p:txBody>
          <a:bodyPr wrap="square" rtlCol="0">
            <a:spAutoFit/>
          </a:bodyPr>
          <a:lstStyle/>
          <a:p>
            <a:r>
              <a:rPr lang="en-US" sz="900" dirty="0"/>
              <a:t>Accounting information provided</a:t>
            </a:r>
          </a:p>
        </p:txBody>
      </p:sp>
      <p:sp>
        <p:nvSpPr>
          <p:cNvPr id="5" name="TextBox 4"/>
          <p:cNvSpPr txBox="1"/>
          <p:nvPr/>
        </p:nvSpPr>
        <p:spPr>
          <a:xfrm>
            <a:off x="6251513" y="4549885"/>
            <a:ext cx="1210929" cy="369332"/>
          </a:xfrm>
          <a:prstGeom prst="rect">
            <a:avLst/>
          </a:prstGeom>
          <a:noFill/>
        </p:spPr>
        <p:txBody>
          <a:bodyPr wrap="square" rtlCol="0">
            <a:spAutoFit/>
          </a:bodyPr>
          <a:lstStyle/>
          <a:p>
            <a:r>
              <a:rPr lang="en-US" sz="900" dirty="0"/>
              <a:t>Invoices booked in SAP</a:t>
            </a:r>
          </a:p>
        </p:txBody>
      </p:sp>
      <p:sp>
        <p:nvSpPr>
          <p:cNvPr id="7" name="TextBox 6"/>
          <p:cNvSpPr txBox="1"/>
          <p:nvPr/>
        </p:nvSpPr>
        <p:spPr>
          <a:xfrm>
            <a:off x="8165189" y="4595640"/>
            <a:ext cx="1241323" cy="369332"/>
          </a:xfrm>
          <a:prstGeom prst="rect">
            <a:avLst/>
          </a:prstGeom>
          <a:noFill/>
        </p:spPr>
        <p:txBody>
          <a:bodyPr wrap="square" rtlCol="0">
            <a:spAutoFit/>
          </a:bodyPr>
          <a:lstStyle/>
          <a:p>
            <a:r>
              <a:rPr lang="en-US" sz="900" dirty="0"/>
              <a:t>Invoices paid at due date</a:t>
            </a:r>
          </a:p>
        </p:txBody>
      </p:sp>
      <p:sp>
        <p:nvSpPr>
          <p:cNvPr id="68" name="Rounded Rectangle 67"/>
          <p:cNvSpPr/>
          <p:nvPr/>
        </p:nvSpPr>
        <p:spPr bwMode="auto">
          <a:xfrm>
            <a:off x="2176731" y="5539255"/>
            <a:ext cx="1256993" cy="688236"/>
          </a:xfrm>
          <a:prstGeom prst="roundRect">
            <a:avLst/>
          </a:prstGeom>
          <a:noFill/>
          <a:ln w="9525" cap="flat" cmpd="sng" algn="ctr">
            <a:solidFill>
              <a:srgbClr val="0069AA">
                <a:shade val="95000"/>
                <a:satMod val="105000"/>
              </a:srgbClr>
            </a:solidFill>
            <a:prstDash val="solid"/>
            <a:headEnd type="none" w="med" len="med"/>
            <a:tailEnd type="none" w="med" len="med"/>
          </a:ln>
          <a:effectLst/>
        </p:spPr>
        <p:txBody>
          <a:bodyPr lIns="127492" tIns="63770" rIns="127492" bIns="63770" rtlCol="0" anchor="ctr"/>
          <a:lstStyle/>
          <a:p>
            <a:pPr marL="239077" indent="-239077" defTabSz="1275079" fontAlgn="base">
              <a:spcBef>
                <a:spcPct val="0"/>
              </a:spcBef>
              <a:spcAft>
                <a:spcPct val="0"/>
              </a:spcAft>
              <a:buFont typeface="Wingdings" panose="05000000000000000000" pitchFamily="2" charset="2"/>
              <a:buChar char="q"/>
            </a:pPr>
            <a:endParaRPr lang="en-US" sz="1050" kern="0" dirty="0">
              <a:solidFill>
                <a:srgbClr val="1D1D1B"/>
              </a:solidFill>
              <a:latin typeface="Arial"/>
              <a:ea typeface="ＭＳ Ｐゴシック"/>
            </a:endParaRPr>
          </a:p>
        </p:txBody>
      </p:sp>
      <p:sp>
        <p:nvSpPr>
          <p:cNvPr id="69" name="Rounded Rectangle 68"/>
          <p:cNvSpPr/>
          <p:nvPr/>
        </p:nvSpPr>
        <p:spPr bwMode="auto">
          <a:xfrm>
            <a:off x="4271250" y="5543586"/>
            <a:ext cx="1256993" cy="688236"/>
          </a:xfrm>
          <a:prstGeom prst="roundRect">
            <a:avLst/>
          </a:prstGeom>
          <a:noFill/>
          <a:ln w="9525" cap="flat" cmpd="sng" algn="ctr">
            <a:solidFill>
              <a:srgbClr val="0069AA">
                <a:shade val="95000"/>
                <a:satMod val="105000"/>
              </a:srgbClr>
            </a:solidFill>
            <a:prstDash val="solid"/>
            <a:headEnd type="none" w="med" len="med"/>
            <a:tailEnd type="none" w="med" len="med"/>
          </a:ln>
          <a:effectLst/>
        </p:spPr>
        <p:txBody>
          <a:bodyPr lIns="127492" tIns="63770" rIns="127492" bIns="63770" rtlCol="0" anchor="ctr"/>
          <a:lstStyle/>
          <a:p>
            <a:pPr marL="239077" indent="-239077" defTabSz="1275079" fontAlgn="base">
              <a:spcBef>
                <a:spcPct val="0"/>
              </a:spcBef>
              <a:spcAft>
                <a:spcPct val="0"/>
              </a:spcAft>
              <a:buFont typeface="Wingdings" panose="05000000000000000000" pitchFamily="2" charset="2"/>
              <a:buChar char="q"/>
            </a:pPr>
            <a:endParaRPr lang="en-US" sz="1050" kern="0" dirty="0">
              <a:solidFill>
                <a:srgbClr val="1D1D1B"/>
              </a:solidFill>
              <a:latin typeface="Arial"/>
              <a:ea typeface="ＭＳ Ｐゴシック"/>
            </a:endParaRPr>
          </a:p>
        </p:txBody>
      </p:sp>
      <p:sp>
        <p:nvSpPr>
          <p:cNvPr id="8" name="TextBox 7"/>
          <p:cNvSpPr txBox="1"/>
          <p:nvPr/>
        </p:nvSpPr>
        <p:spPr>
          <a:xfrm>
            <a:off x="2214857" y="5724959"/>
            <a:ext cx="1180738" cy="369332"/>
          </a:xfrm>
          <a:prstGeom prst="rect">
            <a:avLst/>
          </a:prstGeom>
          <a:noFill/>
        </p:spPr>
        <p:txBody>
          <a:bodyPr wrap="square" rtlCol="0">
            <a:spAutoFit/>
          </a:bodyPr>
          <a:lstStyle/>
          <a:p>
            <a:r>
              <a:rPr lang="en-US" sz="900" dirty="0"/>
              <a:t>Invoices sent to AP department</a:t>
            </a:r>
          </a:p>
        </p:txBody>
      </p:sp>
      <p:sp>
        <p:nvSpPr>
          <p:cNvPr id="41" name="TextBox 40"/>
          <p:cNvSpPr txBox="1"/>
          <p:nvPr/>
        </p:nvSpPr>
        <p:spPr>
          <a:xfrm>
            <a:off x="4328890" y="5700496"/>
            <a:ext cx="1188730" cy="646331"/>
          </a:xfrm>
          <a:prstGeom prst="rect">
            <a:avLst/>
          </a:prstGeom>
          <a:noFill/>
        </p:spPr>
        <p:txBody>
          <a:bodyPr wrap="square" rtlCol="0">
            <a:spAutoFit/>
          </a:bodyPr>
          <a:lstStyle/>
          <a:p>
            <a:r>
              <a:rPr lang="en-US" sz="900" dirty="0"/>
              <a:t>PO inserted on the invoice</a:t>
            </a:r>
          </a:p>
          <a:p>
            <a:endParaRPr lang="en-US" dirty="0"/>
          </a:p>
        </p:txBody>
      </p:sp>
      <p:sp>
        <p:nvSpPr>
          <p:cNvPr id="70" name="Oval 69"/>
          <p:cNvSpPr/>
          <p:nvPr/>
        </p:nvSpPr>
        <p:spPr>
          <a:xfrm flipV="1">
            <a:off x="2253135" y="5599183"/>
            <a:ext cx="152400" cy="153626"/>
          </a:xfrm>
          <a:prstGeom prst="ellipse">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71" name="Oval 70"/>
          <p:cNvSpPr/>
          <p:nvPr/>
        </p:nvSpPr>
        <p:spPr>
          <a:xfrm>
            <a:off x="4315695" y="4454278"/>
            <a:ext cx="154695" cy="126568"/>
          </a:xfrm>
          <a:prstGeom prst="ellipse">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72" name="Oval 71"/>
          <p:cNvSpPr/>
          <p:nvPr/>
        </p:nvSpPr>
        <p:spPr>
          <a:xfrm>
            <a:off x="6309927" y="4470771"/>
            <a:ext cx="131778" cy="124869"/>
          </a:xfrm>
          <a:prstGeom prst="ellipse">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73" name="Oval 72"/>
          <p:cNvSpPr/>
          <p:nvPr/>
        </p:nvSpPr>
        <p:spPr>
          <a:xfrm>
            <a:off x="8192003" y="4479977"/>
            <a:ext cx="149744" cy="115663"/>
          </a:xfrm>
          <a:prstGeom prst="ellipse">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74" name="Isosceles Triangle 73"/>
          <p:cNvSpPr/>
          <p:nvPr/>
        </p:nvSpPr>
        <p:spPr>
          <a:xfrm>
            <a:off x="2233918" y="4506784"/>
            <a:ext cx="134541" cy="153626"/>
          </a:xfrm>
          <a:prstGeom prst="triangle">
            <a:avLst/>
          </a:prstGeom>
          <a:solidFill>
            <a:srgbClr val="F8F2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75" name="Isosceles Triangle 74"/>
          <p:cNvSpPr/>
          <p:nvPr/>
        </p:nvSpPr>
        <p:spPr>
          <a:xfrm>
            <a:off x="4301503" y="5599183"/>
            <a:ext cx="134541" cy="153626"/>
          </a:xfrm>
          <a:prstGeom prst="triangle">
            <a:avLst/>
          </a:prstGeom>
          <a:solidFill>
            <a:srgbClr val="F8F2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Tree>
    <p:extLst>
      <p:ext uri="{BB962C8B-B14F-4D97-AF65-F5344CB8AC3E}">
        <p14:creationId xmlns:p14="http://schemas.microsoft.com/office/powerpoint/2010/main" val="255206370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2"/>
          <p:cNvSpPr txBox="1">
            <a:spLocks/>
          </p:cNvSpPr>
          <p:nvPr/>
        </p:nvSpPr>
        <p:spPr>
          <a:xfrm>
            <a:off x="1905000" y="104842"/>
            <a:ext cx="7235456" cy="533400"/>
          </a:xfrm>
          <a:prstGeom prst="rect">
            <a:avLst/>
          </a:prstGeom>
        </p:spPr>
        <p:txBody>
          <a:bodyPr anchor="ctr"/>
          <a:lstStyle>
            <a:lvl1pPr marL="0">
              <a:defRPr sz="3000">
                <a:solidFill>
                  <a:srgbClr val="063161"/>
                </a:solidFill>
                <a:latin typeface="Georgia" panose="02040502050405020303"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1800" b="1" kern="0" dirty="0">
                <a:latin typeface="+mj-lt"/>
              </a:rPr>
              <a:t>ARMI</a:t>
            </a:r>
          </a:p>
        </p:txBody>
      </p:sp>
      <p:sp>
        <p:nvSpPr>
          <p:cNvPr id="15" name="Rectangle 14"/>
          <p:cNvSpPr/>
          <p:nvPr/>
        </p:nvSpPr>
        <p:spPr>
          <a:xfrm>
            <a:off x="1354738" y="1447800"/>
            <a:ext cx="5963384" cy="276999"/>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wrap="square" lIns="0" tIns="0" rIns="0" bIns="0">
            <a:spAutoFit/>
          </a:bodyPr>
          <a:lstStyle/>
          <a:p>
            <a:pPr eaLnBrk="0" hangingPunct="0"/>
            <a:r>
              <a:rPr lang="en-US" dirty="0">
                <a:solidFill>
                  <a:schemeClr val="bg1"/>
                </a:solidFill>
                <a:latin typeface="Trebuchet MS" pitchFamily="34" charset="0"/>
                <a:ea typeface="MS PGothic" pitchFamily="34" charset="-128"/>
              </a:rPr>
              <a:t>ARMI</a:t>
            </a:r>
          </a:p>
        </p:txBody>
      </p:sp>
      <p:sp>
        <p:nvSpPr>
          <p:cNvPr id="2" name="TextBox 1"/>
          <p:cNvSpPr txBox="1"/>
          <p:nvPr/>
        </p:nvSpPr>
        <p:spPr>
          <a:xfrm>
            <a:off x="1600200" y="4572000"/>
            <a:ext cx="1510350" cy="830997"/>
          </a:xfrm>
          <a:prstGeom prst="rect">
            <a:avLst/>
          </a:prstGeom>
          <a:noFill/>
        </p:spPr>
        <p:txBody>
          <a:bodyPr wrap="none" rtlCol="0">
            <a:spAutoFit/>
          </a:bodyPr>
          <a:lstStyle/>
          <a:p>
            <a:r>
              <a:rPr lang="en-US" sz="1200" dirty="0"/>
              <a:t>A – Approver</a:t>
            </a:r>
          </a:p>
          <a:p>
            <a:r>
              <a:rPr lang="en-US" sz="1200" dirty="0"/>
              <a:t>R – Recourse</a:t>
            </a:r>
          </a:p>
          <a:p>
            <a:r>
              <a:rPr lang="en-US" sz="1200" dirty="0"/>
              <a:t>M – Team Member</a:t>
            </a:r>
          </a:p>
          <a:p>
            <a:r>
              <a:rPr lang="en-US" sz="1200" dirty="0"/>
              <a:t>I – Interested Party</a:t>
            </a:r>
          </a:p>
        </p:txBody>
      </p:sp>
      <p:sp>
        <p:nvSpPr>
          <p:cNvPr id="6" name="AutoShape 8"/>
          <p:cNvSpPr>
            <a:spLocks noChangeArrowheads="1"/>
          </p:cNvSpPr>
          <p:nvPr/>
        </p:nvSpPr>
        <p:spPr bwMode="auto">
          <a:xfrm>
            <a:off x="0" y="152400"/>
            <a:ext cx="1814732" cy="416569"/>
          </a:xfrm>
          <a:prstGeom prst="chevron">
            <a:avLst>
              <a:gd name="adj" fmla="val 40576"/>
            </a:avLst>
          </a:prstGeom>
          <a:solidFill>
            <a:srgbClr val="EB3846"/>
          </a:solidFill>
          <a:ln>
            <a:noFill/>
          </a:ln>
          <a:effectLst/>
        </p:spPr>
        <p:txBody>
          <a:bodyPr wrap="none" anchor="ctr"/>
          <a:lstStyle>
            <a:lvl1pPr defTabSz="973138" eaLnBrk="0" hangingPunct="0">
              <a:tabLst>
                <a:tab pos="1374775" algn="l"/>
              </a:tabLst>
              <a:defRPr sz="1200">
                <a:solidFill>
                  <a:schemeClr val="tx1"/>
                </a:solidFill>
                <a:latin typeface="Arial" charset="0"/>
                <a:ea typeface="ＭＳ Ｐゴシック" pitchFamily="34" charset="-128"/>
              </a:defRPr>
            </a:lvl1pPr>
            <a:lvl2pPr marL="742950" indent="-285750" defTabSz="973138" eaLnBrk="0" hangingPunct="0">
              <a:tabLst>
                <a:tab pos="1374775" algn="l"/>
              </a:tabLst>
              <a:defRPr sz="1200">
                <a:solidFill>
                  <a:schemeClr val="tx1"/>
                </a:solidFill>
                <a:latin typeface="Arial" charset="0"/>
                <a:ea typeface="ＭＳ Ｐゴシック" pitchFamily="34" charset="-128"/>
              </a:defRPr>
            </a:lvl2pPr>
            <a:lvl3pPr marL="1143000" indent="-228600" defTabSz="973138" eaLnBrk="0" hangingPunct="0">
              <a:tabLst>
                <a:tab pos="1374775" algn="l"/>
              </a:tabLst>
              <a:defRPr sz="1200">
                <a:solidFill>
                  <a:schemeClr val="tx1"/>
                </a:solidFill>
                <a:latin typeface="Arial" charset="0"/>
                <a:ea typeface="ＭＳ Ｐゴシック" pitchFamily="34" charset="-128"/>
              </a:defRPr>
            </a:lvl3pPr>
            <a:lvl4pPr marL="1600200" indent="-228600" defTabSz="973138" eaLnBrk="0" hangingPunct="0">
              <a:tabLst>
                <a:tab pos="1374775" algn="l"/>
              </a:tabLst>
              <a:defRPr sz="1200">
                <a:solidFill>
                  <a:schemeClr val="tx1"/>
                </a:solidFill>
                <a:latin typeface="Arial" charset="0"/>
                <a:ea typeface="ＭＳ Ｐゴシック" pitchFamily="34" charset="-128"/>
              </a:defRPr>
            </a:lvl4pPr>
            <a:lvl5pPr marL="2057400" indent="-228600" defTabSz="973138" eaLnBrk="0" hangingPunct="0">
              <a:tabLst>
                <a:tab pos="1374775" algn="l"/>
              </a:tabLst>
              <a:defRPr sz="1200">
                <a:solidFill>
                  <a:schemeClr val="tx1"/>
                </a:solidFill>
                <a:latin typeface="Arial" charset="0"/>
                <a:ea typeface="ＭＳ Ｐゴシック" pitchFamily="34" charset="-128"/>
              </a:defRPr>
            </a:lvl5pPr>
            <a:lvl6pPr marL="25146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6pPr>
            <a:lvl7pPr marL="29718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7pPr>
            <a:lvl8pPr marL="34290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8pPr>
            <a:lvl9pPr marL="38862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9pPr>
          </a:lstStyle>
          <a:p>
            <a:pPr eaLnBrk="1" hangingPunct="1">
              <a:buClr>
                <a:srgbClr val="905500"/>
              </a:buClr>
            </a:pPr>
            <a:r>
              <a:rPr lang="en-US" altLang="en-US" sz="1800" b="1" dirty="0">
                <a:solidFill>
                  <a:schemeClr val="bg1"/>
                </a:solidFill>
              </a:rPr>
              <a:t>Define</a:t>
            </a:r>
          </a:p>
        </p:txBody>
      </p:sp>
      <p:graphicFrame>
        <p:nvGraphicFramePr>
          <p:cNvPr id="3" name="Table 2"/>
          <p:cNvGraphicFramePr>
            <a:graphicFrameLocks noGrp="1"/>
          </p:cNvGraphicFramePr>
          <p:nvPr>
            <p:extLst>
              <p:ext uri="{D42A27DB-BD31-4B8C-83A1-F6EECF244321}">
                <p14:modId xmlns:p14="http://schemas.microsoft.com/office/powerpoint/2010/main" val="2410843059"/>
              </p:ext>
            </p:extLst>
          </p:nvPr>
        </p:nvGraphicFramePr>
        <p:xfrm>
          <a:off x="1354738" y="1977777"/>
          <a:ext cx="8353425" cy="1609725"/>
        </p:xfrm>
        <a:graphic>
          <a:graphicData uri="http://schemas.openxmlformats.org/drawingml/2006/table">
            <a:tbl>
              <a:tblPr/>
              <a:tblGrid>
                <a:gridCol w="3400425">
                  <a:extLst>
                    <a:ext uri="{9D8B030D-6E8A-4147-A177-3AD203B41FA5}">
                      <a16:colId xmlns:a16="http://schemas.microsoft.com/office/drawing/2014/main" val="3458262713"/>
                    </a:ext>
                  </a:extLst>
                </a:gridCol>
                <a:gridCol w="1238250">
                  <a:extLst>
                    <a:ext uri="{9D8B030D-6E8A-4147-A177-3AD203B41FA5}">
                      <a16:colId xmlns:a16="http://schemas.microsoft.com/office/drawing/2014/main" val="1137663712"/>
                    </a:ext>
                  </a:extLst>
                </a:gridCol>
                <a:gridCol w="1238250">
                  <a:extLst>
                    <a:ext uri="{9D8B030D-6E8A-4147-A177-3AD203B41FA5}">
                      <a16:colId xmlns:a16="http://schemas.microsoft.com/office/drawing/2014/main" val="2231797862"/>
                    </a:ext>
                  </a:extLst>
                </a:gridCol>
                <a:gridCol w="1238250">
                  <a:extLst>
                    <a:ext uri="{9D8B030D-6E8A-4147-A177-3AD203B41FA5}">
                      <a16:colId xmlns:a16="http://schemas.microsoft.com/office/drawing/2014/main" val="985646659"/>
                    </a:ext>
                  </a:extLst>
                </a:gridCol>
                <a:gridCol w="1238250">
                  <a:extLst>
                    <a:ext uri="{9D8B030D-6E8A-4147-A177-3AD203B41FA5}">
                      <a16:colId xmlns:a16="http://schemas.microsoft.com/office/drawing/2014/main" val="3386783993"/>
                    </a:ext>
                  </a:extLst>
                </a:gridCol>
              </a:tblGrid>
              <a:tr h="390525">
                <a:tc>
                  <a:txBody>
                    <a:bodyPr/>
                    <a:lstStyle/>
                    <a:p>
                      <a:pPr algn="l" fontAlgn="base"/>
                      <a:r>
                        <a:rPr lang="en-US" sz="1000" b="0" i="0" u="none" strike="noStrike" dirty="0">
                          <a:solidFill>
                            <a:srgbClr val="FFFFFF"/>
                          </a:solidFill>
                          <a:effectLst/>
                          <a:latin typeface="Arial"/>
                        </a:rPr>
                        <a:t>Stakeholders</a:t>
                      </a:r>
                      <a:r>
                        <a:rPr lang="en-US" sz="1000" b="0" i="0" dirty="0">
                          <a:solidFill>
                            <a:srgbClr val="073262"/>
                          </a:solidFill>
                          <a:effectLst/>
                          <a:latin typeface="Arial"/>
                        </a:rPr>
                        <a:t>​</a:t>
                      </a:r>
                      <a:endParaRPr lang="en-US" b="0" i="0" dirty="0">
                        <a:solidFill>
                          <a:srgbClr val="073262"/>
                        </a:solidFill>
                        <a:effectLst/>
                        <a:latin typeface="Arial"/>
                      </a:endParaRPr>
                    </a:p>
                  </a:txBody>
                  <a:tcPr anchor="ctr">
                    <a:lnL w="9525" cap="flat" cmpd="sng" algn="ctr">
                      <a:solidFill>
                        <a:srgbClr val="073262"/>
                      </a:solidFill>
                      <a:prstDash val="solid"/>
                      <a:round/>
                      <a:headEnd type="none" w="med" len="med"/>
                      <a:tailEnd type="none" w="med" len="med"/>
                    </a:lnL>
                    <a:lnR w="9525" cap="flat" cmpd="sng" algn="ctr">
                      <a:solidFill>
                        <a:srgbClr val="073262"/>
                      </a:solidFill>
                      <a:prstDash val="solid"/>
                      <a:round/>
                      <a:headEnd type="none" w="med" len="med"/>
                      <a:tailEnd type="none" w="med" len="med"/>
                    </a:lnR>
                    <a:lnT w="9525" cap="flat" cmpd="sng" algn="ctr">
                      <a:solidFill>
                        <a:srgbClr val="073262"/>
                      </a:solidFill>
                      <a:prstDash val="solid"/>
                      <a:round/>
                      <a:headEnd type="none" w="med" len="med"/>
                      <a:tailEnd type="none" w="med" len="med"/>
                    </a:lnT>
                    <a:lnB w="9525" cap="flat" cmpd="sng" algn="ctr">
                      <a:solidFill>
                        <a:srgbClr val="073262"/>
                      </a:solidFill>
                      <a:prstDash val="solid"/>
                      <a:round/>
                      <a:headEnd type="none" w="med" len="med"/>
                      <a:tailEnd type="none" w="med" len="med"/>
                    </a:lnB>
                    <a:solidFill>
                      <a:srgbClr val="002060"/>
                    </a:solidFill>
                  </a:tcPr>
                </a:tc>
                <a:tc>
                  <a:txBody>
                    <a:bodyPr/>
                    <a:lstStyle/>
                    <a:p>
                      <a:pPr algn="ctr" fontAlgn="base"/>
                      <a:r>
                        <a:rPr lang="en-US" sz="1000" b="0" i="0" u="none" strike="noStrike" dirty="0">
                          <a:solidFill>
                            <a:srgbClr val="FFFFFF"/>
                          </a:solidFill>
                          <a:effectLst/>
                          <a:latin typeface="Arial"/>
                        </a:rPr>
                        <a:t>Define</a:t>
                      </a:r>
                      <a:r>
                        <a:rPr lang="en-US" sz="1000" b="0" i="0" dirty="0">
                          <a:solidFill>
                            <a:srgbClr val="073262"/>
                          </a:solidFill>
                          <a:effectLst/>
                          <a:latin typeface="Arial"/>
                        </a:rPr>
                        <a:t>​</a:t>
                      </a:r>
                      <a:endParaRPr lang="en-US" b="0" i="0" dirty="0">
                        <a:solidFill>
                          <a:srgbClr val="073262"/>
                        </a:solidFill>
                        <a:effectLst/>
                        <a:latin typeface="Arial"/>
                      </a:endParaRPr>
                    </a:p>
                  </a:txBody>
                  <a:tcPr anchor="ctr">
                    <a:lnL w="9525" cap="flat" cmpd="sng" algn="ctr">
                      <a:solidFill>
                        <a:srgbClr val="073262"/>
                      </a:solidFill>
                      <a:prstDash val="solid"/>
                      <a:round/>
                      <a:headEnd type="none" w="med" len="med"/>
                      <a:tailEnd type="none" w="med" len="med"/>
                    </a:lnL>
                    <a:lnR w="9525" cap="flat" cmpd="sng" algn="ctr">
                      <a:solidFill>
                        <a:srgbClr val="073262"/>
                      </a:solidFill>
                      <a:prstDash val="solid"/>
                      <a:round/>
                      <a:headEnd type="none" w="med" len="med"/>
                      <a:tailEnd type="none" w="med" len="med"/>
                    </a:lnR>
                    <a:lnT w="9525" cap="flat" cmpd="sng" algn="ctr">
                      <a:solidFill>
                        <a:srgbClr val="073262"/>
                      </a:solidFill>
                      <a:prstDash val="solid"/>
                      <a:round/>
                      <a:headEnd type="none" w="med" len="med"/>
                      <a:tailEnd type="none" w="med" len="med"/>
                    </a:lnT>
                    <a:lnB w="9525" cap="flat" cmpd="sng" algn="ctr">
                      <a:solidFill>
                        <a:srgbClr val="073262"/>
                      </a:solidFill>
                      <a:prstDash val="solid"/>
                      <a:round/>
                      <a:headEnd type="none" w="med" len="med"/>
                      <a:tailEnd type="none" w="med" len="med"/>
                    </a:lnB>
                    <a:solidFill>
                      <a:srgbClr val="002060"/>
                    </a:solidFill>
                  </a:tcPr>
                </a:tc>
                <a:tc>
                  <a:txBody>
                    <a:bodyPr/>
                    <a:lstStyle/>
                    <a:p>
                      <a:pPr algn="ctr" fontAlgn="base"/>
                      <a:r>
                        <a:rPr lang="en-US" sz="1000" b="0" i="0" u="none" strike="noStrike" dirty="0">
                          <a:solidFill>
                            <a:srgbClr val="FFFFFF"/>
                          </a:solidFill>
                          <a:effectLst/>
                          <a:latin typeface="Arial"/>
                        </a:rPr>
                        <a:t>Diagnose</a:t>
                      </a:r>
                      <a:r>
                        <a:rPr lang="en-US" sz="1000" b="0" i="0" dirty="0">
                          <a:solidFill>
                            <a:srgbClr val="073262"/>
                          </a:solidFill>
                          <a:effectLst/>
                          <a:latin typeface="Arial"/>
                        </a:rPr>
                        <a:t>​</a:t>
                      </a:r>
                      <a:endParaRPr lang="en-US" b="0" i="0" dirty="0">
                        <a:solidFill>
                          <a:srgbClr val="073262"/>
                        </a:solidFill>
                        <a:effectLst/>
                        <a:latin typeface="Arial"/>
                      </a:endParaRPr>
                    </a:p>
                  </a:txBody>
                  <a:tcPr anchor="ctr">
                    <a:lnL w="9525" cap="flat" cmpd="sng" algn="ctr">
                      <a:solidFill>
                        <a:srgbClr val="073262"/>
                      </a:solidFill>
                      <a:prstDash val="solid"/>
                      <a:round/>
                      <a:headEnd type="none" w="med" len="med"/>
                      <a:tailEnd type="none" w="med" len="med"/>
                    </a:lnL>
                    <a:lnR w="9525" cap="flat" cmpd="sng" algn="ctr">
                      <a:solidFill>
                        <a:srgbClr val="073262"/>
                      </a:solidFill>
                      <a:prstDash val="solid"/>
                      <a:round/>
                      <a:headEnd type="none" w="med" len="med"/>
                      <a:tailEnd type="none" w="med" len="med"/>
                    </a:lnR>
                    <a:lnT w="9525" cap="flat" cmpd="sng" algn="ctr">
                      <a:solidFill>
                        <a:srgbClr val="073262"/>
                      </a:solidFill>
                      <a:prstDash val="solid"/>
                      <a:round/>
                      <a:headEnd type="none" w="med" len="med"/>
                      <a:tailEnd type="none" w="med" len="med"/>
                    </a:lnT>
                    <a:lnB w="9525" cap="flat" cmpd="sng" algn="ctr">
                      <a:solidFill>
                        <a:srgbClr val="073262"/>
                      </a:solidFill>
                      <a:prstDash val="solid"/>
                      <a:round/>
                      <a:headEnd type="none" w="med" len="med"/>
                      <a:tailEnd type="none" w="med" len="med"/>
                    </a:lnB>
                    <a:solidFill>
                      <a:srgbClr val="002060"/>
                    </a:solidFill>
                  </a:tcPr>
                </a:tc>
                <a:tc>
                  <a:txBody>
                    <a:bodyPr/>
                    <a:lstStyle/>
                    <a:p>
                      <a:pPr algn="ctr" fontAlgn="base"/>
                      <a:r>
                        <a:rPr lang="en-US" sz="1000" b="0" i="0" u="none" strike="noStrike" dirty="0">
                          <a:solidFill>
                            <a:srgbClr val="FFFFFF"/>
                          </a:solidFill>
                          <a:effectLst/>
                          <a:latin typeface="Arial"/>
                        </a:rPr>
                        <a:t>Design</a:t>
                      </a:r>
                      <a:r>
                        <a:rPr lang="en-US" sz="1000" b="0" i="0" dirty="0">
                          <a:solidFill>
                            <a:srgbClr val="073262"/>
                          </a:solidFill>
                          <a:effectLst/>
                          <a:latin typeface="Arial"/>
                        </a:rPr>
                        <a:t>​</a:t>
                      </a:r>
                      <a:endParaRPr lang="en-US" b="0" i="0" dirty="0">
                        <a:solidFill>
                          <a:srgbClr val="073262"/>
                        </a:solidFill>
                        <a:effectLst/>
                        <a:latin typeface="Arial"/>
                      </a:endParaRPr>
                    </a:p>
                  </a:txBody>
                  <a:tcPr anchor="ctr">
                    <a:lnL w="9525" cap="flat" cmpd="sng" algn="ctr">
                      <a:solidFill>
                        <a:srgbClr val="073262"/>
                      </a:solidFill>
                      <a:prstDash val="solid"/>
                      <a:round/>
                      <a:headEnd type="none" w="med" len="med"/>
                      <a:tailEnd type="none" w="med" len="med"/>
                    </a:lnL>
                    <a:lnR w="9525" cap="flat" cmpd="sng" algn="ctr">
                      <a:solidFill>
                        <a:srgbClr val="073262"/>
                      </a:solidFill>
                      <a:prstDash val="solid"/>
                      <a:round/>
                      <a:headEnd type="none" w="med" len="med"/>
                      <a:tailEnd type="none" w="med" len="med"/>
                    </a:lnR>
                    <a:lnT w="9525" cap="flat" cmpd="sng" algn="ctr">
                      <a:solidFill>
                        <a:srgbClr val="073262"/>
                      </a:solidFill>
                      <a:prstDash val="solid"/>
                      <a:round/>
                      <a:headEnd type="none" w="med" len="med"/>
                      <a:tailEnd type="none" w="med" len="med"/>
                    </a:lnT>
                    <a:lnB w="9525" cap="flat" cmpd="sng" algn="ctr">
                      <a:solidFill>
                        <a:srgbClr val="073262"/>
                      </a:solidFill>
                      <a:prstDash val="solid"/>
                      <a:round/>
                      <a:headEnd type="none" w="med" len="med"/>
                      <a:tailEnd type="none" w="med" len="med"/>
                    </a:lnB>
                    <a:solidFill>
                      <a:srgbClr val="002060"/>
                    </a:solidFill>
                  </a:tcPr>
                </a:tc>
                <a:tc>
                  <a:txBody>
                    <a:bodyPr/>
                    <a:lstStyle/>
                    <a:p>
                      <a:pPr algn="ctr" fontAlgn="base"/>
                      <a:r>
                        <a:rPr lang="en-US" sz="1000" b="0" i="0" u="none" strike="noStrike" dirty="0">
                          <a:solidFill>
                            <a:srgbClr val="FFFFFF"/>
                          </a:solidFill>
                          <a:effectLst/>
                          <a:latin typeface="Arial"/>
                        </a:rPr>
                        <a:t>Deploy</a:t>
                      </a:r>
                      <a:r>
                        <a:rPr lang="en-US" sz="1000" b="0" i="0" dirty="0">
                          <a:solidFill>
                            <a:srgbClr val="073262"/>
                          </a:solidFill>
                          <a:effectLst/>
                          <a:latin typeface="Arial"/>
                        </a:rPr>
                        <a:t>​</a:t>
                      </a:r>
                      <a:endParaRPr lang="en-US" b="0" i="0" dirty="0">
                        <a:solidFill>
                          <a:srgbClr val="073262"/>
                        </a:solidFill>
                        <a:effectLst/>
                        <a:latin typeface="Arial"/>
                      </a:endParaRPr>
                    </a:p>
                  </a:txBody>
                  <a:tcPr anchor="ctr">
                    <a:lnL w="9525" cap="flat" cmpd="sng" algn="ctr">
                      <a:solidFill>
                        <a:srgbClr val="073262"/>
                      </a:solidFill>
                      <a:prstDash val="solid"/>
                      <a:round/>
                      <a:headEnd type="none" w="med" len="med"/>
                      <a:tailEnd type="none" w="med" len="med"/>
                    </a:lnL>
                    <a:lnR w="9525" cap="flat" cmpd="sng" algn="ctr">
                      <a:solidFill>
                        <a:srgbClr val="073262"/>
                      </a:solidFill>
                      <a:prstDash val="solid"/>
                      <a:round/>
                      <a:headEnd type="none" w="med" len="med"/>
                      <a:tailEnd type="none" w="med" len="med"/>
                    </a:lnR>
                    <a:lnT w="9525" cap="flat" cmpd="sng" algn="ctr">
                      <a:solidFill>
                        <a:srgbClr val="073262"/>
                      </a:solidFill>
                      <a:prstDash val="solid"/>
                      <a:round/>
                      <a:headEnd type="none" w="med" len="med"/>
                      <a:tailEnd type="none" w="med" len="med"/>
                    </a:lnT>
                    <a:lnB w="9525" cap="flat" cmpd="sng" algn="ctr">
                      <a:solidFill>
                        <a:srgbClr val="073262"/>
                      </a:solidFill>
                      <a:prstDash val="solid"/>
                      <a:round/>
                      <a:headEnd type="none" w="med" len="med"/>
                      <a:tailEnd type="none" w="med" len="med"/>
                    </a:lnB>
                    <a:solidFill>
                      <a:srgbClr val="002060"/>
                    </a:solidFill>
                  </a:tcPr>
                </a:tc>
                <a:extLst>
                  <a:ext uri="{0D108BD9-81ED-4DB2-BD59-A6C34878D82A}">
                    <a16:rowId xmlns:a16="http://schemas.microsoft.com/office/drawing/2014/main" val="798677114"/>
                  </a:ext>
                </a:extLst>
              </a:tr>
              <a:tr h="209550">
                <a:tc>
                  <a:txBody>
                    <a:bodyPr/>
                    <a:lstStyle/>
                    <a:p>
                      <a:pPr algn="l" fontAlgn="base"/>
                      <a:r>
                        <a:rPr lang="en-US" sz="1000" b="0" i="0" u="none" strike="noStrike" dirty="0">
                          <a:solidFill>
                            <a:srgbClr val="073262"/>
                          </a:solidFill>
                          <a:effectLst/>
                          <a:latin typeface="Arial"/>
                        </a:rPr>
                        <a:t>Project Sponsor</a:t>
                      </a:r>
                      <a:r>
                        <a:rPr lang="en-US" sz="1000" b="0" i="0" dirty="0">
                          <a:solidFill>
                            <a:srgbClr val="073262"/>
                          </a:solidFill>
                          <a:effectLst/>
                          <a:latin typeface="Arial"/>
                        </a:rPr>
                        <a:t>​</a:t>
                      </a:r>
                      <a:endParaRPr lang="en-US" b="0" i="0" dirty="0">
                        <a:solidFill>
                          <a:srgbClr val="073262"/>
                        </a:solidFill>
                        <a:effectLst/>
                        <a:latin typeface="Arial"/>
                      </a:endParaRPr>
                    </a:p>
                  </a:txBody>
                  <a:tcPr anchor="ctr">
                    <a:lnL w="9525" cap="flat" cmpd="sng" algn="ctr">
                      <a:solidFill>
                        <a:srgbClr val="073262"/>
                      </a:solidFill>
                      <a:prstDash val="solid"/>
                      <a:round/>
                      <a:headEnd type="none" w="med" len="med"/>
                      <a:tailEnd type="none" w="med" len="med"/>
                    </a:lnL>
                    <a:lnR w="9525" cap="flat" cmpd="sng" algn="ctr">
                      <a:solidFill>
                        <a:srgbClr val="073262"/>
                      </a:solidFill>
                      <a:prstDash val="solid"/>
                      <a:round/>
                      <a:headEnd type="none" w="med" len="med"/>
                      <a:tailEnd type="none" w="med" len="med"/>
                    </a:lnR>
                    <a:lnT w="9525" cap="flat" cmpd="sng" algn="ctr">
                      <a:solidFill>
                        <a:srgbClr val="073262"/>
                      </a:solidFill>
                      <a:prstDash val="solid"/>
                      <a:round/>
                      <a:headEnd type="none" w="med" len="med"/>
                      <a:tailEnd type="none" w="med" len="med"/>
                    </a:lnT>
                    <a:lnB w="9525" cap="flat" cmpd="sng" algn="ctr">
                      <a:solidFill>
                        <a:srgbClr val="073262"/>
                      </a:solidFill>
                      <a:prstDash val="solid"/>
                      <a:round/>
                      <a:headEnd type="none" w="med" len="med"/>
                      <a:tailEnd type="none" w="med" len="med"/>
                    </a:lnB>
                  </a:tcPr>
                </a:tc>
                <a:tc>
                  <a:txBody>
                    <a:bodyPr/>
                    <a:lstStyle/>
                    <a:p>
                      <a:pPr algn="ctr" fontAlgn="base"/>
                      <a:r>
                        <a:rPr lang="en-US" sz="1000" b="0" i="0" u="none" strike="noStrike" dirty="0">
                          <a:solidFill>
                            <a:srgbClr val="073262"/>
                          </a:solidFill>
                          <a:effectLst/>
                          <a:latin typeface="Arial"/>
                        </a:rPr>
                        <a:t>A</a:t>
                      </a:r>
                      <a:r>
                        <a:rPr lang="en-US" sz="1000" b="0" i="0" dirty="0">
                          <a:solidFill>
                            <a:srgbClr val="073262"/>
                          </a:solidFill>
                          <a:effectLst/>
                          <a:latin typeface="Arial"/>
                        </a:rPr>
                        <a:t>​</a:t>
                      </a:r>
                      <a:endParaRPr lang="en-US" b="0" i="0" dirty="0">
                        <a:solidFill>
                          <a:srgbClr val="073262"/>
                        </a:solidFill>
                        <a:effectLst/>
                        <a:latin typeface="Arial"/>
                      </a:endParaRPr>
                    </a:p>
                  </a:txBody>
                  <a:tcPr anchor="ctr">
                    <a:lnL w="9525" cap="flat" cmpd="sng" algn="ctr">
                      <a:solidFill>
                        <a:srgbClr val="073262"/>
                      </a:solidFill>
                      <a:prstDash val="solid"/>
                      <a:round/>
                      <a:headEnd type="none" w="med" len="med"/>
                      <a:tailEnd type="none" w="med" len="med"/>
                    </a:lnL>
                    <a:lnR w="9525" cap="flat" cmpd="sng" algn="ctr">
                      <a:solidFill>
                        <a:srgbClr val="073262"/>
                      </a:solidFill>
                      <a:prstDash val="solid"/>
                      <a:round/>
                      <a:headEnd type="none" w="med" len="med"/>
                      <a:tailEnd type="none" w="med" len="med"/>
                    </a:lnR>
                    <a:lnT w="9525" cap="flat" cmpd="sng" algn="ctr">
                      <a:solidFill>
                        <a:srgbClr val="073262"/>
                      </a:solidFill>
                      <a:prstDash val="solid"/>
                      <a:round/>
                      <a:headEnd type="none" w="med" len="med"/>
                      <a:tailEnd type="none" w="med" len="med"/>
                    </a:lnT>
                    <a:lnB w="9525" cap="flat" cmpd="sng" algn="ctr">
                      <a:solidFill>
                        <a:srgbClr val="073262"/>
                      </a:solidFill>
                      <a:prstDash val="solid"/>
                      <a:round/>
                      <a:headEnd type="none" w="med" len="med"/>
                      <a:tailEnd type="none" w="med" len="med"/>
                    </a:lnB>
                  </a:tcPr>
                </a:tc>
                <a:tc>
                  <a:txBody>
                    <a:bodyPr/>
                    <a:lstStyle/>
                    <a:p>
                      <a:pPr algn="ctr" fontAlgn="base"/>
                      <a:r>
                        <a:rPr lang="en-US" sz="1000" b="0" i="0" u="none" strike="noStrike" dirty="0">
                          <a:solidFill>
                            <a:srgbClr val="073262"/>
                          </a:solidFill>
                          <a:effectLst/>
                          <a:latin typeface="Arial"/>
                        </a:rPr>
                        <a:t>I</a:t>
                      </a:r>
                      <a:r>
                        <a:rPr lang="en-US" sz="1000" b="0" i="0" dirty="0">
                          <a:solidFill>
                            <a:srgbClr val="073262"/>
                          </a:solidFill>
                          <a:effectLst/>
                          <a:latin typeface="Arial"/>
                        </a:rPr>
                        <a:t>​</a:t>
                      </a:r>
                      <a:endParaRPr lang="en-US" b="0" i="0" dirty="0">
                        <a:solidFill>
                          <a:srgbClr val="073262"/>
                        </a:solidFill>
                        <a:effectLst/>
                        <a:latin typeface="Arial"/>
                      </a:endParaRPr>
                    </a:p>
                  </a:txBody>
                  <a:tcPr anchor="ctr">
                    <a:lnL w="9525" cap="flat" cmpd="sng" algn="ctr">
                      <a:solidFill>
                        <a:srgbClr val="073262"/>
                      </a:solidFill>
                      <a:prstDash val="solid"/>
                      <a:round/>
                      <a:headEnd type="none" w="med" len="med"/>
                      <a:tailEnd type="none" w="med" len="med"/>
                    </a:lnL>
                    <a:lnR w="9525" cap="flat" cmpd="sng" algn="ctr">
                      <a:solidFill>
                        <a:srgbClr val="073262"/>
                      </a:solidFill>
                      <a:prstDash val="solid"/>
                      <a:round/>
                      <a:headEnd type="none" w="med" len="med"/>
                      <a:tailEnd type="none" w="med" len="med"/>
                    </a:lnR>
                    <a:lnT w="9525" cap="flat" cmpd="sng" algn="ctr">
                      <a:solidFill>
                        <a:srgbClr val="073262"/>
                      </a:solidFill>
                      <a:prstDash val="solid"/>
                      <a:round/>
                      <a:headEnd type="none" w="med" len="med"/>
                      <a:tailEnd type="none" w="med" len="med"/>
                    </a:lnT>
                    <a:lnB w="9525" cap="flat" cmpd="sng" algn="ctr">
                      <a:solidFill>
                        <a:srgbClr val="073262"/>
                      </a:solidFill>
                      <a:prstDash val="solid"/>
                      <a:round/>
                      <a:headEnd type="none" w="med" len="med"/>
                      <a:tailEnd type="none" w="med" len="med"/>
                    </a:lnB>
                  </a:tcPr>
                </a:tc>
                <a:tc>
                  <a:txBody>
                    <a:bodyPr/>
                    <a:lstStyle/>
                    <a:p>
                      <a:pPr algn="ctr" fontAlgn="base"/>
                      <a:r>
                        <a:rPr lang="en-US" sz="1000" b="0" i="0" u="none" strike="noStrike" dirty="0">
                          <a:solidFill>
                            <a:srgbClr val="073262"/>
                          </a:solidFill>
                          <a:effectLst/>
                          <a:latin typeface="Arial"/>
                        </a:rPr>
                        <a:t>A</a:t>
                      </a:r>
                      <a:r>
                        <a:rPr lang="en-US" sz="1000" b="0" i="0" dirty="0">
                          <a:solidFill>
                            <a:srgbClr val="073262"/>
                          </a:solidFill>
                          <a:effectLst/>
                          <a:latin typeface="Arial"/>
                        </a:rPr>
                        <a:t>​</a:t>
                      </a:r>
                      <a:endParaRPr lang="en-US" b="0" i="0" dirty="0">
                        <a:solidFill>
                          <a:srgbClr val="073262"/>
                        </a:solidFill>
                        <a:effectLst/>
                        <a:latin typeface="Arial"/>
                      </a:endParaRPr>
                    </a:p>
                  </a:txBody>
                  <a:tcPr anchor="ctr">
                    <a:lnL w="9525" cap="flat" cmpd="sng" algn="ctr">
                      <a:solidFill>
                        <a:srgbClr val="073262"/>
                      </a:solidFill>
                      <a:prstDash val="solid"/>
                      <a:round/>
                      <a:headEnd type="none" w="med" len="med"/>
                      <a:tailEnd type="none" w="med" len="med"/>
                    </a:lnL>
                    <a:lnR w="9525" cap="flat" cmpd="sng" algn="ctr">
                      <a:solidFill>
                        <a:srgbClr val="073262"/>
                      </a:solidFill>
                      <a:prstDash val="solid"/>
                      <a:round/>
                      <a:headEnd type="none" w="med" len="med"/>
                      <a:tailEnd type="none" w="med" len="med"/>
                    </a:lnR>
                    <a:lnT w="9525" cap="flat" cmpd="sng" algn="ctr">
                      <a:solidFill>
                        <a:srgbClr val="073262"/>
                      </a:solidFill>
                      <a:prstDash val="solid"/>
                      <a:round/>
                      <a:headEnd type="none" w="med" len="med"/>
                      <a:tailEnd type="none" w="med" len="med"/>
                    </a:lnT>
                    <a:lnB w="9525" cap="flat" cmpd="sng" algn="ctr">
                      <a:solidFill>
                        <a:srgbClr val="073262"/>
                      </a:solidFill>
                      <a:prstDash val="solid"/>
                      <a:round/>
                      <a:headEnd type="none" w="med" len="med"/>
                      <a:tailEnd type="none" w="med" len="med"/>
                    </a:lnB>
                  </a:tcPr>
                </a:tc>
                <a:tc>
                  <a:txBody>
                    <a:bodyPr/>
                    <a:lstStyle/>
                    <a:p>
                      <a:pPr algn="ctr" fontAlgn="base"/>
                      <a:r>
                        <a:rPr lang="en-US" sz="1000" b="0" i="0" u="none" strike="noStrike" dirty="0">
                          <a:solidFill>
                            <a:srgbClr val="073262"/>
                          </a:solidFill>
                          <a:effectLst/>
                          <a:latin typeface="Arial"/>
                        </a:rPr>
                        <a:t>I</a:t>
                      </a:r>
                      <a:r>
                        <a:rPr lang="en-US" sz="1000" b="0" i="0" dirty="0">
                          <a:solidFill>
                            <a:srgbClr val="073262"/>
                          </a:solidFill>
                          <a:effectLst/>
                          <a:latin typeface="Arial"/>
                        </a:rPr>
                        <a:t>​</a:t>
                      </a:r>
                      <a:endParaRPr lang="en-US" b="0" i="0" dirty="0">
                        <a:solidFill>
                          <a:srgbClr val="073262"/>
                        </a:solidFill>
                        <a:effectLst/>
                        <a:latin typeface="Arial"/>
                      </a:endParaRPr>
                    </a:p>
                  </a:txBody>
                  <a:tcPr anchor="ctr">
                    <a:lnL w="9525" cap="flat" cmpd="sng" algn="ctr">
                      <a:solidFill>
                        <a:srgbClr val="073262"/>
                      </a:solidFill>
                      <a:prstDash val="solid"/>
                      <a:round/>
                      <a:headEnd type="none" w="med" len="med"/>
                      <a:tailEnd type="none" w="med" len="med"/>
                    </a:lnL>
                    <a:lnR w="9525" cap="flat" cmpd="sng" algn="ctr">
                      <a:solidFill>
                        <a:srgbClr val="073262"/>
                      </a:solidFill>
                      <a:prstDash val="solid"/>
                      <a:round/>
                      <a:headEnd type="none" w="med" len="med"/>
                      <a:tailEnd type="none" w="med" len="med"/>
                    </a:lnR>
                    <a:lnT w="9525" cap="flat" cmpd="sng" algn="ctr">
                      <a:solidFill>
                        <a:srgbClr val="073262"/>
                      </a:solidFill>
                      <a:prstDash val="solid"/>
                      <a:round/>
                      <a:headEnd type="none" w="med" len="med"/>
                      <a:tailEnd type="none" w="med" len="med"/>
                    </a:lnT>
                    <a:lnB w="9525" cap="flat" cmpd="sng" algn="ctr">
                      <a:solidFill>
                        <a:srgbClr val="073262"/>
                      </a:solidFill>
                      <a:prstDash val="solid"/>
                      <a:round/>
                      <a:headEnd type="none" w="med" len="med"/>
                      <a:tailEnd type="none" w="med" len="med"/>
                    </a:lnB>
                  </a:tcPr>
                </a:tc>
                <a:extLst>
                  <a:ext uri="{0D108BD9-81ED-4DB2-BD59-A6C34878D82A}">
                    <a16:rowId xmlns:a16="http://schemas.microsoft.com/office/drawing/2014/main" val="2087580448"/>
                  </a:ext>
                </a:extLst>
              </a:tr>
              <a:tr h="209550">
                <a:tc>
                  <a:txBody>
                    <a:bodyPr/>
                    <a:lstStyle/>
                    <a:p>
                      <a:pPr algn="l" fontAlgn="base"/>
                      <a:r>
                        <a:rPr lang="en-US" sz="1000" b="0" i="0" u="none" strike="noStrike" dirty="0">
                          <a:solidFill>
                            <a:srgbClr val="073262"/>
                          </a:solidFill>
                          <a:effectLst/>
                          <a:latin typeface="Arial"/>
                        </a:rPr>
                        <a:t>Project Champion</a:t>
                      </a:r>
                      <a:r>
                        <a:rPr lang="en-US" sz="1000" b="0" i="0" dirty="0">
                          <a:solidFill>
                            <a:srgbClr val="073262"/>
                          </a:solidFill>
                          <a:effectLst/>
                          <a:latin typeface="Arial"/>
                        </a:rPr>
                        <a:t>​</a:t>
                      </a:r>
                      <a:endParaRPr lang="en-US" b="0" i="0" dirty="0">
                        <a:solidFill>
                          <a:srgbClr val="073262"/>
                        </a:solidFill>
                        <a:effectLst/>
                        <a:latin typeface="Arial"/>
                      </a:endParaRPr>
                    </a:p>
                  </a:txBody>
                  <a:tcPr anchor="ctr">
                    <a:lnL w="9525" cap="flat" cmpd="sng" algn="ctr">
                      <a:solidFill>
                        <a:srgbClr val="073262"/>
                      </a:solidFill>
                      <a:prstDash val="solid"/>
                      <a:round/>
                      <a:headEnd type="none" w="med" len="med"/>
                      <a:tailEnd type="none" w="med" len="med"/>
                    </a:lnL>
                    <a:lnR w="9525" cap="flat" cmpd="sng" algn="ctr">
                      <a:solidFill>
                        <a:srgbClr val="073262"/>
                      </a:solidFill>
                      <a:prstDash val="solid"/>
                      <a:round/>
                      <a:headEnd type="none" w="med" len="med"/>
                      <a:tailEnd type="none" w="med" len="med"/>
                    </a:lnR>
                    <a:lnT w="9525" cap="flat" cmpd="sng" algn="ctr">
                      <a:solidFill>
                        <a:srgbClr val="073262"/>
                      </a:solidFill>
                      <a:prstDash val="solid"/>
                      <a:round/>
                      <a:headEnd type="none" w="med" len="med"/>
                      <a:tailEnd type="none" w="med" len="med"/>
                    </a:lnT>
                    <a:lnB w="9525" cap="flat" cmpd="sng" algn="ctr">
                      <a:solidFill>
                        <a:srgbClr val="073262"/>
                      </a:solidFill>
                      <a:prstDash val="solid"/>
                      <a:round/>
                      <a:headEnd type="none" w="med" len="med"/>
                      <a:tailEnd type="none" w="med" len="med"/>
                    </a:lnB>
                  </a:tcPr>
                </a:tc>
                <a:tc>
                  <a:txBody>
                    <a:bodyPr/>
                    <a:lstStyle/>
                    <a:p>
                      <a:pPr algn="ctr" fontAlgn="base"/>
                      <a:r>
                        <a:rPr lang="en-US" sz="1000" b="0" i="0" u="none" strike="noStrike" dirty="0">
                          <a:solidFill>
                            <a:srgbClr val="073262"/>
                          </a:solidFill>
                          <a:effectLst/>
                          <a:latin typeface="Arial"/>
                        </a:rPr>
                        <a:t>A</a:t>
                      </a:r>
                      <a:r>
                        <a:rPr lang="en-US" sz="1000" b="0" i="0" dirty="0">
                          <a:solidFill>
                            <a:srgbClr val="073262"/>
                          </a:solidFill>
                          <a:effectLst/>
                          <a:latin typeface="Arial"/>
                        </a:rPr>
                        <a:t>​</a:t>
                      </a:r>
                      <a:endParaRPr lang="en-US" b="0" i="0" dirty="0">
                        <a:solidFill>
                          <a:srgbClr val="073262"/>
                        </a:solidFill>
                        <a:effectLst/>
                        <a:latin typeface="Arial"/>
                      </a:endParaRPr>
                    </a:p>
                  </a:txBody>
                  <a:tcPr anchor="ctr">
                    <a:lnL w="9525" cap="flat" cmpd="sng" algn="ctr">
                      <a:solidFill>
                        <a:srgbClr val="073262"/>
                      </a:solidFill>
                      <a:prstDash val="solid"/>
                      <a:round/>
                      <a:headEnd type="none" w="med" len="med"/>
                      <a:tailEnd type="none" w="med" len="med"/>
                    </a:lnL>
                    <a:lnR w="9525" cap="flat" cmpd="sng" algn="ctr">
                      <a:solidFill>
                        <a:srgbClr val="073262"/>
                      </a:solidFill>
                      <a:prstDash val="solid"/>
                      <a:round/>
                      <a:headEnd type="none" w="med" len="med"/>
                      <a:tailEnd type="none" w="med" len="med"/>
                    </a:lnR>
                    <a:lnT w="9525" cap="flat" cmpd="sng" algn="ctr">
                      <a:solidFill>
                        <a:srgbClr val="073262"/>
                      </a:solidFill>
                      <a:prstDash val="solid"/>
                      <a:round/>
                      <a:headEnd type="none" w="med" len="med"/>
                      <a:tailEnd type="none" w="med" len="med"/>
                    </a:lnT>
                    <a:lnB w="9525" cap="flat" cmpd="sng" algn="ctr">
                      <a:solidFill>
                        <a:srgbClr val="073262"/>
                      </a:solidFill>
                      <a:prstDash val="solid"/>
                      <a:round/>
                      <a:headEnd type="none" w="med" len="med"/>
                      <a:tailEnd type="none" w="med" len="med"/>
                    </a:lnB>
                  </a:tcPr>
                </a:tc>
                <a:tc>
                  <a:txBody>
                    <a:bodyPr/>
                    <a:lstStyle/>
                    <a:p>
                      <a:pPr algn="ctr" fontAlgn="base"/>
                      <a:r>
                        <a:rPr lang="en-US" sz="1000" b="0" i="0" u="none" strike="noStrike" dirty="0">
                          <a:solidFill>
                            <a:srgbClr val="073262"/>
                          </a:solidFill>
                          <a:effectLst/>
                          <a:latin typeface="Arial"/>
                        </a:rPr>
                        <a:t>I</a:t>
                      </a:r>
                      <a:r>
                        <a:rPr lang="en-US" sz="1000" b="0" i="0" dirty="0">
                          <a:solidFill>
                            <a:srgbClr val="073262"/>
                          </a:solidFill>
                          <a:effectLst/>
                          <a:latin typeface="Arial"/>
                        </a:rPr>
                        <a:t>​</a:t>
                      </a:r>
                      <a:endParaRPr lang="en-US" b="0" i="0" dirty="0">
                        <a:solidFill>
                          <a:srgbClr val="073262"/>
                        </a:solidFill>
                        <a:effectLst/>
                        <a:latin typeface="Arial"/>
                      </a:endParaRPr>
                    </a:p>
                  </a:txBody>
                  <a:tcPr anchor="ctr">
                    <a:lnL w="9525" cap="flat" cmpd="sng" algn="ctr">
                      <a:solidFill>
                        <a:srgbClr val="073262"/>
                      </a:solidFill>
                      <a:prstDash val="solid"/>
                      <a:round/>
                      <a:headEnd type="none" w="med" len="med"/>
                      <a:tailEnd type="none" w="med" len="med"/>
                    </a:lnL>
                    <a:lnR w="9525" cap="flat" cmpd="sng" algn="ctr">
                      <a:solidFill>
                        <a:srgbClr val="073262"/>
                      </a:solidFill>
                      <a:prstDash val="solid"/>
                      <a:round/>
                      <a:headEnd type="none" w="med" len="med"/>
                      <a:tailEnd type="none" w="med" len="med"/>
                    </a:lnR>
                    <a:lnT w="9525" cap="flat" cmpd="sng" algn="ctr">
                      <a:solidFill>
                        <a:srgbClr val="073262"/>
                      </a:solidFill>
                      <a:prstDash val="solid"/>
                      <a:round/>
                      <a:headEnd type="none" w="med" len="med"/>
                      <a:tailEnd type="none" w="med" len="med"/>
                    </a:lnT>
                    <a:lnB w="9525" cap="flat" cmpd="sng" algn="ctr">
                      <a:solidFill>
                        <a:srgbClr val="073262"/>
                      </a:solidFill>
                      <a:prstDash val="solid"/>
                      <a:round/>
                      <a:headEnd type="none" w="med" len="med"/>
                      <a:tailEnd type="none" w="med" len="med"/>
                    </a:lnB>
                  </a:tcPr>
                </a:tc>
                <a:tc>
                  <a:txBody>
                    <a:bodyPr/>
                    <a:lstStyle/>
                    <a:p>
                      <a:pPr algn="ctr" fontAlgn="base"/>
                      <a:r>
                        <a:rPr lang="en-US" sz="1000" b="0" i="0" u="none" strike="noStrike" dirty="0">
                          <a:solidFill>
                            <a:srgbClr val="073262"/>
                          </a:solidFill>
                          <a:effectLst/>
                          <a:latin typeface="Arial"/>
                        </a:rPr>
                        <a:t>A</a:t>
                      </a:r>
                      <a:r>
                        <a:rPr lang="en-US" sz="1000" b="0" i="0" dirty="0">
                          <a:solidFill>
                            <a:srgbClr val="073262"/>
                          </a:solidFill>
                          <a:effectLst/>
                          <a:latin typeface="Arial"/>
                        </a:rPr>
                        <a:t>​</a:t>
                      </a:r>
                      <a:endParaRPr lang="en-US" b="0" i="0" dirty="0">
                        <a:solidFill>
                          <a:srgbClr val="073262"/>
                        </a:solidFill>
                        <a:effectLst/>
                        <a:latin typeface="Arial"/>
                      </a:endParaRPr>
                    </a:p>
                  </a:txBody>
                  <a:tcPr anchor="ctr">
                    <a:lnL w="9525" cap="flat" cmpd="sng" algn="ctr">
                      <a:solidFill>
                        <a:srgbClr val="073262"/>
                      </a:solidFill>
                      <a:prstDash val="solid"/>
                      <a:round/>
                      <a:headEnd type="none" w="med" len="med"/>
                      <a:tailEnd type="none" w="med" len="med"/>
                    </a:lnL>
                    <a:lnR w="9525" cap="flat" cmpd="sng" algn="ctr">
                      <a:solidFill>
                        <a:srgbClr val="073262"/>
                      </a:solidFill>
                      <a:prstDash val="solid"/>
                      <a:round/>
                      <a:headEnd type="none" w="med" len="med"/>
                      <a:tailEnd type="none" w="med" len="med"/>
                    </a:lnR>
                    <a:lnT w="9525" cap="flat" cmpd="sng" algn="ctr">
                      <a:solidFill>
                        <a:srgbClr val="073262"/>
                      </a:solidFill>
                      <a:prstDash val="solid"/>
                      <a:round/>
                      <a:headEnd type="none" w="med" len="med"/>
                      <a:tailEnd type="none" w="med" len="med"/>
                    </a:lnT>
                    <a:lnB w="9525" cap="flat" cmpd="sng" algn="ctr">
                      <a:solidFill>
                        <a:srgbClr val="073262"/>
                      </a:solidFill>
                      <a:prstDash val="solid"/>
                      <a:round/>
                      <a:headEnd type="none" w="med" len="med"/>
                      <a:tailEnd type="none" w="med" len="med"/>
                    </a:lnB>
                  </a:tcPr>
                </a:tc>
                <a:tc>
                  <a:txBody>
                    <a:bodyPr/>
                    <a:lstStyle/>
                    <a:p>
                      <a:pPr algn="ctr" fontAlgn="base"/>
                      <a:r>
                        <a:rPr lang="en-US" sz="1000" b="0" i="0" u="none" strike="noStrike" dirty="0">
                          <a:solidFill>
                            <a:srgbClr val="073262"/>
                          </a:solidFill>
                          <a:effectLst/>
                          <a:latin typeface="Arial"/>
                        </a:rPr>
                        <a:t>I</a:t>
                      </a:r>
                      <a:r>
                        <a:rPr lang="en-US" sz="1000" b="0" i="0" dirty="0">
                          <a:solidFill>
                            <a:srgbClr val="073262"/>
                          </a:solidFill>
                          <a:effectLst/>
                          <a:latin typeface="Arial"/>
                        </a:rPr>
                        <a:t>​</a:t>
                      </a:r>
                      <a:endParaRPr lang="en-US" b="0" i="0" dirty="0">
                        <a:solidFill>
                          <a:srgbClr val="073262"/>
                        </a:solidFill>
                        <a:effectLst/>
                        <a:latin typeface="Arial"/>
                      </a:endParaRPr>
                    </a:p>
                  </a:txBody>
                  <a:tcPr anchor="ctr">
                    <a:lnL w="9525" cap="flat" cmpd="sng" algn="ctr">
                      <a:solidFill>
                        <a:srgbClr val="073262"/>
                      </a:solidFill>
                      <a:prstDash val="solid"/>
                      <a:round/>
                      <a:headEnd type="none" w="med" len="med"/>
                      <a:tailEnd type="none" w="med" len="med"/>
                    </a:lnL>
                    <a:lnR w="9525" cap="flat" cmpd="sng" algn="ctr">
                      <a:solidFill>
                        <a:srgbClr val="073262"/>
                      </a:solidFill>
                      <a:prstDash val="solid"/>
                      <a:round/>
                      <a:headEnd type="none" w="med" len="med"/>
                      <a:tailEnd type="none" w="med" len="med"/>
                    </a:lnR>
                    <a:lnT w="9525" cap="flat" cmpd="sng" algn="ctr">
                      <a:solidFill>
                        <a:srgbClr val="073262"/>
                      </a:solidFill>
                      <a:prstDash val="solid"/>
                      <a:round/>
                      <a:headEnd type="none" w="med" len="med"/>
                      <a:tailEnd type="none" w="med" len="med"/>
                    </a:lnT>
                    <a:lnB w="9525" cap="flat" cmpd="sng" algn="ctr">
                      <a:solidFill>
                        <a:srgbClr val="073262"/>
                      </a:solidFill>
                      <a:prstDash val="solid"/>
                      <a:round/>
                      <a:headEnd type="none" w="med" len="med"/>
                      <a:tailEnd type="none" w="med" len="med"/>
                    </a:lnB>
                  </a:tcPr>
                </a:tc>
                <a:extLst>
                  <a:ext uri="{0D108BD9-81ED-4DB2-BD59-A6C34878D82A}">
                    <a16:rowId xmlns:a16="http://schemas.microsoft.com/office/drawing/2014/main" val="1374024783"/>
                  </a:ext>
                </a:extLst>
              </a:tr>
              <a:tr h="209550">
                <a:tc>
                  <a:txBody>
                    <a:bodyPr/>
                    <a:lstStyle/>
                    <a:p>
                      <a:pPr algn="l" fontAlgn="base"/>
                      <a:r>
                        <a:rPr lang="en-US" sz="1000" b="0" i="0" u="none" strike="noStrike" dirty="0">
                          <a:solidFill>
                            <a:srgbClr val="073262"/>
                          </a:solidFill>
                          <a:effectLst/>
                          <a:latin typeface="Arial"/>
                        </a:rPr>
                        <a:t>Mentor</a:t>
                      </a:r>
                      <a:r>
                        <a:rPr lang="en-US" sz="1000" b="0" i="0" dirty="0">
                          <a:solidFill>
                            <a:srgbClr val="073262"/>
                          </a:solidFill>
                          <a:effectLst/>
                          <a:latin typeface="Arial"/>
                        </a:rPr>
                        <a:t>​</a:t>
                      </a:r>
                      <a:endParaRPr lang="en-US" b="0" i="0" dirty="0">
                        <a:solidFill>
                          <a:srgbClr val="073262"/>
                        </a:solidFill>
                        <a:effectLst/>
                        <a:latin typeface="Arial"/>
                      </a:endParaRPr>
                    </a:p>
                  </a:txBody>
                  <a:tcPr anchor="ctr">
                    <a:lnL w="9525" cap="flat" cmpd="sng" algn="ctr">
                      <a:solidFill>
                        <a:srgbClr val="073262"/>
                      </a:solidFill>
                      <a:prstDash val="solid"/>
                      <a:round/>
                      <a:headEnd type="none" w="med" len="med"/>
                      <a:tailEnd type="none" w="med" len="med"/>
                    </a:lnL>
                    <a:lnR w="9525" cap="flat" cmpd="sng" algn="ctr">
                      <a:solidFill>
                        <a:srgbClr val="073262"/>
                      </a:solidFill>
                      <a:prstDash val="solid"/>
                      <a:round/>
                      <a:headEnd type="none" w="med" len="med"/>
                      <a:tailEnd type="none" w="med" len="med"/>
                    </a:lnR>
                    <a:lnT w="9525" cap="flat" cmpd="sng" algn="ctr">
                      <a:solidFill>
                        <a:srgbClr val="073262"/>
                      </a:solidFill>
                      <a:prstDash val="solid"/>
                      <a:round/>
                      <a:headEnd type="none" w="med" len="med"/>
                      <a:tailEnd type="none" w="med" len="med"/>
                    </a:lnT>
                    <a:lnB w="9525" cap="flat" cmpd="sng" algn="ctr">
                      <a:solidFill>
                        <a:srgbClr val="073262"/>
                      </a:solidFill>
                      <a:prstDash val="solid"/>
                      <a:round/>
                      <a:headEnd type="none" w="med" len="med"/>
                      <a:tailEnd type="none" w="med" len="med"/>
                    </a:lnB>
                  </a:tcPr>
                </a:tc>
                <a:tc>
                  <a:txBody>
                    <a:bodyPr/>
                    <a:lstStyle/>
                    <a:p>
                      <a:pPr algn="ctr" fontAlgn="base"/>
                      <a:r>
                        <a:rPr lang="en-US" sz="1000" b="0" i="0" u="none" strike="noStrike" dirty="0">
                          <a:solidFill>
                            <a:srgbClr val="073262"/>
                          </a:solidFill>
                          <a:effectLst/>
                          <a:latin typeface="Arial"/>
                        </a:rPr>
                        <a:t>R</a:t>
                      </a:r>
                      <a:r>
                        <a:rPr lang="en-US" sz="1000" b="0" i="0" dirty="0">
                          <a:solidFill>
                            <a:srgbClr val="073262"/>
                          </a:solidFill>
                          <a:effectLst/>
                          <a:latin typeface="Arial"/>
                        </a:rPr>
                        <a:t>​</a:t>
                      </a:r>
                      <a:endParaRPr lang="en-US" b="0" i="0" dirty="0">
                        <a:solidFill>
                          <a:srgbClr val="073262"/>
                        </a:solidFill>
                        <a:effectLst/>
                        <a:latin typeface="Arial"/>
                      </a:endParaRPr>
                    </a:p>
                  </a:txBody>
                  <a:tcPr anchor="ctr">
                    <a:lnL w="9525" cap="flat" cmpd="sng" algn="ctr">
                      <a:solidFill>
                        <a:srgbClr val="073262"/>
                      </a:solidFill>
                      <a:prstDash val="solid"/>
                      <a:round/>
                      <a:headEnd type="none" w="med" len="med"/>
                      <a:tailEnd type="none" w="med" len="med"/>
                    </a:lnL>
                    <a:lnR w="9525" cap="flat" cmpd="sng" algn="ctr">
                      <a:solidFill>
                        <a:srgbClr val="073262"/>
                      </a:solidFill>
                      <a:prstDash val="solid"/>
                      <a:round/>
                      <a:headEnd type="none" w="med" len="med"/>
                      <a:tailEnd type="none" w="med" len="med"/>
                    </a:lnR>
                    <a:lnT w="9525" cap="flat" cmpd="sng" algn="ctr">
                      <a:solidFill>
                        <a:srgbClr val="073262"/>
                      </a:solidFill>
                      <a:prstDash val="solid"/>
                      <a:round/>
                      <a:headEnd type="none" w="med" len="med"/>
                      <a:tailEnd type="none" w="med" len="med"/>
                    </a:lnT>
                    <a:lnB w="9525" cap="flat" cmpd="sng" algn="ctr">
                      <a:solidFill>
                        <a:srgbClr val="073262"/>
                      </a:solidFill>
                      <a:prstDash val="solid"/>
                      <a:round/>
                      <a:headEnd type="none" w="med" len="med"/>
                      <a:tailEnd type="none" w="med" len="med"/>
                    </a:lnB>
                  </a:tcPr>
                </a:tc>
                <a:tc>
                  <a:txBody>
                    <a:bodyPr/>
                    <a:lstStyle/>
                    <a:p>
                      <a:pPr algn="ctr" fontAlgn="base"/>
                      <a:r>
                        <a:rPr lang="en-US" sz="1000" b="0" i="0" u="none" strike="noStrike" dirty="0">
                          <a:solidFill>
                            <a:srgbClr val="073262"/>
                          </a:solidFill>
                          <a:effectLst/>
                          <a:latin typeface="Arial"/>
                        </a:rPr>
                        <a:t>R</a:t>
                      </a:r>
                      <a:r>
                        <a:rPr lang="en-US" sz="1000" b="0" i="0" dirty="0">
                          <a:solidFill>
                            <a:srgbClr val="073262"/>
                          </a:solidFill>
                          <a:effectLst/>
                          <a:latin typeface="Arial"/>
                        </a:rPr>
                        <a:t>​</a:t>
                      </a:r>
                      <a:endParaRPr lang="en-US" b="0" i="0" dirty="0">
                        <a:solidFill>
                          <a:srgbClr val="073262"/>
                        </a:solidFill>
                        <a:effectLst/>
                        <a:latin typeface="Arial"/>
                      </a:endParaRPr>
                    </a:p>
                  </a:txBody>
                  <a:tcPr anchor="ctr">
                    <a:lnL w="9525" cap="flat" cmpd="sng" algn="ctr">
                      <a:solidFill>
                        <a:srgbClr val="073262"/>
                      </a:solidFill>
                      <a:prstDash val="solid"/>
                      <a:round/>
                      <a:headEnd type="none" w="med" len="med"/>
                      <a:tailEnd type="none" w="med" len="med"/>
                    </a:lnL>
                    <a:lnR w="9525" cap="flat" cmpd="sng" algn="ctr">
                      <a:solidFill>
                        <a:srgbClr val="073262"/>
                      </a:solidFill>
                      <a:prstDash val="solid"/>
                      <a:round/>
                      <a:headEnd type="none" w="med" len="med"/>
                      <a:tailEnd type="none" w="med" len="med"/>
                    </a:lnR>
                    <a:lnT w="9525" cap="flat" cmpd="sng" algn="ctr">
                      <a:solidFill>
                        <a:srgbClr val="073262"/>
                      </a:solidFill>
                      <a:prstDash val="solid"/>
                      <a:round/>
                      <a:headEnd type="none" w="med" len="med"/>
                      <a:tailEnd type="none" w="med" len="med"/>
                    </a:lnT>
                    <a:lnB w="9525" cap="flat" cmpd="sng" algn="ctr">
                      <a:solidFill>
                        <a:srgbClr val="073262"/>
                      </a:solidFill>
                      <a:prstDash val="solid"/>
                      <a:round/>
                      <a:headEnd type="none" w="med" len="med"/>
                      <a:tailEnd type="none" w="med" len="med"/>
                    </a:lnB>
                  </a:tcPr>
                </a:tc>
                <a:tc>
                  <a:txBody>
                    <a:bodyPr/>
                    <a:lstStyle/>
                    <a:p>
                      <a:pPr algn="ctr" fontAlgn="base"/>
                      <a:r>
                        <a:rPr lang="en-US" sz="1000" b="0" i="0" u="none" strike="noStrike" dirty="0">
                          <a:solidFill>
                            <a:srgbClr val="073262"/>
                          </a:solidFill>
                          <a:effectLst/>
                          <a:latin typeface="Arial"/>
                        </a:rPr>
                        <a:t>R</a:t>
                      </a:r>
                      <a:r>
                        <a:rPr lang="en-US" sz="1000" b="0" i="0" dirty="0">
                          <a:solidFill>
                            <a:srgbClr val="073262"/>
                          </a:solidFill>
                          <a:effectLst/>
                          <a:latin typeface="Arial"/>
                        </a:rPr>
                        <a:t>​</a:t>
                      </a:r>
                      <a:endParaRPr lang="en-US" b="0" i="0" dirty="0">
                        <a:solidFill>
                          <a:srgbClr val="073262"/>
                        </a:solidFill>
                        <a:effectLst/>
                        <a:latin typeface="Arial"/>
                      </a:endParaRPr>
                    </a:p>
                  </a:txBody>
                  <a:tcPr anchor="ctr">
                    <a:lnL w="9525" cap="flat" cmpd="sng" algn="ctr">
                      <a:solidFill>
                        <a:srgbClr val="073262"/>
                      </a:solidFill>
                      <a:prstDash val="solid"/>
                      <a:round/>
                      <a:headEnd type="none" w="med" len="med"/>
                      <a:tailEnd type="none" w="med" len="med"/>
                    </a:lnL>
                    <a:lnR w="9525" cap="flat" cmpd="sng" algn="ctr">
                      <a:solidFill>
                        <a:srgbClr val="073262"/>
                      </a:solidFill>
                      <a:prstDash val="solid"/>
                      <a:round/>
                      <a:headEnd type="none" w="med" len="med"/>
                      <a:tailEnd type="none" w="med" len="med"/>
                    </a:lnR>
                    <a:lnT w="9525" cap="flat" cmpd="sng" algn="ctr">
                      <a:solidFill>
                        <a:srgbClr val="073262"/>
                      </a:solidFill>
                      <a:prstDash val="solid"/>
                      <a:round/>
                      <a:headEnd type="none" w="med" len="med"/>
                      <a:tailEnd type="none" w="med" len="med"/>
                    </a:lnT>
                    <a:lnB w="9525" cap="flat" cmpd="sng" algn="ctr">
                      <a:solidFill>
                        <a:srgbClr val="073262"/>
                      </a:solidFill>
                      <a:prstDash val="solid"/>
                      <a:round/>
                      <a:headEnd type="none" w="med" len="med"/>
                      <a:tailEnd type="none" w="med" len="med"/>
                    </a:lnB>
                  </a:tcPr>
                </a:tc>
                <a:tc>
                  <a:txBody>
                    <a:bodyPr/>
                    <a:lstStyle/>
                    <a:p>
                      <a:pPr algn="ctr" fontAlgn="base"/>
                      <a:r>
                        <a:rPr lang="en-US" sz="1000" b="0" i="0" u="none" strike="noStrike" dirty="0">
                          <a:solidFill>
                            <a:srgbClr val="073262"/>
                          </a:solidFill>
                          <a:effectLst/>
                          <a:latin typeface="Arial"/>
                        </a:rPr>
                        <a:t>R</a:t>
                      </a:r>
                      <a:r>
                        <a:rPr lang="en-US" sz="1000" b="0" i="0" dirty="0">
                          <a:solidFill>
                            <a:srgbClr val="073262"/>
                          </a:solidFill>
                          <a:effectLst/>
                          <a:latin typeface="Arial"/>
                        </a:rPr>
                        <a:t>​</a:t>
                      </a:r>
                      <a:endParaRPr lang="en-US" b="0" i="0" dirty="0">
                        <a:solidFill>
                          <a:srgbClr val="073262"/>
                        </a:solidFill>
                        <a:effectLst/>
                        <a:latin typeface="Arial"/>
                      </a:endParaRPr>
                    </a:p>
                  </a:txBody>
                  <a:tcPr anchor="ctr">
                    <a:lnL w="9525" cap="flat" cmpd="sng" algn="ctr">
                      <a:solidFill>
                        <a:srgbClr val="073262"/>
                      </a:solidFill>
                      <a:prstDash val="solid"/>
                      <a:round/>
                      <a:headEnd type="none" w="med" len="med"/>
                      <a:tailEnd type="none" w="med" len="med"/>
                    </a:lnL>
                    <a:lnR w="9525" cap="flat" cmpd="sng" algn="ctr">
                      <a:solidFill>
                        <a:srgbClr val="073262"/>
                      </a:solidFill>
                      <a:prstDash val="solid"/>
                      <a:round/>
                      <a:headEnd type="none" w="med" len="med"/>
                      <a:tailEnd type="none" w="med" len="med"/>
                    </a:lnR>
                    <a:lnT w="9525" cap="flat" cmpd="sng" algn="ctr">
                      <a:solidFill>
                        <a:srgbClr val="073262"/>
                      </a:solidFill>
                      <a:prstDash val="solid"/>
                      <a:round/>
                      <a:headEnd type="none" w="med" len="med"/>
                      <a:tailEnd type="none" w="med" len="med"/>
                    </a:lnT>
                    <a:lnB w="9525" cap="flat" cmpd="sng" algn="ctr">
                      <a:solidFill>
                        <a:srgbClr val="073262"/>
                      </a:solidFill>
                      <a:prstDash val="solid"/>
                      <a:round/>
                      <a:headEnd type="none" w="med" len="med"/>
                      <a:tailEnd type="none" w="med" len="med"/>
                    </a:lnB>
                  </a:tcPr>
                </a:tc>
                <a:extLst>
                  <a:ext uri="{0D108BD9-81ED-4DB2-BD59-A6C34878D82A}">
                    <a16:rowId xmlns:a16="http://schemas.microsoft.com/office/drawing/2014/main" val="21407456"/>
                  </a:ext>
                </a:extLst>
              </a:tr>
              <a:tr h="209550">
                <a:tc>
                  <a:txBody>
                    <a:bodyPr/>
                    <a:lstStyle/>
                    <a:p>
                      <a:pPr algn="l" fontAlgn="base"/>
                      <a:r>
                        <a:rPr lang="en-US" sz="1000" b="0" i="0" u="none" strike="noStrike" dirty="0">
                          <a:solidFill>
                            <a:srgbClr val="073262"/>
                          </a:solidFill>
                          <a:effectLst/>
                          <a:latin typeface="Arial"/>
                        </a:rPr>
                        <a:t>Project Manager</a:t>
                      </a:r>
                      <a:r>
                        <a:rPr lang="en-US" sz="1000" b="0" i="0" dirty="0">
                          <a:solidFill>
                            <a:srgbClr val="073262"/>
                          </a:solidFill>
                          <a:effectLst/>
                          <a:latin typeface="Arial"/>
                        </a:rPr>
                        <a:t>​</a:t>
                      </a:r>
                      <a:endParaRPr lang="en-US" b="0" i="0" dirty="0">
                        <a:solidFill>
                          <a:srgbClr val="073262"/>
                        </a:solidFill>
                        <a:effectLst/>
                        <a:latin typeface="Arial"/>
                      </a:endParaRPr>
                    </a:p>
                  </a:txBody>
                  <a:tcPr anchor="ctr">
                    <a:lnL w="9525" cap="flat" cmpd="sng" algn="ctr">
                      <a:solidFill>
                        <a:srgbClr val="073262"/>
                      </a:solidFill>
                      <a:prstDash val="solid"/>
                      <a:round/>
                      <a:headEnd type="none" w="med" len="med"/>
                      <a:tailEnd type="none" w="med" len="med"/>
                    </a:lnL>
                    <a:lnR w="9525" cap="flat" cmpd="sng" algn="ctr">
                      <a:solidFill>
                        <a:srgbClr val="073262"/>
                      </a:solidFill>
                      <a:prstDash val="solid"/>
                      <a:round/>
                      <a:headEnd type="none" w="med" len="med"/>
                      <a:tailEnd type="none" w="med" len="med"/>
                    </a:lnR>
                    <a:lnT w="9525" cap="flat" cmpd="sng" algn="ctr">
                      <a:solidFill>
                        <a:srgbClr val="073262"/>
                      </a:solidFill>
                      <a:prstDash val="solid"/>
                      <a:round/>
                      <a:headEnd type="none" w="med" len="med"/>
                      <a:tailEnd type="none" w="med" len="med"/>
                    </a:lnT>
                    <a:lnB w="9525" cap="flat" cmpd="sng" algn="ctr">
                      <a:solidFill>
                        <a:srgbClr val="073262"/>
                      </a:solidFill>
                      <a:prstDash val="solid"/>
                      <a:round/>
                      <a:headEnd type="none" w="med" len="med"/>
                      <a:tailEnd type="none" w="med" len="med"/>
                    </a:lnB>
                  </a:tcPr>
                </a:tc>
                <a:tc>
                  <a:txBody>
                    <a:bodyPr/>
                    <a:lstStyle/>
                    <a:p>
                      <a:pPr algn="ctr" fontAlgn="base"/>
                      <a:r>
                        <a:rPr lang="en-US" sz="1000" b="0" i="0" u="none" strike="noStrike" dirty="0">
                          <a:solidFill>
                            <a:srgbClr val="073262"/>
                          </a:solidFill>
                          <a:effectLst/>
                          <a:latin typeface="Arial"/>
                        </a:rPr>
                        <a:t>R/M</a:t>
                      </a:r>
                      <a:r>
                        <a:rPr lang="en-US" sz="1000" b="0" i="0" dirty="0">
                          <a:solidFill>
                            <a:srgbClr val="073262"/>
                          </a:solidFill>
                          <a:effectLst/>
                          <a:latin typeface="Arial"/>
                        </a:rPr>
                        <a:t>​</a:t>
                      </a:r>
                      <a:endParaRPr lang="en-US" b="0" i="0" dirty="0">
                        <a:solidFill>
                          <a:srgbClr val="073262"/>
                        </a:solidFill>
                        <a:effectLst/>
                        <a:latin typeface="Arial"/>
                      </a:endParaRPr>
                    </a:p>
                  </a:txBody>
                  <a:tcPr anchor="ctr">
                    <a:lnL w="9525" cap="flat" cmpd="sng" algn="ctr">
                      <a:solidFill>
                        <a:srgbClr val="073262"/>
                      </a:solidFill>
                      <a:prstDash val="solid"/>
                      <a:round/>
                      <a:headEnd type="none" w="med" len="med"/>
                      <a:tailEnd type="none" w="med" len="med"/>
                    </a:lnL>
                    <a:lnR w="9525" cap="flat" cmpd="sng" algn="ctr">
                      <a:solidFill>
                        <a:srgbClr val="073262"/>
                      </a:solidFill>
                      <a:prstDash val="solid"/>
                      <a:round/>
                      <a:headEnd type="none" w="med" len="med"/>
                      <a:tailEnd type="none" w="med" len="med"/>
                    </a:lnR>
                    <a:lnT w="9525" cap="flat" cmpd="sng" algn="ctr">
                      <a:solidFill>
                        <a:srgbClr val="073262"/>
                      </a:solidFill>
                      <a:prstDash val="solid"/>
                      <a:round/>
                      <a:headEnd type="none" w="med" len="med"/>
                      <a:tailEnd type="none" w="med" len="med"/>
                    </a:lnT>
                    <a:lnB w="9525" cap="flat" cmpd="sng" algn="ctr">
                      <a:solidFill>
                        <a:srgbClr val="073262"/>
                      </a:solidFill>
                      <a:prstDash val="solid"/>
                      <a:round/>
                      <a:headEnd type="none" w="med" len="med"/>
                      <a:tailEnd type="none" w="med" len="med"/>
                    </a:lnB>
                  </a:tcPr>
                </a:tc>
                <a:tc>
                  <a:txBody>
                    <a:bodyPr/>
                    <a:lstStyle/>
                    <a:p>
                      <a:pPr algn="ctr" fontAlgn="base"/>
                      <a:r>
                        <a:rPr lang="en-US" sz="1000" b="0" i="0" u="none" strike="noStrike" dirty="0">
                          <a:solidFill>
                            <a:srgbClr val="073262"/>
                          </a:solidFill>
                          <a:effectLst/>
                          <a:latin typeface="Arial"/>
                        </a:rPr>
                        <a:t>R/M</a:t>
                      </a:r>
                      <a:r>
                        <a:rPr lang="en-US" sz="1000" b="0" i="0" dirty="0">
                          <a:solidFill>
                            <a:srgbClr val="073262"/>
                          </a:solidFill>
                          <a:effectLst/>
                          <a:latin typeface="Arial"/>
                        </a:rPr>
                        <a:t>​</a:t>
                      </a:r>
                      <a:endParaRPr lang="en-US" b="0" i="0" dirty="0">
                        <a:solidFill>
                          <a:srgbClr val="073262"/>
                        </a:solidFill>
                        <a:effectLst/>
                        <a:latin typeface="Arial"/>
                      </a:endParaRPr>
                    </a:p>
                  </a:txBody>
                  <a:tcPr anchor="ctr">
                    <a:lnL w="9525" cap="flat" cmpd="sng" algn="ctr">
                      <a:solidFill>
                        <a:srgbClr val="073262"/>
                      </a:solidFill>
                      <a:prstDash val="solid"/>
                      <a:round/>
                      <a:headEnd type="none" w="med" len="med"/>
                      <a:tailEnd type="none" w="med" len="med"/>
                    </a:lnL>
                    <a:lnR w="9525" cap="flat" cmpd="sng" algn="ctr">
                      <a:solidFill>
                        <a:srgbClr val="073262"/>
                      </a:solidFill>
                      <a:prstDash val="solid"/>
                      <a:round/>
                      <a:headEnd type="none" w="med" len="med"/>
                      <a:tailEnd type="none" w="med" len="med"/>
                    </a:lnR>
                    <a:lnT w="9525" cap="flat" cmpd="sng" algn="ctr">
                      <a:solidFill>
                        <a:srgbClr val="073262"/>
                      </a:solidFill>
                      <a:prstDash val="solid"/>
                      <a:round/>
                      <a:headEnd type="none" w="med" len="med"/>
                      <a:tailEnd type="none" w="med" len="med"/>
                    </a:lnT>
                    <a:lnB w="9525" cap="flat" cmpd="sng" algn="ctr">
                      <a:solidFill>
                        <a:srgbClr val="073262"/>
                      </a:solidFill>
                      <a:prstDash val="solid"/>
                      <a:round/>
                      <a:headEnd type="none" w="med" len="med"/>
                      <a:tailEnd type="none" w="med" len="med"/>
                    </a:lnB>
                  </a:tcPr>
                </a:tc>
                <a:tc>
                  <a:txBody>
                    <a:bodyPr/>
                    <a:lstStyle/>
                    <a:p>
                      <a:pPr algn="ctr" fontAlgn="base"/>
                      <a:r>
                        <a:rPr lang="en-US" sz="1000" b="0" i="0" u="none" strike="noStrike" dirty="0">
                          <a:solidFill>
                            <a:srgbClr val="073262"/>
                          </a:solidFill>
                          <a:effectLst/>
                          <a:latin typeface="Arial"/>
                        </a:rPr>
                        <a:t>R/M</a:t>
                      </a:r>
                      <a:r>
                        <a:rPr lang="en-US" sz="1000" b="0" i="0" dirty="0">
                          <a:solidFill>
                            <a:srgbClr val="073262"/>
                          </a:solidFill>
                          <a:effectLst/>
                          <a:latin typeface="Arial"/>
                        </a:rPr>
                        <a:t>​</a:t>
                      </a:r>
                      <a:endParaRPr lang="en-US" b="0" i="0" dirty="0">
                        <a:solidFill>
                          <a:srgbClr val="073262"/>
                        </a:solidFill>
                        <a:effectLst/>
                        <a:latin typeface="Arial"/>
                      </a:endParaRPr>
                    </a:p>
                  </a:txBody>
                  <a:tcPr anchor="ctr">
                    <a:lnL w="9525" cap="flat" cmpd="sng" algn="ctr">
                      <a:solidFill>
                        <a:srgbClr val="073262"/>
                      </a:solidFill>
                      <a:prstDash val="solid"/>
                      <a:round/>
                      <a:headEnd type="none" w="med" len="med"/>
                      <a:tailEnd type="none" w="med" len="med"/>
                    </a:lnL>
                    <a:lnR w="9525" cap="flat" cmpd="sng" algn="ctr">
                      <a:solidFill>
                        <a:srgbClr val="073262"/>
                      </a:solidFill>
                      <a:prstDash val="solid"/>
                      <a:round/>
                      <a:headEnd type="none" w="med" len="med"/>
                      <a:tailEnd type="none" w="med" len="med"/>
                    </a:lnR>
                    <a:lnT w="9525" cap="flat" cmpd="sng" algn="ctr">
                      <a:solidFill>
                        <a:srgbClr val="073262"/>
                      </a:solidFill>
                      <a:prstDash val="solid"/>
                      <a:round/>
                      <a:headEnd type="none" w="med" len="med"/>
                      <a:tailEnd type="none" w="med" len="med"/>
                    </a:lnT>
                    <a:lnB w="9525" cap="flat" cmpd="sng" algn="ctr">
                      <a:solidFill>
                        <a:srgbClr val="073262"/>
                      </a:solidFill>
                      <a:prstDash val="solid"/>
                      <a:round/>
                      <a:headEnd type="none" w="med" len="med"/>
                      <a:tailEnd type="none" w="med" len="med"/>
                    </a:lnB>
                  </a:tcPr>
                </a:tc>
                <a:tc>
                  <a:txBody>
                    <a:bodyPr/>
                    <a:lstStyle/>
                    <a:p>
                      <a:pPr algn="ctr" fontAlgn="base"/>
                      <a:r>
                        <a:rPr lang="en-US" sz="1000" b="0" i="0" u="none" strike="noStrike" dirty="0">
                          <a:solidFill>
                            <a:srgbClr val="073262"/>
                          </a:solidFill>
                          <a:effectLst/>
                          <a:latin typeface="Arial"/>
                        </a:rPr>
                        <a:t>R/M</a:t>
                      </a:r>
                      <a:r>
                        <a:rPr lang="en-US" sz="1000" b="0" i="0" dirty="0">
                          <a:solidFill>
                            <a:srgbClr val="073262"/>
                          </a:solidFill>
                          <a:effectLst/>
                          <a:latin typeface="Arial"/>
                        </a:rPr>
                        <a:t>​</a:t>
                      </a:r>
                      <a:endParaRPr lang="en-US" b="0" i="0" dirty="0">
                        <a:solidFill>
                          <a:srgbClr val="073262"/>
                        </a:solidFill>
                        <a:effectLst/>
                        <a:latin typeface="Arial"/>
                      </a:endParaRPr>
                    </a:p>
                  </a:txBody>
                  <a:tcPr anchor="ctr">
                    <a:lnL w="9525" cap="flat" cmpd="sng" algn="ctr">
                      <a:solidFill>
                        <a:srgbClr val="073262"/>
                      </a:solidFill>
                      <a:prstDash val="solid"/>
                      <a:round/>
                      <a:headEnd type="none" w="med" len="med"/>
                      <a:tailEnd type="none" w="med" len="med"/>
                    </a:lnL>
                    <a:lnR w="9525" cap="flat" cmpd="sng" algn="ctr">
                      <a:solidFill>
                        <a:srgbClr val="073262"/>
                      </a:solidFill>
                      <a:prstDash val="solid"/>
                      <a:round/>
                      <a:headEnd type="none" w="med" len="med"/>
                      <a:tailEnd type="none" w="med" len="med"/>
                    </a:lnR>
                    <a:lnT w="9525" cap="flat" cmpd="sng" algn="ctr">
                      <a:solidFill>
                        <a:srgbClr val="073262"/>
                      </a:solidFill>
                      <a:prstDash val="solid"/>
                      <a:round/>
                      <a:headEnd type="none" w="med" len="med"/>
                      <a:tailEnd type="none" w="med" len="med"/>
                    </a:lnT>
                    <a:lnB w="9525" cap="flat" cmpd="sng" algn="ctr">
                      <a:solidFill>
                        <a:srgbClr val="073262"/>
                      </a:solidFill>
                      <a:prstDash val="solid"/>
                      <a:round/>
                      <a:headEnd type="none" w="med" len="med"/>
                      <a:tailEnd type="none" w="med" len="med"/>
                    </a:lnB>
                  </a:tcPr>
                </a:tc>
                <a:extLst>
                  <a:ext uri="{0D108BD9-81ED-4DB2-BD59-A6C34878D82A}">
                    <a16:rowId xmlns:a16="http://schemas.microsoft.com/office/drawing/2014/main" val="2214535320"/>
                  </a:ext>
                </a:extLst>
              </a:tr>
              <a:tr h="209550">
                <a:tc>
                  <a:txBody>
                    <a:bodyPr/>
                    <a:lstStyle/>
                    <a:p>
                      <a:pPr algn="l" fontAlgn="base"/>
                      <a:r>
                        <a:rPr lang="en-US" sz="1000" b="0" i="0" u="none" strike="noStrike" dirty="0">
                          <a:solidFill>
                            <a:srgbClr val="073262"/>
                          </a:solidFill>
                          <a:effectLst/>
                          <a:latin typeface="Arial"/>
                        </a:rPr>
                        <a:t>Team member</a:t>
                      </a:r>
                      <a:r>
                        <a:rPr lang="en-US" sz="1000" b="0" i="0" dirty="0">
                          <a:solidFill>
                            <a:srgbClr val="073262"/>
                          </a:solidFill>
                          <a:effectLst/>
                          <a:latin typeface="Arial"/>
                        </a:rPr>
                        <a:t>​</a:t>
                      </a:r>
                      <a:endParaRPr lang="en-US" b="0" i="0" dirty="0">
                        <a:solidFill>
                          <a:srgbClr val="073262"/>
                        </a:solidFill>
                        <a:effectLst/>
                        <a:latin typeface="Arial"/>
                      </a:endParaRPr>
                    </a:p>
                  </a:txBody>
                  <a:tcPr anchor="ctr">
                    <a:lnL w="9525" cap="flat" cmpd="sng" algn="ctr">
                      <a:solidFill>
                        <a:srgbClr val="073262"/>
                      </a:solidFill>
                      <a:prstDash val="solid"/>
                      <a:round/>
                      <a:headEnd type="none" w="med" len="med"/>
                      <a:tailEnd type="none" w="med" len="med"/>
                    </a:lnL>
                    <a:lnR w="9525" cap="flat" cmpd="sng" algn="ctr">
                      <a:solidFill>
                        <a:srgbClr val="073262"/>
                      </a:solidFill>
                      <a:prstDash val="solid"/>
                      <a:round/>
                      <a:headEnd type="none" w="med" len="med"/>
                      <a:tailEnd type="none" w="med" len="med"/>
                    </a:lnR>
                    <a:lnT w="9525" cap="flat" cmpd="sng" algn="ctr">
                      <a:solidFill>
                        <a:srgbClr val="073262"/>
                      </a:solidFill>
                      <a:prstDash val="solid"/>
                      <a:round/>
                      <a:headEnd type="none" w="med" len="med"/>
                      <a:tailEnd type="none" w="med" len="med"/>
                    </a:lnT>
                    <a:lnB w="9525" cap="flat" cmpd="sng" algn="ctr">
                      <a:solidFill>
                        <a:srgbClr val="073262"/>
                      </a:solidFill>
                      <a:prstDash val="solid"/>
                      <a:round/>
                      <a:headEnd type="none" w="med" len="med"/>
                      <a:tailEnd type="none" w="med" len="med"/>
                    </a:lnB>
                  </a:tcPr>
                </a:tc>
                <a:tc>
                  <a:txBody>
                    <a:bodyPr/>
                    <a:lstStyle/>
                    <a:p>
                      <a:pPr algn="ctr" fontAlgn="base"/>
                      <a:r>
                        <a:rPr lang="en-US" sz="1000" b="0" i="0" u="none" strike="noStrike" dirty="0">
                          <a:solidFill>
                            <a:srgbClr val="073262"/>
                          </a:solidFill>
                          <a:effectLst/>
                          <a:latin typeface="Arial"/>
                        </a:rPr>
                        <a:t>M</a:t>
                      </a:r>
                      <a:r>
                        <a:rPr lang="en-US" sz="1000" b="0" i="0" dirty="0">
                          <a:solidFill>
                            <a:srgbClr val="073262"/>
                          </a:solidFill>
                          <a:effectLst/>
                          <a:latin typeface="Arial"/>
                        </a:rPr>
                        <a:t>​</a:t>
                      </a:r>
                      <a:endParaRPr lang="en-US" b="0" i="0" dirty="0">
                        <a:solidFill>
                          <a:srgbClr val="073262"/>
                        </a:solidFill>
                        <a:effectLst/>
                        <a:latin typeface="Arial"/>
                      </a:endParaRPr>
                    </a:p>
                  </a:txBody>
                  <a:tcPr anchor="ctr">
                    <a:lnL w="9525" cap="flat" cmpd="sng" algn="ctr">
                      <a:solidFill>
                        <a:srgbClr val="073262"/>
                      </a:solidFill>
                      <a:prstDash val="solid"/>
                      <a:round/>
                      <a:headEnd type="none" w="med" len="med"/>
                      <a:tailEnd type="none" w="med" len="med"/>
                    </a:lnL>
                    <a:lnR w="9525" cap="flat" cmpd="sng" algn="ctr">
                      <a:solidFill>
                        <a:srgbClr val="073262"/>
                      </a:solidFill>
                      <a:prstDash val="solid"/>
                      <a:round/>
                      <a:headEnd type="none" w="med" len="med"/>
                      <a:tailEnd type="none" w="med" len="med"/>
                    </a:lnR>
                    <a:lnT w="9525" cap="flat" cmpd="sng" algn="ctr">
                      <a:solidFill>
                        <a:srgbClr val="073262"/>
                      </a:solidFill>
                      <a:prstDash val="solid"/>
                      <a:round/>
                      <a:headEnd type="none" w="med" len="med"/>
                      <a:tailEnd type="none" w="med" len="med"/>
                    </a:lnT>
                    <a:lnB w="9525" cap="flat" cmpd="sng" algn="ctr">
                      <a:solidFill>
                        <a:srgbClr val="073262"/>
                      </a:solidFill>
                      <a:prstDash val="solid"/>
                      <a:round/>
                      <a:headEnd type="none" w="med" len="med"/>
                      <a:tailEnd type="none" w="med" len="med"/>
                    </a:lnB>
                  </a:tcPr>
                </a:tc>
                <a:tc>
                  <a:txBody>
                    <a:bodyPr/>
                    <a:lstStyle/>
                    <a:p>
                      <a:pPr algn="ctr" fontAlgn="base"/>
                      <a:r>
                        <a:rPr lang="en-US" sz="1000" b="0" i="0" u="none" strike="noStrike" dirty="0">
                          <a:solidFill>
                            <a:srgbClr val="073262"/>
                          </a:solidFill>
                          <a:effectLst/>
                          <a:latin typeface="Arial"/>
                        </a:rPr>
                        <a:t>M</a:t>
                      </a:r>
                      <a:r>
                        <a:rPr lang="en-US" sz="1000" b="0" i="0" dirty="0">
                          <a:solidFill>
                            <a:srgbClr val="073262"/>
                          </a:solidFill>
                          <a:effectLst/>
                          <a:latin typeface="Arial"/>
                        </a:rPr>
                        <a:t>​</a:t>
                      </a:r>
                      <a:endParaRPr lang="en-US" b="0" i="0" dirty="0">
                        <a:solidFill>
                          <a:srgbClr val="073262"/>
                        </a:solidFill>
                        <a:effectLst/>
                        <a:latin typeface="Arial"/>
                      </a:endParaRPr>
                    </a:p>
                  </a:txBody>
                  <a:tcPr anchor="ctr">
                    <a:lnL w="9525" cap="flat" cmpd="sng" algn="ctr">
                      <a:solidFill>
                        <a:srgbClr val="073262"/>
                      </a:solidFill>
                      <a:prstDash val="solid"/>
                      <a:round/>
                      <a:headEnd type="none" w="med" len="med"/>
                      <a:tailEnd type="none" w="med" len="med"/>
                    </a:lnL>
                    <a:lnR w="9525" cap="flat" cmpd="sng" algn="ctr">
                      <a:solidFill>
                        <a:srgbClr val="073262"/>
                      </a:solidFill>
                      <a:prstDash val="solid"/>
                      <a:round/>
                      <a:headEnd type="none" w="med" len="med"/>
                      <a:tailEnd type="none" w="med" len="med"/>
                    </a:lnR>
                    <a:lnT w="9525" cap="flat" cmpd="sng" algn="ctr">
                      <a:solidFill>
                        <a:srgbClr val="073262"/>
                      </a:solidFill>
                      <a:prstDash val="solid"/>
                      <a:round/>
                      <a:headEnd type="none" w="med" len="med"/>
                      <a:tailEnd type="none" w="med" len="med"/>
                    </a:lnT>
                    <a:lnB w="9525" cap="flat" cmpd="sng" algn="ctr">
                      <a:solidFill>
                        <a:srgbClr val="073262"/>
                      </a:solidFill>
                      <a:prstDash val="solid"/>
                      <a:round/>
                      <a:headEnd type="none" w="med" len="med"/>
                      <a:tailEnd type="none" w="med" len="med"/>
                    </a:lnB>
                  </a:tcPr>
                </a:tc>
                <a:tc>
                  <a:txBody>
                    <a:bodyPr/>
                    <a:lstStyle/>
                    <a:p>
                      <a:pPr algn="ctr" fontAlgn="base"/>
                      <a:r>
                        <a:rPr lang="en-US" sz="1000" b="0" i="0" u="none" strike="noStrike" dirty="0">
                          <a:solidFill>
                            <a:srgbClr val="073262"/>
                          </a:solidFill>
                          <a:effectLst/>
                          <a:latin typeface="Arial"/>
                        </a:rPr>
                        <a:t>M</a:t>
                      </a:r>
                      <a:r>
                        <a:rPr lang="en-US" sz="1000" b="0" i="0" dirty="0">
                          <a:solidFill>
                            <a:srgbClr val="073262"/>
                          </a:solidFill>
                          <a:effectLst/>
                          <a:latin typeface="Arial"/>
                        </a:rPr>
                        <a:t>​</a:t>
                      </a:r>
                      <a:endParaRPr lang="en-US" b="0" i="0" dirty="0">
                        <a:solidFill>
                          <a:srgbClr val="073262"/>
                        </a:solidFill>
                        <a:effectLst/>
                        <a:latin typeface="Arial"/>
                      </a:endParaRPr>
                    </a:p>
                  </a:txBody>
                  <a:tcPr anchor="ctr">
                    <a:lnL w="9525" cap="flat" cmpd="sng" algn="ctr">
                      <a:solidFill>
                        <a:srgbClr val="073262"/>
                      </a:solidFill>
                      <a:prstDash val="solid"/>
                      <a:round/>
                      <a:headEnd type="none" w="med" len="med"/>
                      <a:tailEnd type="none" w="med" len="med"/>
                    </a:lnL>
                    <a:lnR w="9525" cap="flat" cmpd="sng" algn="ctr">
                      <a:solidFill>
                        <a:srgbClr val="073262"/>
                      </a:solidFill>
                      <a:prstDash val="solid"/>
                      <a:round/>
                      <a:headEnd type="none" w="med" len="med"/>
                      <a:tailEnd type="none" w="med" len="med"/>
                    </a:lnR>
                    <a:lnT w="9525" cap="flat" cmpd="sng" algn="ctr">
                      <a:solidFill>
                        <a:srgbClr val="073262"/>
                      </a:solidFill>
                      <a:prstDash val="solid"/>
                      <a:round/>
                      <a:headEnd type="none" w="med" len="med"/>
                      <a:tailEnd type="none" w="med" len="med"/>
                    </a:lnT>
                    <a:lnB w="9525" cap="flat" cmpd="sng" algn="ctr">
                      <a:solidFill>
                        <a:srgbClr val="073262"/>
                      </a:solidFill>
                      <a:prstDash val="solid"/>
                      <a:round/>
                      <a:headEnd type="none" w="med" len="med"/>
                      <a:tailEnd type="none" w="med" len="med"/>
                    </a:lnB>
                  </a:tcPr>
                </a:tc>
                <a:tc>
                  <a:txBody>
                    <a:bodyPr/>
                    <a:lstStyle/>
                    <a:p>
                      <a:pPr algn="ctr" fontAlgn="base"/>
                      <a:r>
                        <a:rPr lang="en-US" sz="1000" b="0" i="0" u="none" strike="noStrike" dirty="0">
                          <a:solidFill>
                            <a:srgbClr val="073262"/>
                          </a:solidFill>
                          <a:effectLst/>
                          <a:latin typeface="Arial" panose="020B0604020202020204" pitchFamily="34" charset="0"/>
                        </a:rPr>
                        <a:t>M</a:t>
                      </a:r>
                      <a:r>
                        <a:rPr lang="en-US" sz="1000" b="0" i="0" dirty="0">
                          <a:solidFill>
                            <a:srgbClr val="073262"/>
                          </a:solidFill>
                          <a:effectLst/>
                          <a:latin typeface="Arial" panose="020B0604020202020204" pitchFamily="34" charset="0"/>
                        </a:rPr>
                        <a:t>​</a:t>
                      </a:r>
                      <a:endParaRPr lang="en-US" b="0" i="0" dirty="0">
                        <a:solidFill>
                          <a:srgbClr val="073262"/>
                        </a:solidFill>
                        <a:effectLst/>
                      </a:endParaRPr>
                    </a:p>
                  </a:txBody>
                  <a:tcPr anchor="ctr">
                    <a:lnL w="9525" cap="flat" cmpd="sng" algn="ctr">
                      <a:solidFill>
                        <a:srgbClr val="073262"/>
                      </a:solidFill>
                      <a:prstDash val="solid"/>
                      <a:round/>
                      <a:headEnd type="none" w="med" len="med"/>
                      <a:tailEnd type="none" w="med" len="med"/>
                    </a:lnL>
                    <a:lnR w="9525" cap="flat" cmpd="sng" algn="ctr">
                      <a:solidFill>
                        <a:srgbClr val="073262"/>
                      </a:solidFill>
                      <a:prstDash val="solid"/>
                      <a:round/>
                      <a:headEnd type="none" w="med" len="med"/>
                      <a:tailEnd type="none" w="med" len="med"/>
                    </a:lnR>
                    <a:lnT w="9525" cap="flat" cmpd="sng" algn="ctr">
                      <a:solidFill>
                        <a:srgbClr val="073262"/>
                      </a:solidFill>
                      <a:prstDash val="solid"/>
                      <a:round/>
                      <a:headEnd type="none" w="med" len="med"/>
                      <a:tailEnd type="none" w="med" len="med"/>
                    </a:lnT>
                    <a:lnB w="9525" cap="flat" cmpd="sng" algn="ctr">
                      <a:solidFill>
                        <a:srgbClr val="073262"/>
                      </a:solidFill>
                      <a:prstDash val="solid"/>
                      <a:round/>
                      <a:headEnd type="none" w="med" len="med"/>
                      <a:tailEnd type="none" w="med" len="med"/>
                    </a:lnB>
                  </a:tcPr>
                </a:tc>
                <a:extLst>
                  <a:ext uri="{0D108BD9-81ED-4DB2-BD59-A6C34878D82A}">
                    <a16:rowId xmlns:a16="http://schemas.microsoft.com/office/drawing/2014/main" val="4251783219"/>
                  </a:ext>
                </a:extLst>
              </a:tr>
            </a:tbl>
          </a:graphicData>
        </a:graphic>
      </p:graphicFrame>
    </p:spTree>
    <p:extLst>
      <p:ext uri="{BB962C8B-B14F-4D97-AF65-F5344CB8AC3E}">
        <p14:creationId xmlns:p14="http://schemas.microsoft.com/office/powerpoint/2010/main" val="268547849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2"/>
          <p:cNvSpPr txBox="1">
            <a:spLocks/>
          </p:cNvSpPr>
          <p:nvPr/>
        </p:nvSpPr>
        <p:spPr>
          <a:xfrm>
            <a:off x="1814732" y="0"/>
            <a:ext cx="7235456" cy="533400"/>
          </a:xfrm>
          <a:prstGeom prst="rect">
            <a:avLst/>
          </a:prstGeom>
        </p:spPr>
        <p:txBody>
          <a:bodyPr anchor="ctr"/>
          <a:lstStyle>
            <a:lvl1pPr marL="0">
              <a:defRPr sz="3000">
                <a:solidFill>
                  <a:srgbClr val="063161"/>
                </a:solidFill>
                <a:latin typeface="Georgia" panose="02040502050405020303"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1800" b="1" kern="0" dirty="0">
                <a:latin typeface="+mj-lt"/>
              </a:rPr>
              <a:t>Template guide</a:t>
            </a:r>
          </a:p>
        </p:txBody>
      </p:sp>
      <p:sp>
        <p:nvSpPr>
          <p:cNvPr id="15" name="Rectangle 14"/>
          <p:cNvSpPr/>
          <p:nvPr/>
        </p:nvSpPr>
        <p:spPr>
          <a:xfrm>
            <a:off x="1354738" y="1295400"/>
            <a:ext cx="5963384" cy="276999"/>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wrap="square" lIns="0" tIns="0" rIns="0" bIns="0">
            <a:spAutoFit/>
          </a:bodyPr>
          <a:lstStyle/>
          <a:p>
            <a:pPr eaLnBrk="0" hangingPunct="0"/>
            <a:r>
              <a:rPr lang="en-US" dirty="0">
                <a:solidFill>
                  <a:schemeClr val="bg1"/>
                </a:solidFill>
                <a:latin typeface="Trebuchet MS" pitchFamily="34" charset="0"/>
                <a:ea typeface="MS PGothic" pitchFamily="34" charset="-128"/>
              </a:rPr>
              <a:t>Communication Plan</a:t>
            </a:r>
          </a:p>
        </p:txBody>
      </p:sp>
      <p:graphicFrame>
        <p:nvGraphicFramePr>
          <p:cNvPr id="17" name="Group 91"/>
          <p:cNvGraphicFramePr>
            <a:graphicFrameLocks/>
          </p:cNvGraphicFramePr>
          <p:nvPr>
            <p:extLst>
              <p:ext uri="{D42A27DB-BD31-4B8C-83A1-F6EECF244321}">
                <p14:modId xmlns:p14="http://schemas.microsoft.com/office/powerpoint/2010/main" val="2338374906"/>
              </p:ext>
            </p:extLst>
          </p:nvPr>
        </p:nvGraphicFramePr>
        <p:xfrm>
          <a:off x="1272498" y="2596750"/>
          <a:ext cx="9619514" cy="1832837"/>
        </p:xfrm>
        <a:graphic>
          <a:graphicData uri="http://schemas.openxmlformats.org/drawingml/2006/table">
            <a:tbl>
              <a:tblPr/>
              <a:tblGrid>
                <a:gridCol w="2050252">
                  <a:extLst>
                    <a:ext uri="{9D8B030D-6E8A-4147-A177-3AD203B41FA5}">
                      <a16:colId xmlns:a16="http://schemas.microsoft.com/office/drawing/2014/main" val="20000"/>
                    </a:ext>
                  </a:extLst>
                </a:gridCol>
                <a:gridCol w="1832648">
                  <a:extLst>
                    <a:ext uri="{9D8B030D-6E8A-4147-A177-3AD203B41FA5}">
                      <a16:colId xmlns:a16="http://schemas.microsoft.com/office/drawing/2014/main" val="20001"/>
                    </a:ext>
                  </a:extLst>
                </a:gridCol>
                <a:gridCol w="1859469">
                  <a:extLst>
                    <a:ext uri="{9D8B030D-6E8A-4147-A177-3AD203B41FA5}">
                      <a16:colId xmlns:a16="http://schemas.microsoft.com/office/drawing/2014/main" val="20002"/>
                    </a:ext>
                  </a:extLst>
                </a:gridCol>
                <a:gridCol w="2001239">
                  <a:extLst>
                    <a:ext uri="{9D8B030D-6E8A-4147-A177-3AD203B41FA5}">
                      <a16:colId xmlns:a16="http://schemas.microsoft.com/office/drawing/2014/main" val="20003"/>
                    </a:ext>
                  </a:extLst>
                </a:gridCol>
                <a:gridCol w="1875906">
                  <a:extLst>
                    <a:ext uri="{9D8B030D-6E8A-4147-A177-3AD203B41FA5}">
                      <a16:colId xmlns:a16="http://schemas.microsoft.com/office/drawing/2014/main" val="20004"/>
                    </a:ext>
                  </a:extLst>
                </a:gridCol>
              </a:tblGrid>
              <a:tr h="381000">
                <a:tc>
                  <a:txBody>
                    <a:bodyPr/>
                    <a:lstStyle/>
                    <a:p>
                      <a:pPr marL="0" marR="0" lvl="0" indent="0" algn="ctr" defTabSz="914400" rtl="0" eaLnBrk="1" fontAlgn="base" latinLnBrk="0" hangingPunct="1">
                        <a:lnSpc>
                          <a:spcPct val="100000"/>
                        </a:lnSpc>
                        <a:spcBef>
                          <a:spcPct val="0"/>
                        </a:spcBef>
                        <a:spcAft>
                          <a:spcPct val="0"/>
                        </a:spcAft>
                        <a:buClr>
                          <a:schemeClr val="hlink"/>
                        </a:buClr>
                        <a:buSzTx/>
                        <a:buFontTx/>
                        <a:buNone/>
                        <a:tabLst/>
                      </a:pPr>
                      <a:r>
                        <a:rPr kumimoji="0" lang="en-US" sz="1000" b="0" i="0" u="none" strike="noStrike" cap="none" normalizeH="0" baseline="0" dirty="0">
                          <a:ln>
                            <a:noFill/>
                          </a:ln>
                          <a:solidFill>
                            <a:schemeClr val="bg1"/>
                          </a:solidFill>
                          <a:effectLst/>
                          <a:latin typeface="Arial" charset="0"/>
                          <a:ea typeface="ＭＳ Ｐゴシック" charset="-128"/>
                        </a:rPr>
                        <a:t>What</a:t>
                      </a:r>
                    </a:p>
                  </a:txBody>
                  <a:tcPr marL="91426" marR="9142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Tx/>
                        <a:buFontTx/>
                        <a:buNone/>
                        <a:tabLst/>
                      </a:pPr>
                      <a:r>
                        <a:rPr kumimoji="0" lang="en-US" sz="1000" b="0" i="0" u="none" strike="noStrike" cap="none" normalizeH="0" baseline="0" dirty="0">
                          <a:ln>
                            <a:noFill/>
                          </a:ln>
                          <a:solidFill>
                            <a:schemeClr val="bg1"/>
                          </a:solidFill>
                          <a:effectLst/>
                          <a:latin typeface="Arial" charset="0"/>
                          <a:ea typeface="ＭＳ Ｐゴシック" charset="-128"/>
                        </a:rPr>
                        <a:t>Where</a:t>
                      </a:r>
                    </a:p>
                  </a:txBody>
                  <a:tcPr marL="91426" marR="9142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Tx/>
                        <a:buFontTx/>
                        <a:buNone/>
                        <a:tabLst/>
                      </a:pPr>
                      <a:r>
                        <a:rPr kumimoji="0" lang="en-US" sz="1000" b="0" i="0" u="none" strike="noStrike" cap="none" normalizeH="0" baseline="0" dirty="0">
                          <a:ln>
                            <a:noFill/>
                          </a:ln>
                          <a:solidFill>
                            <a:schemeClr val="bg1"/>
                          </a:solidFill>
                          <a:effectLst/>
                          <a:latin typeface="Arial" charset="0"/>
                          <a:ea typeface="ＭＳ Ｐゴシック" charset="-128"/>
                        </a:rPr>
                        <a:t>Whom</a:t>
                      </a:r>
                    </a:p>
                  </a:txBody>
                  <a:tcPr marL="91426" marR="9142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Tx/>
                        <a:buFontTx/>
                        <a:buNone/>
                        <a:tabLst/>
                      </a:pPr>
                      <a:r>
                        <a:rPr kumimoji="0" lang="en-US" sz="1000" b="0" i="0" u="none" strike="noStrike" cap="none" normalizeH="0" baseline="0" dirty="0">
                          <a:ln>
                            <a:noFill/>
                          </a:ln>
                          <a:solidFill>
                            <a:schemeClr val="bg1"/>
                          </a:solidFill>
                          <a:effectLst/>
                          <a:latin typeface="Arial" charset="0"/>
                          <a:ea typeface="ＭＳ Ｐゴシック" charset="-128"/>
                        </a:rPr>
                        <a:t>When</a:t>
                      </a:r>
                    </a:p>
                  </a:txBody>
                  <a:tcPr marL="91426" marR="9142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Tx/>
                        <a:buFontTx/>
                        <a:buNone/>
                        <a:tabLst/>
                      </a:pPr>
                      <a:r>
                        <a:rPr kumimoji="0" lang="en-US" sz="1000" b="0" i="0" u="none" strike="noStrike" cap="none" normalizeH="0" baseline="0" dirty="0">
                          <a:ln>
                            <a:noFill/>
                          </a:ln>
                          <a:solidFill>
                            <a:schemeClr val="bg1"/>
                          </a:solidFill>
                          <a:effectLst/>
                          <a:latin typeface="Arial" charset="0"/>
                          <a:ea typeface="ＭＳ Ｐゴシック" charset="-128"/>
                        </a:rPr>
                        <a:t>How</a:t>
                      </a:r>
                    </a:p>
                  </a:txBody>
                  <a:tcPr marL="91426" marR="9142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extLst>
                  <a:ext uri="{0D108BD9-81ED-4DB2-BD59-A6C34878D82A}">
                    <a16:rowId xmlns:a16="http://schemas.microsoft.com/office/drawing/2014/main" val="10000"/>
                  </a:ext>
                </a:extLst>
              </a:tr>
              <a:tr h="270238">
                <a:tc>
                  <a:txBody>
                    <a:bodyPr/>
                    <a:lstStyle/>
                    <a:p>
                      <a:pPr marL="0" marR="0" lvl="0" indent="0" algn="l" defTabSz="914400" rtl="0" eaLnBrk="1" fontAlgn="base" latinLnBrk="0" hangingPunct="1">
                        <a:lnSpc>
                          <a:spcPct val="100000"/>
                        </a:lnSpc>
                        <a:spcBef>
                          <a:spcPct val="0"/>
                        </a:spcBef>
                        <a:spcAft>
                          <a:spcPct val="0"/>
                        </a:spcAft>
                        <a:buClr>
                          <a:schemeClr val="hlink"/>
                        </a:buClr>
                        <a:buSzTx/>
                        <a:buFontTx/>
                        <a:buNone/>
                        <a:tabLst/>
                      </a:pPr>
                      <a:r>
                        <a:rPr kumimoji="0" lang="en-US" sz="900" b="0" i="0" u="none" strike="noStrike" cap="none" normalizeH="0" baseline="0" dirty="0">
                          <a:ln>
                            <a:noFill/>
                          </a:ln>
                          <a:solidFill>
                            <a:schemeClr val="tx1"/>
                          </a:solidFill>
                          <a:effectLst/>
                          <a:latin typeface="Arial" charset="0"/>
                          <a:ea typeface="ＭＳ Ｐゴシック" charset="-128"/>
                        </a:rPr>
                        <a:t>Project Review with Mentor</a:t>
                      </a:r>
                    </a:p>
                  </a:txBody>
                  <a:tcPr marL="91426" marR="9142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Tx/>
                        <a:buFontTx/>
                        <a:buNone/>
                        <a:tabLst/>
                      </a:pPr>
                      <a:r>
                        <a:rPr kumimoji="0" lang="en-US" sz="900" b="0" i="0" u="none" strike="noStrike" cap="none" normalizeH="0" baseline="0" dirty="0">
                          <a:ln>
                            <a:noFill/>
                          </a:ln>
                          <a:solidFill>
                            <a:schemeClr val="tx1"/>
                          </a:solidFill>
                          <a:effectLst/>
                          <a:latin typeface="Arial" charset="0"/>
                          <a:ea typeface="ＭＳ Ｐゴシック" charset="-128"/>
                        </a:rPr>
                        <a:t>Zoom</a:t>
                      </a:r>
                    </a:p>
                  </a:txBody>
                  <a:tcPr marL="91426" marR="9142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rtl="0" eaLnBrk="1" fontAlgn="base" latinLnBrk="0" hangingPunct="1">
                        <a:lnSpc>
                          <a:spcPct val="100000"/>
                        </a:lnSpc>
                        <a:spcBef>
                          <a:spcPct val="0"/>
                        </a:spcBef>
                        <a:spcAft>
                          <a:spcPct val="0"/>
                        </a:spcAft>
                        <a:buClr>
                          <a:schemeClr val="hlink"/>
                        </a:buClr>
                        <a:buSzTx/>
                        <a:buFontTx/>
                        <a:buNone/>
                      </a:pPr>
                      <a:r>
                        <a:rPr lang="en-US" sz="900" b="0" i="0" u="none" strike="noStrike" cap="none" normalizeH="0" baseline="0" dirty="0">
                          <a:ln>
                            <a:noFill/>
                          </a:ln>
                          <a:solidFill>
                            <a:schemeClr val="tx1"/>
                          </a:solidFill>
                          <a:effectLst/>
                          <a:latin typeface="Arial"/>
                          <a:ea typeface="ＭＳ Ｐゴシック"/>
                        </a:rPr>
                        <a:t>Project Lead</a:t>
                      </a:r>
                      <a:r>
                        <a:rPr kumimoji="0" lang="en-US" sz="900" b="0" i="0" u="none" strike="noStrike" cap="none" normalizeH="0" baseline="0" dirty="0">
                          <a:ln>
                            <a:noFill/>
                          </a:ln>
                          <a:solidFill>
                            <a:schemeClr val="tx1"/>
                          </a:solidFill>
                          <a:effectLst/>
                          <a:latin typeface="Arial"/>
                          <a:ea typeface="ＭＳ Ｐゴシック"/>
                        </a:rPr>
                        <a:t>, </a:t>
                      </a:r>
                      <a:r>
                        <a:rPr lang="en-US" sz="900" b="0" i="0" u="none" strike="noStrike" cap="none" normalizeH="0" baseline="0" dirty="0">
                          <a:ln>
                            <a:noFill/>
                          </a:ln>
                          <a:solidFill>
                            <a:schemeClr val="tx1"/>
                          </a:solidFill>
                          <a:effectLst/>
                          <a:latin typeface="Arial"/>
                          <a:ea typeface="ＭＳ Ｐゴシック"/>
                        </a:rPr>
                        <a:t>BB</a:t>
                      </a:r>
                      <a:endParaRPr kumimoji="0" lang="en-US" sz="900" b="0" i="0" u="none" strike="noStrike" cap="none" normalizeH="0" baseline="0" dirty="0">
                        <a:ln>
                          <a:noFill/>
                        </a:ln>
                        <a:solidFill>
                          <a:schemeClr val="tx1"/>
                        </a:solidFill>
                        <a:effectLst/>
                        <a:latin typeface="Arial"/>
                        <a:ea typeface="ＭＳ Ｐゴシック"/>
                      </a:endParaRPr>
                    </a:p>
                  </a:txBody>
                  <a:tcPr marL="91426" marR="9142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Tx/>
                        <a:buFontTx/>
                        <a:buNone/>
                        <a:tabLst/>
                      </a:pPr>
                      <a:r>
                        <a:rPr kumimoji="0" lang="en-US" sz="900" b="0" i="0" u="none" strike="noStrike" cap="none" normalizeH="0" baseline="0" dirty="0">
                          <a:ln>
                            <a:noFill/>
                          </a:ln>
                          <a:solidFill>
                            <a:schemeClr val="tx1"/>
                          </a:solidFill>
                          <a:effectLst/>
                          <a:latin typeface="Arial" charset="0"/>
                          <a:ea typeface="ＭＳ Ｐゴシック" charset="-128"/>
                        </a:rPr>
                        <a:t>Weekly</a:t>
                      </a:r>
                    </a:p>
                  </a:txBody>
                  <a:tcPr marL="91426" marR="9142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Tx/>
                        <a:buFontTx/>
                        <a:buNone/>
                        <a:tabLst/>
                      </a:pPr>
                      <a:r>
                        <a:rPr kumimoji="0" lang="en-US" sz="900" b="0" i="0" u="none" strike="noStrike" cap="none" normalizeH="0" baseline="0" dirty="0">
                          <a:ln>
                            <a:noFill/>
                          </a:ln>
                          <a:solidFill>
                            <a:schemeClr val="tx1"/>
                          </a:solidFill>
                          <a:effectLst/>
                          <a:latin typeface="Arial" charset="0"/>
                          <a:ea typeface="ＭＳ Ｐゴシック" charset="-128"/>
                        </a:rPr>
                        <a:t>Conference call</a:t>
                      </a:r>
                    </a:p>
                  </a:txBody>
                  <a:tcPr marL="91426" marR="9142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9612">
                <a:tc>
                  <a:txBody>
                    <a:bodyPr/>
                    <a:lstStyle/>
                    <a:p>
                      <a:pPr marL="0" marR="0" lvl="0" indent="0" algn="l" defTabSz="914400" rtl="0" eaLnBrk="1" fontAlgn="base" latinLnBrk="0" hangingPunct="1">
                        <a:lnSpc>
                          <a:spcPct val="100000"/>
                        </a:lnSpc>
                        <a:spcBef>
                          <a:spcPct val="0"/>
                        </a:spcBef>
                        <a:spcAft>
                          <a:spcPct val="0"/>
                        </a:spcAft>
                        <a:buClr>
                          <a:schemeClr val="hlink"/>
                        </a:buClr>
                        <a:buSzTx/>
                        <a:buFontTx/>
                        <a:buNone/>
                        <a:tabLst/>
                      </a:pPr>
                      <a:r>
                        <a:rPr kumimoji="0" lang="en-US" sz="900" b="0" i="0" u="none" strike="noStrike" cap="none" normalizeH="0" baseline="0" dirty="0">
                          <a:ln>
                            <a:noFill/>
                          </a:ln>
                          <a:solidFill>
                            <a:schemeClr val="tx1"/>
                          </a:solidFill>
                          <a:effectLst/>
                          <a:latin typeface="Arial" charset="0"/>
                          <a:ea typeface="ＭＳ Ｐゴシック" charset="-128"/>
                        </a:rPr>
                        <a:t>Project Review with interested parties</a:t>
                      </a:r>
                    </a:p>
                  </a:txBody>
                  <a:tcPr marL="91426" marR="9142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Tx/>
                        <a:buFontTx/>
                        <a:buNone/>
                        <a:tabLst/>
                      </a:pPr>
                      <a:r>
                        <a:rPr kumimoji="0" lang="en-US" sz="900" b="0" i="0" u="none" strike="noStrike" cap="none" normalizeH="0" baseline="0" dirty="0">
                          <a:ln>
                            <a:noFill/>
                          </a:ln>
                          <a:solidFill>
                            <a:schemeClr val="tx1"/>
                          </a:solidFill>
                          <a:effectLst/>
                          <a:latin typeface="Arial" charset="0"/>
                          <a:ea typeface="ＭＳ Ｐゴシック" charset="-128"/>
                        </a:rPr>
                        <a:t>Zoom</a:t>
                      </a:r>
                    </a:p>
                  </a:txBody>
                  <a:tcPr marL="91426" marR="9142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rtl="0" eaLnBrk="1" fontAlgn="base" latinLnBrk="0" hangingPunct="1">
                        <a:lnSpc>
                          <a:spcPct val="100000"/>
                        </a:lnSpc>
                        <a:spcBef>
                          <a:spcPct val="0"/>
                        </a:spcBef>
                        <a:spcAft>
                          <a:spcPct val="0"/>
                        </a:spcAft>
                        <a:buClr>
                          <a:schemeClr val="hlink"/>
                        </a:buClr>
                        <a:buSzTx/>
                        <a:buFontTx/>
                        <a:buNone/>
                      </a:pPr>
                      <a:r>
                        <a:rPr lang="en-US" sz="900" b="0" i="0" u="none" strike="noStrike" cap="none" normalizeH="0" baseline="0" dirty="0">
                          <a:ln>
                            <a:noFill/>
                          </a:ln>
                          <a:solidFill>
                            <a:schemeClr val="tx1"/>
                          </a:solidFill>
                          <a:effectLst/>
                          <a:latin typeface="Arial"/>
                          <a:ea typeface="ＭＳ Ｐゴシック"/>
                        </a:rPr>
                        <a:t>Champion, Sponsor, BB, Project Lead</a:t>
                      </a:r>
                      <a:endParaRPr kumimoji="0" lang="en-US" sz="900" b="0" i="0" u="none" strike="noStrike" cap="none" normalizeH="0" baseline="0" dirty="0">
                        <a:ln>
                          <a:noFill/>
                        </a:ln>
                        <a:solidFill>
                          <a:schemeClr val="tx1"/>
                        </a:solidFill>
                        <a:effectLst/>
                        <a:latin typeface="Arial"/>
                        <a:ea typeface="ＭＳ Ｐゴシック"/>
                      </a:endParaRPr>
                    </a:p>
                  </a:txBody>
                  <a:tcPr marL="91426" marR="9142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Tx/>
                        <a:buFontTx/>
                        <a:buNone/>
                        <a:tabLst/>
                      </a:pPr>
                      <a:r>
                        <a:rPr kumimoji="0" lang="en-US" sz="900" b="0" i="0" u="none" strike="noStrike" cap="none" normalizeH="0" baseline="0" dirty="0">
                          <a:ln>
                            <a:noFill/>
                          </a:ln>
                          <a:solidFill>
                            <a:schemeClr val="tx1"/>
                          </a:solidFill>
                          <a:effectLst/>
                          <a:latin typeface="Arial" charset="0"/>
                          <a:ea typeface="ＭＳ Ｐゴシック" charset="-128"/>
                        </a:rPr>
                        <a:t>Monthly</a:t>
                      </a:r>
                    </a:p>
                  </a:txBody>
                  <a:tcPr marL="91426" marR="9142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Tx/>
                        <a:buFontTx/>
                        <a:buNone/>
                        <a:tabLst/>
                        <a:defRPr/>
                      </a:pPr>
                      <a:r>
                        <a:rPr kumimoji="0" lang="en-US" sz="900" b="0" i="0" u="none" strike="noStrike" cap="none" normalizeH="0" baseline="0" dirty="0">
                          <a:ln>
                            <a:noFill/>
                          </a:ln>
                          <a:solidFill>
                            <a:schemeClr val="tx1"/>
                          </a:solidFill>
                          <a:effectLst/>
                          <a:latin typeface="Arial" charset="0"/>
                          <a:ea typeface="ＭＳ Ｐゴシック" charset="-128"/>
                        </a:rPr>
                        <a:t>Conference call</a:t>
                      </a:r>
                    </a:p>
                  </a:txBody>
                  <a:tcPr marL="91426" marR="9142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0">
                <a:tc>
                  <a:txBody>
                    <a:bodyPr/>
                    <a:lstStyle/>
                    <a:p>
                      <a:pPr marL="0" marR="0" lvl="0" indent="0" algn="l" defTabSz="914400" rtl="0" eaLnBrk="1" fontAlgn="base" latinLnBrk="0" hangingPunct="1">
                        <a:lnSpc>
                          <a:spcPct val="100000"/>
                        </a:lnSpc>
                        <a:spcBef>
                          <a:spcPct val="0"/>
                        </a:spcBef>
                        <a:spcAft>
                          <a:spcPct val="0"/>
                        </a:spcAft>
                        <a:buClr>
                          <a:schemeClr val="hlink"/>
                        </a:buClr>
                        <a:buSzTx/>
                        <a:buFontTx/>
                        <a:buNone/>
                        <a:tabLst/>
                      </a:pPr>
                      <a:r>
                        <a:rPr kumimoji="0" lang="en-US" sz="900" b="0" i="0" u="none" strike="noStrike" cap="none" normalizeH="0" baseline="0" dirty="0">
                          <a:ln>
                            <a:noFill/>
                          </a:ln>
                          <a:solidFill>
                            <a:schemeClr val="tx1"/>
                          </a:solidFill>
                          <a:effectLst/>
                          <a:latin typeface="Arial" charset="0"/>
                          <a:ea typeface="ＭＳ Ｐゴシック" charset="-128"/>
                        </a:rPr>
                        <a:t>Project meetings / workshops with team members</a:t>
                      </a:r>
                    </a:p>
                  </a:txBody>
                  <a:tcPr marL="91426" marR="9142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Tx/>
                        <a:buFontTx/>
                        <a:buNone/>
                        <a:tabLst/>
                      </a:pPr>
                      <a:r>
                        <a:rPr kumimoji="0" lang="en-US" sz="900" b="0" i="0" u="none" strike="noStrike" cap="none" normalizeH="0" baseline="0" dirty="0">
                          <a:ln>
                            <a:noFill/>
                          </a:ln>
                          <a:solidFill>
                            <a:schemeClr val="tx1"/>
                          </a:solidFill>
                          <a:effectLst/>
                          <a:latin typeface="Arial" charset="0"/>
                          <a:ea typeface="ＭＳ Ｐゴシック" charset="-128"/>
                        </a:rPr>
                        <a:t>Zoom</a:t>
                      </a:r>
                    </a:p>
                  </a:txBody>
                  <a:tcPr marL="91426" marR="9142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rtl="0" eaLnBrk="1" fontAlgn="base" latinLnBrk="0" hangingPunct="1">
                        <a:lnSpc>
                          <a:spcPct val="100000"/>
                        </a:lnSpc>
                        <a:spcBef>
                          <a:spcPct val="0"/>
                        </a:spcBef>
                        <a:spcAft>
                          <a:spcPct val="0"/>
                        </a:spcAft>
                        <a:buClr>
                          <a:schemeClr val="hlink"/>
                        </a:buClr>
                        <a:buSzTx/>
                        <a:buFontTx/>
                        <a:buNone/>
                      </a:pPr>
                      <a:r>
                        <a:rPr lang="en-US" sz="900" b="0" i="0" u="none" strike="noStrike" cap="none" normalizeH="0" baseline="0" dirty="0">
                          <a:ln>
                            <a:noFill/>
                          </a:ln>
                          <a:solidFill>
                            <a:schemeClr val="tx1"/>
                          </a:solidFill>
                          <a:effectLst/>
                          <a:latin typeface="Arial"/>
                          <a:ea typeface="ＭＳ Ｐゴシック"/>
                        </a:rPr>
                        <a:t>Members, Project Lead</a:t>
                      </a:r>
                      <a:endParaRPr kumimoji="0" lang="en-US" sz="900" b="0" i="0" u="none" strike="noStrike" cap="none" normalizeH="0" baseline="0" dirty="0">
                        <a:ln>
                          <a:noFill/>
                        </a:ln>
                        <a:solidFill>
                          <a:schemeClr val="tx1"/>
                        </a:solidFill>
                        <a:effectLst/>
                        <a:latin typeface="Arial"/>
                        <a:ea typeface="ＭＳ Ｐゴシック"/>
                      </a:endParaRPr>
                    </a:p>
                  </a:txBody>
                  <a:tcPr marL="91426" marR="9142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Tx/>
                        <a:buFontTx/>
                        <a:buNone/>
                        <a:tabLst/>
                      </a:pPr>
                      <a:r>
                        <a:rPr kumimoji="0" lang="en-US" sz="900" b="0" i="0" u="none" strike="noStrike" cap="none" normalizeH="0" baseline="0" dirty="0">
                          <a:ln>
                            <a:noFill/>
                          </a:ln>
                          <a:solidFill>
                            <a:schemeClr val="tx1"/>
                          </a:solidFill>
                          <a:effectLst/>
                          <a:latin typeface="Arial" charset="0"/>
                          <a:ea typeface="ＭＳ Ｐゴシック" charset="-128"/>
                        </a:rPr>
                        <a:t>Weekly</a:t>
                      </a:r>
                    </a:p>
                  </a:txBody>
                  <a:tcPr marL="91426" marR="9142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Tx/>
                        <a:buFontTx/>
                        <a:buNone/>
                        <a:tabLst/>
                        <a:defRPr/>
                      </a:pPr>
                      <a:r>
                        <a:rPr kumimoji="0" lang="en-US" sz="900" b="0" i="0" u="none" strike="noStrike" cap="none" normalizeH="0" baseline="0" dirty="0">
                          <a:ln>
                            <a:noFill/>
                          </a:ln>
                          <a:solidFill>
                            <a:schemeClr val="tx1"/>
                          </a:solidFill>
                          <a:effectLst/>
                          <a:latin typeface="Arial" charset="0"/>
                          <a:ea typeface="ＭＳ Ｐゴシック" charset="-128"/>
                        </a:rPr>
                        <a:t>Conference call</a:t>
                      </a:r>
                    </a:p>
                  </a:txBody>
                  <a:tcPr marL="91426" marR="9142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4787">
                <a:tc>
                  <a:txBody>
                    <a:bodyPr/>
                    <a:lstStyle/>
                    <a:p>
                      <a:pPr marL="0" marR="0" lvl="0" indent="0" algn="l" defTabSz="914400" rtl="0" eaLnBrk="1" fontAlgn="base" latinLnBrk="0" hangingPunct="1">
                        <a:lnSpc>
                          <a:spcPct val="100000"/>
                        </a:lnSpc>
                        <a:spcBef>
                          <a:spcPct val="0"/>
                        </a:spcBef>
                        <a:spcAft>
                          <a:spcPct val="0"/>
                        </a:spcAft>
                        <a:buClr>
                          <a:schemeClr val="hlink"/>
                        </a:buClr>
                        <a:buSzTx/>
                        <a:buFontTx/>
                        <a:buNone/>
                        <a:tabLst/>
                      </a:pPr>
                      <a:r>
                        <a:rPr kumimoji="0" lang="en-US" sz="900" b="0" i="0" u="none" strike="noStrike" cap="none" normalizeH="0" baseline="0" dirty="0">
                          <a:ln>
                            <a:noFill/>
                          </a:ln>
                          <a:solidFill>
                            <a:schemeClr val="tx1"/>
                          </a:solidFill>
                          <a:effectLst/>
                          <a:latin typeface="Arial" charset="0"/>
                          <a:ea typeface="ＭＳ Ｐゴシック" charset="-128"/>
                        </a:rPr>
                        <a:t>Measure Review</a:t>
                      </a:r>
                    </a:p>
                  </a:txBody>
                  <a:tcPr marL="91426" marR="9142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Tx/>
                        <a:buFontTx/>
                        <a:buNone/>
                        <a:tabLst/>
                      </a:pPr>
                      <a:r>
                        <a:rPr kumimoji="0" lang="en-US" sz="900" b="0" i="0" u="none" strike="noStrike" cap="none" normalizeH="0" baseline="0" dirty="0">
                          <a:ln>
                            <a:noFill/>
                          </a:ln>
                          <a:solidFill>
                            <a:schemeClr val="tx1"/>
                          </a:solidFill>
                          <a:effectLst/>
                          <a:latin typeface="Arial" charset="0"/>
                          <a:ea typeface="ＭＳ Ｐゴシック" charset="-128"/>
                        </a:rPr>
                        <a:t>Zoom</a:t>
                      </a:r>
                    </a:p>
                  </a:txBody>
                  <a:tcPr marL="91426" marR="9142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rtl="0" eaLnBrk="1" fontAlgn="base" latinLnBrk="0" hangingPunct="1">
                        <a:lnSpc>
                          <a:spcPct val="100000"/>
                        </a:lnSpc>
                        <a:spcBef>
                          <a:spcPct val="0"/>
                        </a:spcBef>
                        <a:spcAft>
                          <a:spcPct val="0"/>
                        </a:spcAft>
                        <a:buClr>
                          <a:schemeClr val="hlink"/>
                        </a:buClr>
                        <a:buSzTx/>
                        <a:buFontTx/>
                        <a:buNone/>
                      </a:pPr>
                      <a:r>
                        <a:rPr kumimoji="0" lang="en-US" sz="900" b="0" i="0" u="none" strike="noStrike" kern="1200" cap="none" normalizeH="0" baseline="0" dirty="0">
                          <a:ln>
                            <a:noFill/>
                          </a:ln>
                          <a:solidFill>
                            <a:schemeClr val="tx1"/>
                          </a:solidFill>
                          <a:effectLst/>
                          <a:latin typeface="+mn-lt"/>
                          <a:ea typeface="ＭＳ Ｐゴシック"/>
                          <a:cs typeface="Arial"/>
                        </a:rPr>
                        <a:t>All Project Leaders</a:t>
                      </a:r>
                      <a:r>
                        <a:rPr lang="en-US" sz="900" b="0" i="0" u="none" strike="noStrike" kern="1200" cap="none" normalizeH="0" baseline="0" dirty="0">
                          <a:ln>
                            <a:noFill/>
                          </a:ln>
                          <a:solidFill>
                            <a:schemeClr val="tx1"/>
                          </a:solidFill>
                          <a:effectLst/>
                          <a:latin typeface="+mn-lt"/>
                          <a:ea typeface="ＭＳ Ｐゴシック"/>
                          <a:cs typeface="Arial"/>
                        </a:rPr>
                        <a:t> </a:t>
                      </a:r>
                      <a:endParaRPr kumimoji="0" lang="en-US" sz="900" b="0" i="0" u="none" strike="noStrike" kern="1200" cap="none" normalizeH="0" baseline="0" dirty="0">
                        <a:ln>
                          <a:noFill/>
                        </a:ln>
                        <a:solidFill>
                          <a:schemeClr val="tx1"/>
                        </a:solidFill>
                        <a:effectLst/>
                        <a:latin typeface="+mn-lt"/>
                        <a:ea typeface="ＭＳ Ｐゴシック" charset="-128"/>
                        <a:cs typeface="Arial" panose="020B0604020202020204" pitchFamily="34" charset="0"/>
                      </a:endParaRPr>
                    </a:p>
                  </a:txBody>
                  <a:tcPr marL="91426" marR="9142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Tx/>
                        <a:buFontTx/>
                        <a:buNone/>
                        <a:tabLst/>
                      </a:pPr>
                      <a:r>
                        <a:rPr kumimoji="0" lang="en-US" sz="900" b="0" i="0" u="none" strike="noStrike" cap="none" normalizeH="0" baseline="0" dirty="0">
                          <a:ln>
                            <a:noFill/>
                          </a:ln>
                          <a:solidFill>
                            <a:schemeClr val="tx1"/>
                          </a:solidFill>
                          <a:effectLst/>
                          <a:latin typeface="Arial" charset="0"/>
                          <a:ea typeface="ＭＳ Ｐゴシック" charset="-128"/>
                        </a:rPr>
                        <a:t>Monthly</a:t>
                      </a:r>
                    </a:p>
                  </a:txBody>
                  <a:tcPr marL="91426" marR="9142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Tx/>
                        <a:buFontTx/>
                        <a:buNone/>
                        <a:tabLst/>
                        <a:defRPr/>
                      </a:pPr>
                      <a:r>
                        <a:rPr kumimoji="0" lang="en-US" sz="900" b="0" i="0" u="none" strike="noStrike" cap="none" normalizeH="0" baseline="0" dirty="0">
                          <a:ln>
                            <a:noFill/>
                          </a:ln>
                          <a:solidFill>
                            <a:schemeClr val="tx1"/>
                          </a:solidFill>
                          <a:effectLst/>
                          <a:latin typeface="Arial" charset="0"/>
                          <a:ea typeface="ＭＳ Ｐゴシック" charset="-128"/>
                        </a:rPr>
                        <a:t>Conference call</a:t>
                      </a:r>
                    </a:p>
                  </a:txBody>
                  <a:tcPr marL="91426" marR="9142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8" name="Rectangle 2"/>
          <p:cNvSpPr>
            <a:spLocks noChangeArrowheads="1"/>
          </p:cNvSpPr>
          <p:nvPr/>
        </p:nvSpPr>
        <p:spPr bwMode="auto">
          <a:xfrm>
            <a:off x="1213122" y="4437099"/>
            <a:ext cx="9678890" cy="457200"/>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pPr algn="ctr"/>
            <a:r>
              <a:rPr lang="en-US" sz="1200" b="0" dirty="0">
                <a:solidFill>
                  <a:schemeClr val="bg1"/>
                </a:solidFill>
                <a:cs typeface="Arial" pitchFamily="34" charset="0"/>
              </a:rPr>
              <a:t>Project Team roles and responsibilities defined, communication plan Formulated</a:t>
            </a:r>
          </a:p>
        </p:txBody>
      </p:sp>
      <p:sp>
        <p:nvSpPr>
          <p:cNvPr id="6" name="AutoShape 8"/>
          <p:cNvSpPr>
            <a:spLocks noChangeArrowheads="1"/>
          </p:cNvSpPr>
          <p:nvPr/>
        </p:nvSpPr>
        <p:spPr bwMode="auto">
          <a:xfrm>
            <a:off x="0" y="70773"/>
            <a:ext cx="1814732" cy="416569"/>
          </a:xfrm>
          <a:prstGeom prst="chevron">
            <a:avLst>
              <a:gd name="adj" fmla="val 40576"/>
            </a:avLst>
          </a:prstGeom>
          <a:solidFill>
            <a:srgbClr val="EB3846"/>
          </a:solidFill>
          <a:ln>
            <a:noFill/>
          </a:ln>
          <a:effectLst/>
        </p:spPr>
        <p:txBody>
          <a:bodyPr wrap="none" anchor="ctr"/>
          <a:lstStyle>
            <a:lvl1pPr defTabSz="973138" eaLnBrk="0" hangingPunct="0">
              <a:tabLst>
                <a:tab pos="1374775" algn="l"/>
              </a:tabLst>
              <a:defRPr sz="1200">
                <a:solidFill>
                  <a:schemeClr val="tx1"/>
                </a:solidFill>
                <a:latin typeface="Arial" charset="0"/>
                <a:ea typeface="ＭＳ Ｐゴシック" pitchFamily="34" charset="-128"/>
              </a:defRPr>
            </a:lvl1pPr>
            <a:lvl2pPr marL="742950" indent="-285750" defTabSz="973138" eaLnBrk="0" hangingPunct="0">
              <a:tabLst>
                <a:tab pos="1374775" algn="l"/>
              </a:tabLst>
              <a:defRPr sz="1200">
                <a:solidFill>
                  <a:schemeClr val="tx1"/>
                </a:solidFill>
                <a:latin typeface="Arial" charset="0"/>
                <a:ea typeface="ＭＳ Ｐゴシック" pitchFamily="34" charset="-128"/>
              </a:defRPr>
            </a:lvl2pPr>
            <a:lvl3pPr marL="1143000" indent="-228600" defTabSz="973138" eaLnBrk="0" hangingPunct="0">
              <a:tabLst>
                <a:tab pos="1374775" algn="l"/>
              </a:tabLst>
              <a:defRPr sz="1200">
                <a:solidFill>
                  <a:schemeClr val="tx1"/>
                </a:solidFill>
                <a:latin typeface="Arial" charset="0"/>
                <a:ea typeface="ＭＳ Ｐゴシック" pitchFamily="34" charset="-128"/>
              </a:defRPr>
            </a:lvl3pPr>
            <a:lvl4pPr marL="1600200" indent="-228600" defTabSz="973138" eaLnBrk="0" hangingPunct="0">
              <a:tabLst>
                <a:tab pos="1374775" algn="l"/>
              </a:tabLst>
              <a:defRPr sz="1200">
                <a:solidFill>
                  <a:schemeClr val="tx1"/>
                </a:solidFill>
                <a:latin typeface="Arial" charset="0"/>
                <a:ea typeface="ＭＳ Ｐゴシック" pitchFamily="34" charset="-128"/>
              </a:defRPr>
            </a:lvl4pPr>
            <a:lvl5pPr marL="2057400" indent="-228600" defTabSz="973138" eaLnBrk="0" hangingPunct="0">
              <a:tabLst>
                <a:tab pos="1374775" algn="l"/>
              </a:tabLst>
              <a:defRPr sz="1200">
                <a:solidFill>
                  <a:schemeClr val="tx1"/>
                </a:solidFill>
                <a:latin typeface="Arial" charset="0"/>
                <a:ea typeface="ＭＳ Ｐゴシック" pitchFamily="34" charset="-128"/>
              </a:defRPr>
            </a:lvl5pPr>
            <a:lvl6pPr marL="25146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6pPr>
            <a:lvl7pPr marL="29718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7pPr>
            <a:lvl8pPr marL="34290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8pPr>
            <a:lvl9pPr marL="38862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9pPr>
          </a:lstStyle>
          <a:p>
            <a:pPr eaLnBrk="1" hangingPunct="1">
              <a:buClr>
                <a:srgbClr val="905500"/>
              </a:buClr>
            </a:pPr>
            <a:r>
              <a:rPr lang="en-US" altLang="en-US" sz="1800" b="1" dirty="0">
                <a:solidFill>
                  <a:schemeClr val="bg1"/>
                </a:solidFill>
              </a:rPr>
              <a:t>Define</a:t>
            </a:r>
          </a:p>
        </p:txBody>
      </p:sp>
    </p:spTree>
    <p:extLst>
      <p:ext uri="{BB962C8B-B14F-4D97-AF65-F5344CB8AC3E}">
        <p14:creationId xmlns:p14="http://schemas.microsoft.com/office/powerpoint/2010/main" val="392962776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2"/>
          <p:cNvSpPr txBox="1">
            <a:spLocks/>
          </p:cNvSpPr>
          <p:nvPr/>
        </p:nvSpPr>
        <p:spPr>
          <a:xfrm>
            <a:off x="1807805" y="2225"/>
            <a:ext cx="7235456" cy="533400"/>
          </a:xfrm>
          <a:prstGeom prst="rect">
            <a:avLst/>
          </a:prstGeom>
        </p:spPr>
        <p:txBody>
          <a:bodyPr anchor="ctr"/>
          <a:lstStyle>
            <a:lvl1pPr marL="0">
              <a:defRPr sz="3000">
                <a:solidFill>
                  <a:srgbClr val="063161"/>
                </a:solidFill>
                <a:latin typeface="Georgia" panose="02040502050405020303"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1800" b="1" kern="0" dirty="0">
                <a:latin typeface="+mj-lt"/>
              </a:rPr>
              <a:t>Target calculation</a:t>
            </a:r>
          </a:p>
        </p:txBody>
      </p:sp>
      <p:sp>
        <p:nvSpPr>
          <p:cNvPr id="14" name="AutoShape 8"/>
          <p:cNvSpPr>
            <a:spLocks noChangeArrowheads="1"/>
          </p:cNvSpPr>
          <p:nvPr/>
        </p:nvSpPr>
        <p:spPr bwMode="auto">
          <a:xfrm>
            <a:off x="0" y="70773"/>
            <a:ext cx="1814732" cy="416569"/>
          </a:xfrm>
          <a:prstGeom prst="chevron">
            <a:avLst>
              <a:gd name="adj" fmla="val 40576"/>
            </a:avLst>
          </a:prstGeom>
          <a:solidFill>
            <a:srgbClr val="EB3846"/>
          </a:solidFill>
          <a:ln>
            <a:noFill/>
          </a:ln>
          <a:effectLst/>
        </p:spPr>
        <p:txBody>
          <a:bodyPr wrap="none" anchor="ctr"/>
          <a:lstStyle>
            <a:lvl1pPr defTabSz="973138" eaLnBrk="0" hangingPunct="0">
              <a:tabLst>
                <a:tab pos="1374775" algn="l"/>
              </a:tabLst>
              <a:defRPr sz="1200">
                <a:solidFill>
                  <a:schemeClr val="tx1"/>
                </a:solidFill>
                <a:latin typeface="Arial" charset="0"/>
                <a:ea typeface="ＭＳ Ｐゴシック" pitchFamily="34" charset="-128"/>
              </a:defRPr>
            </a:lvl1pPr>
            <a:lvl2pPr marL="742950" indent="-285750" defTabSz="973138" eaLnBrk="0" hangingPunct="0">
              <a:tabLst>
                <a:tab pos="1374775" algn="l"/>
              </a:tabLst>
              <a:defRPr sz="1200">
                <a:solidFill>
                  <a:schemeClr val="tx1"/>
                </a:solidFill>
                <a:latin typeface="Arial" charset="0"/>
                <a:ea typeface="ＭＳ Ｐゴシック" pitchFamily="34" charset="-128"/>
              </a:defRPr>
            </a:lvl2pPr>
            <a:lvl3pPr marL="1143000" indent="-228600" defTabSz="973138" eaLnBrk="0" hangingPunct="0">
              <a:tabLst>
                <a:tab pos="1374775" algn="l"/>
              </a:tabLst>
              <a:defRPr sz="1200">
                <a:solidFill>
                  <a:schemeClr val="tx1"/>
                </a:solidFill>
                <a:latin typeface="Arial" charset="0"/>
                <a:ea typeface="ＭＳ Ｐゴシック" pitchFamily="34" charset="-128"/>
              </a:defRPr>
            </a:lvl3pPr>
            <a:lvl4pPr marL="1600200" indent="-228600" defTabSz="973138" eaLnBrk="0" hangingPunct="0">
              <a:tabLst>
                <a:tab pos="1374775" algn="l"/>
              </a:tabLst>
              <a:defRPr sz="1200">
                <a:solidFill>
                  <a:schemeClr val="tx1"/>
                </a:solidFill>
                <a:latin typeface="Arial" charset="0"/>
                <a:ea typeface="ＭＳ Ｐゴシック" pitchFamily="34" charset="-128"/>
              </a:defRPr>
            </a:lvl4pPr>
            <a:lvl5pPr marL="2057400" indent="-228600" defTabSz="973138" eaLnBrk="0" hangingPunct="0">
              <a:tabLst>
                <a:tab pos="1374775" algn="l"/>
              </a:tabLst>
              <a:defRPr sz="1200">
                <a:solidFill>
                  <a:schemeClr val="tx1"/>
                </a:solidFill>
                <a:latin typeface="Arial" charset="0"/>
                <a:ea typeface="ＭＳ Ｐゴシック" pitchFamily="34" charset="-128"/>
              </a:defRPr>
            </a:lvl5pPr>
            <a:lvl6pPr marL="25146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6pPr>
            <a:lvl7pPr marL="29718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7pPr>
            <a:lvl8pPr marL="34290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8pPr>
            <a:lvl9pPr marL="38862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9pPr>
          </a:lstStyle>
          <a:p>
            <a:pPr eaLnBrk="1" hangingPunct="1">
              <a:buClr>
                <a:srgbClr val="905500"/>
              </a:buClr>
            </a:pPr>
            <a:r>
              <a:rPr lang="en-US" altLang="en-US" sz="1800" b="1" dirty="0">
                <a:solidFill>
                  <a:schemeClr val="bg1"/>
                </a:solidFill>
              </a:rPr>
              <a:t>Define</a:t>
            </a:r>
          </a:p>
        </p:txBody>
      </p:sp>
      <p:pic>
        <p:nvPicPr>
          <p:cNvPr id="3" name="Picture 2"/>
          <p:cNvPicPr>
            <a:picLocks noChangeAspect="1"/>
          </p:cNvPicPr>
          <p:nvPr/>
        </p:nvPicPr>
        <p:blipFill>
          <a:blip r:embed="rId2"/>
          <a:stretch>
            <a:fillRect/>
          </a:stretch>
        </p:blipFill>
        <p:spPr>
          <a:xfrm>
            <a:off x="381000" y="497846"/>
            <a:ext cx="6010275" cy="2362200"/>
          </a:xfrm>
          <a:prstGeom prst="rect">
            <a:avLst/>
          </a:prstGeom>
        </p:spPr>
      </p:pic>
      <p:pic>
        <p:nvPicPr>
          <p:cNvPr id="5" name="Picture 4"/>
          <p:cNvPicPr>
            <a:picLocks noChangeAspect="1"/>
          </p:cNvPicPr>
          <p:nvPr/>
        </p:nvPicPr>
        <p:blipFill>
          <a:blip r:embed="rId3"/>
          <a:stretch>
            <a:fillRect/>
          </a:stretch>
        </p:blipFill>
        <p:spPr>
          <a:xfrm>
            <a:off x="6781800" y="582262"/>
            <a:ext cx="3962400" cy="3178875"/>
          </a:xfrm>
          <a:prstGeom prst="rect">
            <a:avLst/>
          </a:prstGeom>
        </p:spPr>
      </p:pic>
      <p:sp>
        <p:nvSpPr>
          <p:cNvPr id="26" name="TextBox 25"/>
          <p:cNvSpPr txBox="1"/>
          <p:nvPr/>
        </p:nvSpPr>
        <p:spPr>
          <a:xfrm>
            <a:off x="518570" y="3094053"/>
            <a:ext cx="4978400" cy="1477328"/>
          </a:xfrm>
          <a:prstGeom prst="rect">
            <a:avLst/>
          </a:prstGeom>
          <a:noFill/>
          <a:ln w="28575">
            <a:solidFill>
              <a:schemeClr val="accent1">
                <a:lumMod val="40000"/>
                <a:lumOff val="60000"/>
              </a:schemeClr>
            </a:solidFill>
          </a:ln>
        </p:spPr>
        <p:txBody>
          <a:bodyPr wrap="square" rtlCol="0">
            <a:spAutoFit/>
          </a:bodyPr>
          <a:lstStyle/>
          <a:p>
            <a:pPr marL="171450" indent="-171450">
              <a:lnSpc>
                <a:spcPct val="150000"/>
              </a:lnSpc>
              <a:buFont typeface="Wingdings" panose="05000000000000000000" pitchFamily="2" charset="2"/>
              <a:buChar char="ü"/>
            </a:pPr>
            <a:r>
              <a:rPr lang="en-US" sz="1200" dirty="0"/>
              <a:t>The data selection range was from January ‘20 until December ’20;</a:t>
            </a:r>
          </a:p>
          <a:p>
            <a:pPr marL="171450" indent="-171450">
              <a:lnSpc>
                <a:spcPct val="150000"/>
              </a:lnSpc>
              <a:buFont typeface="Wingdings" panose="05000000000000000000" pitchFamily="2" charset="2"/>
              <a:buChar char="ü"/>
            </a:pPr>
            <a:r>
              <a:rPr lang="en-US" sz="1200" dirty="0"/>
              <a:t>The current DPMO is situated at 209,888.67 and the Sigma Level at 2.31;</a:t>
            </a:r>
          </a:p>
          <a:p>
            <a:pPr marL="171450" indent="-171450">
              <a:lnSpc>
                <a:spcPct val="150000"/>
              </a:lnSpc>
              <a:buFont typeface="Wingdings" panose="05000000000000000000" pitchFamily="2" charset="2"/>
              <a:buChar char="ü"/>
            </a:pPr>
            <a:r>
              <a:rPr lang="en-US" sz="1200" dirty="0"/>
              <a:t>The total number of late payments represents approximately 21% out of the total number of invoices paid; </a:t>
            </a:r>
          </a:p>
        </p:txBody>
      </p:sp>
      <p:pic>
        <p:nvPicPr>
          <p:cNvPr id="2" name="Picture 1"/>
          <p:cNvPicPr>
            <a:picLocks noChangeAspect="1"/>
          </p:cNvPicPr>
          <p:nvPr/>
        </p:nvPicPr>
        <p:blipFill>
          <a:blip r:embed="rId4"/>
          <a:stretch>
            <a:fillRect/>
          </a:stretch>
        </p:blipFill>
        <p:spPr>
          <a:xfrm>
            <a:off x="9144000" y="4571381"/>
            <a:ext cx="2600325" cy="561975"/>
          </a:xfrm>
          <a:prstGeom prst="rect">
            <a:avLst/>
          </a:prstGeom>
        </p:spPr>
      </p:pic>
      <p:pic>
        <p:nvPicPr>
          <p:cNvPr id="4" name="Picture 3"/>
          <p:cNvPicPr>
            <a:picLocks noChangeAspect="1"/>
          </p:cNvPicPr>
          <p:nvPr/>
        </p:nvPicPr>
        <p:blipFill>
          <a:blip r:embed="rId5"/>
          <a:stretch>
            <a:fillRect/>
          </a:stretch>
        </p:blipFill>
        <p:spPr>
          <a:xfrm>
            <a:off x="9296400" y="5406269"/>
            <a:ext cx="1990725" cy="428625"/>
          </a:xfrm>
          <a:prstGeom prst="rect">
            <a:avLst/>
          </a:prstGeom>
        </p:spPr>
      </p:pic>
      <p:sp>
        <p:nvSpPr>
          <p:cNvPr id="6" name="TextBox 5"/>
          <p:cNvSpPr txBox="1"/>
          <p:nvPr/>
        </p:nvSpPr>
        <p:spPr>
          <a:xfrm>
            <a:off x="5815740" y="4168735"/>
            <a:ext cx="3227521" cy="923330"/>
          </a:xfrm>
          <a:prstGeom prst="rect">
            <a:avLst/>
          </a:prstGeom>
          <a:noFill/>
          <a:ln w="28575">
            <a:solidFill>
              <a:schemeClr val="accent1">
                <a:lumMod val="40000"/>
                <a:lumOff val="60000"/>
              </a:schemeClr>
            </a:solidFill>
          </a:ln>
        </p:spPr>
        <p:txBody>
          <a:bodyPr wrap="square" rtlCol="0">
            <a:spAutoFit/>
          </a:bodyPr>
          <a:lstStyle>
            <a:defPPr>
              <a:defRPr lang="en-US"/>
            </a:defPPr>
            <a:lvl1pPr marL="171450" indent="-171450">
              <a:lnSpc>
                <a:spcPct val="150000"/>
              </a:lnSpc>
              <a:buFont typeface="Wingdings" panose="05000000000000000000" pitchFamily="2" charset="2"/>
              <a:buChar char="ü"/>
              <a:defRPr sz="1200"/>
            </a:lvl1pPr>
          </a:lstStyle>
          <a:p>
            <a:r>
              <a:rPr lang="en-US" dirty="0"/>
              <a:t>Statistical difference between the baseline and to be POT target</a:t>
            </a:r>
          </a:p>
          <a:p>
            <a:endParaRPr lang="en-US" dirty="0"/>
          </a:p>
        </p:txBody>
      </p:sp>
      <p:sp>
        <p:nvSpPr>
          <p:cNvPr id="7" name="Right Arrow 6"/>
          <p:cNvSpPr/>
          <p:nvPr/>
        </p:nvSpPr>
        <p:spPr>
          <a:xfrm>
            <a:off x="7620000" y="4609064"/>
            <a:ext cx="1345339" cy="4866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9067209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1814732" y="70773"/>
            <a:ext cx="7235456" cy="533400"/>
          </a:xfrm>
        </p:spPr>
        <p:txBody>
          <a:bodyPr/>
          <a:lstStyle/>
          <a:p>
            <a:r>
              <a:rPr lang="en-US" sz="1800" b="1" dirty="0">
                <a:solidFill>
                  <a:srgbClr val="073262"/>
                </a:solidFill>
                <a:latin typeface="+mj-lt"/>
                <a:ea typeface="MS PGothic" pitchFamily="34" charset="-128"/>
              </a:rPr>
              <a:t>Baseline Data</a:t>
            </a:r>
          </a:p>
        </p:txBody>
      </p:sp>
      <p:sp>
        <p:nvSpPr>
          <p:cNvPr id="5" name="AutoShape 8"/>
          <p:cNvSpPr>
            <a:spLocks noChangeArrowheads="1"/>
          </p:cNvSpPr>
          <p:nvPr/>
        </p:nvSpPr>
        <p:spPr bwMode="auto">
          <a:xfrm>
            <a:off x="0" y="70773"/>
            <a:ext cx="1814732" cy="416569"/>
          </a:xfrm>
          <a:prstGeom prst="chevron">
            <a:avLst>
              <a:gd name="adj" fmla="val 40576"/>
            </a:avLst>
          </a:prstGeom>
          <a:solidFill>
            <a:srgbClr val="EB3846"/>
          </a:solidFill>
          <a:ln>
            <a:noFill/>
          </a:ln>
          <a:effectLst/>
        </p:spPr>
        <p:txBody>
          <a:bodyPr wrap="none" anchor="ctr"/>
          <a:lstStyle>
            <a:lvl1pPr defTabSz="973138" eaLnBrk="0" hangingPunct="0">
              <a:tabLst>
                <a:tab pos="1374775" algn="l"/>
              </a:tabLst>
              <a:defRPr sz="1200">
                <a:solidFill>
                  <a:schemeClr val="tx1"/>
                </a:solidFill>
                <a:latin typeface="Arial" charset="0"/>
                <a:ea typeface="ＭＳ Ｐゴシック" pitchFamily="34" charset="-128"/>
              </a:defRPr>
            </a:lvl1pPr>
            <a:lvl2pPr marL="742950" indent="-285750" defTabSz="973138" eaLnBrk="0" hangingPunct="0">
              <a:tabLst>
                <a:tab pos="1374775" algn="l"/>
              </a:tabLst>
              <a:defRPr sz="1200">
                <a:solidFill>
                  <a:schemeClr val="tx1"/>
                </a:solidFill>
                <a:latin typeface="Arial" charset="0"/>
                <a:ea typeface="ＭＳ Ｐゴシック" pitchFamily="34" charset="-128"/>
              </a:defRPr>
            </a:lvl2pPr>
            <a:lvl3pPr marL="1143000" indent="-228600" defTabSz="973138" eaLnBrk="0" hangingPunct="0">
              <a:tabLst>
                <a:tab pos="1374775" algn="l"/>
              </a:tabLst>
              <a:defRPr sz="1200">
                <a:solidFill>
                  <a:schemeClr val="tx1"/>
                </a:solidFill>
                <a:latin typeface="Arial" charset="0"/>
                <a:ea typeface="ＭＳ Ｐゴシック" pitchFamily="34" charset="-128"/>
              </a:defRPr>
            </a:lvl3pPr>
            <a:lvl4pPr marL="1600200" indent="-228600" defTabSz="973138" eaLnBrk="0" hangingPunct="0">
              <a:tabLst>
                <a:tab pos="1374775" algn="l"/>
              </a:tabLst>
              <a:defRPr sz="1200">
                <a:solidFill>
                  <a:schemeClr val="tx1"/>
                </a:solidFill>
                <a:latin typeface="Arial" charset="0"/>
                <a:ea typeface="ＭＳ Ｐゴシック" pitchFamily="34" charset="-128"/>
              </a:defRPr>
            </a:lvl4pPr>
            <a:lvl5pPr marL="2057400" indent="-228600" defTabSz="973138" eaLnBrk="0" hangingPunct="0">
              <a:tabLst>
                <a:tab pos="1374775" algn="l"/>
              </a:tabLst>
              <a:defRPr sz="1200">
                <a:solidFill>
                  <a:schemeClr val="tx1"/>
                </a:solidFill>
                <a:latin typeface="Arial" charset="0"/>
                <a:ea typeface="ＭＳ Ｐゴシック" pitchFamily="34" charset="-128"/>
              </a:defRPr>
            </a:lvl5pPr>
            <a:lvl6pPr marL="25146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6pPr>
            <a:lvl7pPr marL="29718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7pPr>
            <a:lvl8pPr marL="34290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8pPr>
            <a:lvl9pPr marL="38862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9pPr>
          </a:lstStyle>
          <a:p>
            <a:pPr eaLnBrk="1" hangingPunct="1">
              <a:buClr>
                <a:srgbClr val="905500"/>
              </a:buClr>
            </a:pPr>
            <a:r>
              <a:rPr lang="en-US" altLang="en-US" sz="1800" b="1" dirty="0">
                <a:solidFill>
                  <a:schemeClr val="bg1"/>
                </a:solidFill>
              </a:rPr>
              <a:t>Define</a:t>
            </a:r>
          </a:p>
        </p:txBody>
      </p:sp>
      <p:sp>
        <p:nvSpPr>
          <p:cNvPr id="9" name="TextBox 8"/>
          <p:cNvSpPr txBox="1"/>
          <p:nvPr/>
        </p:nvSpPr>
        <p:spPr>
          <a:xfrm>
            <a:off x="486144" y="953744"/>
            <a:ext cx="5533656" cy="2585323"/>
          </a:xfrm>
          <a:prstGeom prst="rect">
            <a:avLst/>
          </a:prstGeom>
          <a:noFill/>
          <a:ln w="28575">
            <a:solidFill>
              <a:schemeClr val="accent1">
                <a:lumMod val="40000"/>
                <a:lumOff val="60000"/>
              </a:schemeClr>
            </a:solidFill>
          </a:ln>
        </p:spPr>
        <p:txBody>
          <a:bodyPr wrap="square" lIns="91440" tIns="45720" rIns="91440" bIns="45720" rtlCol="0" anchor="t">
            <a:spAutoFit/>
          </a:bodyPr>
          <a:lstStyle/>
          <a:p>
            <a:pPr marL="171450" indent="-171450">
              <a:lnSpc>
                <a:spcPct val="150000"/>
              </a:lnSpc>
              <a:buFont typeface="Wingdings" panose="05000000000000000000" pitchFamily="2" charset="2"/>
              <a:buChar char="ü"/>
            </a:pPr>
            <a:r>
              <a:rPr lang="en-US" sz="1200" dirty="0"/>
              <a:t>The data selection range was from January ‘20 until December ’20;</a:t>
            </a:r>
            <a:endParaRPr lang="en-US" sz="1200" kern="0" dirty="0"/>
          </a:p>
          <a:p>
            <a:pPr marL="171450" indent="-171450">
              <a:lnSpc>
                <a:spcPct val="150000"/>
              </a:lnSpc>
              <a:buFont typeface="Wingdings" panose="05000000000000000000" pitchFamily="2" charset="2"/>
              <a:buChar char="ü"/>
            </a:pPr>
            <a:r>
              <a:rPr lang="en-GB" sz="1200" dirty="0">
                <a:latin typeface="Georgia"/>
                <a:ea typeface="ＭＳ Ｐゴシック"/>
              </a:rPr>
              <a:t>Starting with 2020, the POT rate for XYZ Europe has been following an unstable trend, </a:t>
            </a:r>
            <a:r>
              <a:rPr lang="en-US" sz="1200" kern="0" dirty="0"/>
              <a:t>the peak being 87% in December ‘20 and the perk was 70% in April ‘20. </a:t>
            </a:r>
          </a:p>
          <a:p>
            <a:pPr marL="171450" indent="-171450">
              <a:lnSpc>
                <a:spcPct val="150000"/>
              </a:lnSpc>
              <a:buFont typeface="Wingdings" panose="05000000000000000000" pitchFamily="2" charset="2"/>
              <a:buChar char="ü"/>
            </a:pPr>
            <a:r>
              <a:rPr lang="en-US" sz="1200" kern="0" dirty="0"/>
              <a:t>Now, this metric is at 78% with an average of 374 paid late invoices per month.</a:t>
            </a:r>
          </a:p>
          <a:p>
            <a:pPr marL="171450" indent="-171450">
              <a:lnSpc>
                <a:spcPct val="150000"/>
              </a:lnSpc>
              <a:buFont typeface="Wingdings" panose="05000000000000000000" pitchFamily="2" charset="2"/>
              <a:buChar char="ü"/>
            </a:pPr>
            <a:r>
              <a:rPr lang="en-US" sz="1200" kern="0" dirty="0"/>
              <a:t>The maximum value reached in December ‘20 is due to the large volume of invoices received and paid on time for the year ending.</a:t>
            </a:r>
          </a:p>
        </p:txBody>
      </p:sp>
      <p:pic>
        <p:nvPicPr>
          <p:cNvPr id="2" name="Picture 1"/>
          <p:cNvPicPr>
            <a:picLocks noChangeAspect="1"/>
          </p:cNvPicPr>
          <p:nvPr/>
        </p:nvPicPr>
        <p:blipFill>
          <a:blip r:embed="rId2"/>
          <a:stretch>
            <a:fillRect/>
          </a:stretch>
        </p:blipFill>
        <p:spPr>
          <a:xfrm>
            <a:off x="6220448" y="471715"/>
            <a:ext cx="4980952" cy="2457143"/>
          </a:xfrm>
          <a:prstGeom prst="rect">
            <a:avLst/>
          </a:prstGeom>
        </p:spPr>
      </p:pic>
      <p:pic>
        <p:nvPicPr>
          <p:cNvPr id="4" name="Picture 3"/>
          <p:cNvPicPr>
            <a:picLocks noChangeAspect="1"/>
          </p:cNvPicPr>
          <p:nvPr/>
        </p:nvPicPr>
        <p:blipFill>
          <a:blip r:embed="rId3"/>
          <a:stretch>
            <a:fillRect/>
          </a:stretch>
        </p:blipFill>
        <p:spPr>
          <a:xfrm>
            <a:off x="6220448" y="4047052"/>
            <a:ext cx="4419048" cy="2447619"/>
          </a:xfrm>
          <a:prstGeom prst="rect">
            <a:avLst/>
          </a:prstGeom>
        </p:spPr>
      </p:pic>
      <p:pic>
        <p:nvPicPr>
          <p:cNvPr id="10" name="Picture 9"/>
          <p:cNvPicPr>
            <a:picLocks noChangeAspect="1"/>
          </p:cNvPicPr>
          <p:nvPr/>
        </p:nvPicPr>
        <p:blipFill>
          <a:blip r:embed="rId4"/>
          <a:stretch>
            <a:fillRect/>
          </a:stretch>
        </p:blipFill>
        <p:spPr>
          <a:xfrm>
            <a:off x="619668" y="3894671"/>
            <a:ext cx="4342857" cy="2600000"/>
          </a:xfrm>
          <a:prstGeom prst="rect">
            <a:avLst/>
          </a:prstGeom>
        </p:spPr>
      </p:pic>
    </p:spTree>
    <p:extLst>
      <p:ext uri="{BB962C8B-B14F-4D97-AF65-F5344CB8AC3E}">
        <p14:creationId xmlns:p14="http://schemas.microsoft.com/office/powerpoint/2010/main" val="418610094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1814732" y="39949"/>
            <a:ext cx="7235456" cy="533400"/>
          </a:xfrm>
        </p:spPr>
        <p:txBody>
          <a:bodyPr/>
          <a:lstStyle/>
          <a:p>
            <a:pPr algn="l" rtl="0"/>
            <a:r>
              <a:rPr lang="en-US" sz="1800" b="1" dirty="0">
                <a:latin typeface="Georgia"/>
              </a:rPr>
              <a:t>Potential Business Impact</a:t>
            </a:r>
          </a:p>
        </p:txBody>
      </p:sp>
      <p:sp>
        <p:nvSpPr>
          <p:cNvPr id="6" name="AutoShape 8"/>
          <p:cNvSpPr>
            <a:spLocks noChangeArrowheads="1"/>
          </p:cNvSpPr>
          <p:nvPr/>
        </p:nvSpPr>
        <p:spPr bwMode="auto">
          <a:xfrm>
            <a:off x="0" y="70773"/>
            <a:ext cx="1814732" cy="416569"/>
          </a:xfrm>
          <a:prstGeom prst="chevron">
            <a:avLst>
              <a:gd name="adj" fmla="val 40576"/>
            </a:avLst>
          </a:prstGeom>
          <a:solidFill>
            <a:srgbClr val="EB3846"/>
          </a:solidFill>
          <a:ln>
            <a:noFill/>
          </a:ln>
          <a:effectLst/>
        </p:spPr>
        <p:txBody>
          <a:bodyPr wrap="none" anchor="ctr"/>
          <a:lstStyle>
            <a:lvl1pPr defTabSz="973138" eaLnBrk="0" hangingPunct="0">
              <a:tabLst>
                <a:tab pos="1374775" algn="l"/>
              </a:tabLst>
              <a:defRPr sz="1200">
                <a:solidFill>
                  <a:schemeClr val="tx1"/>
                </a:solidFill>
                <a:latin typeface="Arial" charset="0"/>
                <a:ea typeface="ＭＳ Ｐゴシック" pitchFamily="34" charset="-128"/>
              </a:defRPr>
            </a:lvl1pPr>
            <a:lvl2pPr marL="742950" indent="-285750" defTabSz="973138" eaLnBrk="0" hangingPunct="0">
              <a:tabLst>
                <a:tab pos="1374775" algn="l"/>
              </a:tabLst>
              <a:defRPr sz="1200">
                <a:solidFill>
                  <a:schemeClr val="tx1"/>
                </a:solidFill>
                <a:latin typeface="Arial" charset="0"/>
                <a:ea typeface="ＭＳ Ｐゴシック" pitchFamily="34" charset="-128"/>
              </a:defRPr>
            </a:lvl2pPr>
            <a:lvl3pPr marL="1143000" indent="-228600" defTabSz="973138" eaLnBrk="0" hangingPunct="0">
              <a:tabLst>
                <a:tab pos="1374775" algn="l"/>
              </a:tabLst>
              <a:defRPr sz="1200">
                <a:solidFill>
                  <a:schemeClr val="tx1"/>
                </a:solidFill>
                <a:latin typeface="Arial" charset="0"/>
                <a:ea typeface="ＭＳ Ｐゴシック" pitchFamily="34" charset="-128"/>
              </a:defRPr>
            </a:lvl3pPr>
            <a:lvl4pPr marL="1600200" indent="-228600" defTabSz="973138" eaLnBrk="0" hangingPunct="0">
              <a:tabLst>
                <a:tab pos="1374775" algn="l"/>
              </a:tabLst>
              <a:defRPr sz="1200">
                <a:solidFill>
                  <a:schemeClr val="tx1"/>
                </a:solidFill>
                <a:latin typeface="Arial" charset="0"/>
                <a:ea typeface="ＭＳ Ｐゴシック" pitchFamily="34" charset="-128"/>
              </a:defRPr>
            </a:lvl4pPr>
            <a:lvl5pPr marL="2057400" indent="-228600" defTabSz="973138" eaLnBrk="0" hangingPunct="0">
              <a:tabLst>
                <a:tab pos="1374775" algn="l"/>
              </a:tabLst>
              <a:defRPr sz="1200">
                <a:solidFill>
                  <a:schemeClr val="tx1"/>
                </a:solidFill>
                <a:latin typeface="Arial" charset="0"/>
                <a:ea typeface="ＭＳ Ｐゴシック" pitchFamily="34" charset="-128"/>
              </a:defRPr>
            </a:lvl5pPr>
            <a:lvl6pPr marL="25146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6pPr>
            <a:lvl7pPr marL="29718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7pPr>
            <a:lvl8pPr marL="34290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8pPr>
            <a:lvl9pPr marL="38862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9pPr>
          </a:lstStyle>
          <a:p>
            <a:pPr eaLnBrk="1" hangingPunct="1">
              <a:buClr>
                <a:srgbClr val="905500"/>
              </a:buClr>
            </a:pPr>
            <a:r>
              <a:rPr lang="en-US" altLang="en-US" sz="1800" b="1" dirty="0">
                <a:solidFill>
                  <a:schemeClr val="bg1"/>
                </a:solidFill>
              </a:rPr>
              <a:t>Define</a:t>
            </a:r>
          </a:p>
        </p:txBody>
      </p:sp>
      <p:graphicFrame>
        <p:nvGraphicFramePr>
          <p:cNvPr id="8" name="Table 7"/>
          <p:cNvGraphicFramePr>
            <a:graphicFrameLocks noGrp="1"/>
          </p:cNvGraphicFramePr>
          <p:nvPr/>
        </p:nvGraphicFramePr>
        <p:xfrm>
          <a:off x="279400" y="1112877"/>
          <a:ext cx="3911600" cy="304800"/>
        </p:xfrm>
        <a:graphic>
          <a:graphicData uri="http://schemas.openxmlformats.org/drawingml/2006/table">
            <a:tbl>
              <a:tblPr firstRow="1" bandRow="1">
                <a:tableStyleId>{5C22544A-7EE6-4342-B048-85BDC9FD1C3A}</a:tableStyleId>
              </a:tblPr>
              <a:tblGrid>
                <a:gridCol w="3911600">
                  <a:extLst>
                    <a:ext uri="{9D8B030D-6E8A-4147-A177-3AD203B41FA5}">
                      <a16:colId xmlns:a16="http://schemas.microsoft.com/office/drawing/2014/main" val="3586005709"/>
                    </a:ext>
                  </a:extLst>
                </a:gridCol>
              </a:tblGrid>
              <a:tr h="300215">
                <a:tc>
                  <a:txBody>
                    <a:bodyPr/>
                    <a:lstStyle/>
                    <a:p>
                      <a:r>
                        <a:rPr lang="en-US" sz="1400" dirty="0"/>
                        <a:t>Quantifiable Business Impact</a:t>
                      </a:r>
                    </a:p>
                  </a:txBody>
                  <a:tcPr/>
                </a:tc>
                <a:extLst>
                  <a:ext uri="{0D108BD9-81ED-4DB2-BD59-A6C34878D82A}">
                    <a16:rowId xmlns:a16="http://schemas.microsoft.com/office/drawing/2014/main" val="1773591710"/>
                  </a:ext>
                </a:extLst>
              </a:tr>
            </a:tbl>
          </a:graphicData>
        </a:graphic>
      </p:graphicFrame>
      <p:sp>
        <p:nvSpPr>
          <p:cNvPr id="11" name="TextBox 10"/>
          <p:cNvSpPr txBox="1"/>
          <p:nvPr/>
        </p:nvSpPr>
        <p:spPr>
          <a:xfrm>
            <a:off x="279400" y="1997491"/>
            <a:ext cx="7124308" cy="1061829"/>
          </a:xfrm>
          <a:prstGeom prst="rect">
            <a:avLst/>
          </a:prstGeom>
          <a:noFill/>
          <a:ln w="28575">
            <a:solidFill>
              <a:schemeClr val="accent1">
                <a:lumMod val="40000"/>
                <a:lumOff val="60000"/>
              </a:schemeClr>
            </a:solidFill>
          </a:ln>
        </p:spPr>
        <p:txBody>
          <a:bodyPr wrap="square" rtlCol="0">
            <a:spAutoFit/>
          </a:bodyPr>
          <a:lstStyle/>
          <a:p>
            <a:pPr marL="171450" indent="-171450">
              <a:lnSpc>
                <a:spcPct val="150000"/>
              </a:lnSpc>
              <a:buFont typeface="Wingdings" panose="05000000000000000000" pitchFamily="2" charset="2"/>
              <a:buChar char="ü"/>
            </a:pPr>
            <a:r>
              <a:rPr lang="en-US" sz="1200" dirty="0"/>
              <a:t>Avoiding late payment fees – variable fee calculated based on the following parameters: Total paid late amount/month, Country of residence of the vendors.</a:t>
            </a:r>
            <a:endParaRPr lang="en-US" sz="1200" kern="0" dirty="0"/>
          </a:p>
          <a:p>
            <a:pPr marL="171450" indent="-171450">
              <a:lnSpc>
                <a:spcPct val="150000"/>
              </a:lnSpc>
              <a:buFont typeface="Wingdings" panose="05000000000000000000" pitchFamily="2" charset="2"/>
              <a:buChar char="ü"/>
            </a:pPr>
            <a:r>
              <a:rPr lang="en-US" sz="1200" dirty="0"/>
              <a:t>The business impact from avoiding late payment fees of the project will be </a:t>
            </a:r>
            <a:r>
              <a:rPr lang="en-US" dirty="0">
                <a:solidFill>
                  <a:srgbClr val="E1555F"/>
                </a:solidFill>
              </a:rPr>
              <a:t>716.98 K USD*</a:t>
            </a:r>
          </a:p>
        </p:txBody>
      </p:sp>
      <p:pic>
        <p:nvPicPr>
          <p:cNvPr id="12" name="Picture 11"/>
          <p:cNvPicPr>
            <a:picLocks noChangeAspect="1"/>
          </p:cNvPicPr>
          <p:nvPr/>
        </p:nvPicPr>
        <p:blipFill>
          <a:blip r:embed="rId2"/>
          <a:stretch>
            <a:fillRect/>
          </a:stretch>
        </p:blipFill>
        <p:spPr>
          <a:xfrm>
            <a:off x="7543800" y="487342"/>
            <a:ext cx="4216400" cy="4419601"/>
          </a:xfrm>
          <a:prstGeom prst="rect">
            <a:avLst/>
          </a:prstGeom>
        </p:spPr>
      </p:pic>
      <p:sp>
        <p:nvSpPr>
          <p:cNvPr id="14" name="TextBox 13"/>
          <p:cNvSpPr txBox="1"/>
          <p:nvPr/>
        </p:nvSpPr>
        <p:spPr>
          <a:xfrm>
            <a:off x="7543800" y="5087242"/>
            <a:ext cx="4216400" cy="1166730"/>
          </a:xfrm>
          <a:prstGeom prst="rect">
            <a:avLst/>
          </a:prstGeom>
          <a:noFill/>
          <a:ln w="28575">
            <a:solidFill>
              <a:schemeClr val="accent1">
                <a:lumMod val="40000"/>
                <a:lumOff val="60000"/>
              </a:schemeClr>
            </a:solidFill>
          </a:ln>
        </p:spPr>
        <p:txBody>
          <a:bodyPr wrap="square" rtlCol="0">
            <a:spAutoFit/>
          </a:bodyPr>
          <a:lstStyle/>
          <a:p>
            <a:pPr>
              <a:lnSpc>
                <a:spcPct val="150000"/>
              </a:lnSpc>
            </a:pPr>
            <a:r>
              <a:rPr lang="en-US" sz="1200" dirty="0">
                <a:solidFill>
                  <a:srgbClr val="FF0000"/>
                </a:solidFill>
              </a:rPr>
              <a:t>*Regulation (EC) No 593/2008 of the European Parliament and of the Council of 17 June 2008 on the law applicable to contractual obligations (Rome </a:t>
            </a:r>
            <a:r>
              <a:rPr lang="en-US" sz="1050" dirty="0">
                <a:solidFill>
                  <a:srgbClr val="FF0000"/>
                </a:solidFill>
              </a:rPr>
              <a:t>I)</a:t>
            </a:r>
          </a:p>
          <a:p>
            <a:pPr>
              <a:lnSpc>
                <a:spcPct val="150000"/>
              </a:lnSpc>
            </a:pPr>
            <a:endParaRPr lang="en-US" sz="1200" dirty="0"/>
          </a:p>
        </p:txBody>
      </p:sp>
      <p:sp>
        <p:nvSpPr>
          <p:cNvPr id="4" name="TextBox 3"/>
          <p:cNvSpPr txBox="1"/>
          <p:nvPr/>
        </p:nvSpPr>
        <p:spPr>
          <a:xfrm>
            <a:off x="279400" y="3192253"/>
            <a:ext cx="7124308" cy="400110"/>
          </a:xfrm>
          <a:prstGeom prst="rect">
            <a:avLst/>
          </a:prstGeom>
          <a:noFill/>
        </p:spPr>
        <p:txBody>
          <a:bodyPr wrap="square" rtlCol="0">
            <a:spAutoFit/>
          </a:bodyPr>
          <a:lstStyle/>
          <a:p>
            <a:r>
              <a:rPr lang="en-US" sz="1000" dirty="0"/>
              <a:t>On a yearly basis, the potential loss for the vendors would be 716.98 k USD (if invoices are not paid according to the payment terms)</a:t>
            </a:r>
          </a:p>
        </p:txBody>
      </p:sp>
      <p:pic>
        <p:nvPicPr>
          <p:cNvPr id="2" name="Picture 1"/>
          <p:cNvPicPr>
            <a:picLocks noChangeAspect="1"/>
          </p:cNvPicPr>
          <p:nvPr/>
        </p:nvPicPr>
        <p:blipFill>
          <a:blip r:embed="rId3"/>
          <a:stretch>
            <a:fillRect/>
          </a:stretch>
        </p:blipFill>
        <p:spPr>
          <a:xfrm>
            <a:off x="279400" y="3609945"/>
            <a:ext cx="6949051" cy="2593995"/>
          </a:xfrm>
          <a:prstGeom prst="rect">
            <a:avLst/>
          </a:prstGeom>
        </p:spPr>
      </p:pic>
      <p:sp>
        <p:nvSpPr>
          <p:cNvPr id="5" name="TextBox 4"/>
          <p:cNvSpPr txBox="1"/>
          <p:nvPr/>
        </p:nvSpPr>
        <p:spPr>
          <a:xfrm>
            <a:off x="188992" y="6056128"/>
            <a:ext cx="7039459" cy="530915"/>
          </a:xfrm>
          <a:prstGeom prst="rect">
            <a:avLst/>
          </a:prstGeom>
          <a:noFill/>
        </p:spPr>
        <p:txBody>
          <a:bodyPr wrap="square" rtlCol="0">
            <a:spAutoFit/>
          </a:bodyPr>
          <a:lstStyle/>
          <a:p>
            <a:r>
              <a:rPr lang="en-US" dirty="0"/>
              <a:t>*</a:t>
            </a:r>
            <a:r>
              <a:rPr lang="en-US" sz="1050" dirty="0"/>
              <a:t>We see the positive business impact as a total amount of the interest that the suppliers could have had if they had received the money on time.</a:t>
            </a:r>
          </a:p>
        </p:txBody>
      </p:sp>
    </p:spTree>
    <p:extLst>
      <p:ext uri="{BB962C8B-B14F-4D97-AF65-F5344CB8AC3E}">
        <p14:creationId xmlns:p14="http://schemas.microsoft.com/office/powerpoint/2010/main" val="305290593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032388" y="1499595"/>
            <a:ext cx="8492612" cy="1166730"/>
          </a:xfrm>
          <a:prstGeom prst="rect">
            <a:avLst/>
          </a:prstGeom>
          <a:noFill/>
          <a:ln w="28575">
            <a:solidFill>
              <a:schemeClr val="accent1">
                <a:lumMod val="40000"/>
                <a:lumOff val="60000"/>
              </a:schemeClr>
            </a:solidFill>
          </a:ln>
        </p:spPr>
        <p:txBody>
          <a:bodyPr wrap="square" rtlCol="0">
            <a:spAutoFit/>
          </a:bodyPr>
          <a:lstStyle/>
          <a:p>
            <a:pPr marL="171450" indent="-171450">
              <a:lnSpc>
                <a:spcPct val="150000"/>
              </a:lnSpc>
              <a:buFont typeface="Wingdings" panose="05000000000000000000" pitchFamily="2" charset="2"/>
              <a:buChar char="ü"/>
            </a:pPr>
            <a:r>
              <a:rPr lang="en-US" sz="1200" dirty="0"/>
              <a:t>Working capital for XYZ Insurance Group is 6.64%;</a:t>
            </a:r>
          </a:p>
          <a:p>
            <a:pPr marL="171450" indent="-171450">
              <a:lnSpc>
                <a:spcPct val="150000"/>
              </a:lnSpc>
              <a:buFont typeface="Wingdings" panose="05000000000000000000" pitchFamily="2" charset="2"/>
              <a:buChar char="ü"/>
            </a:pPr>
            <a:r>
              <a:rPr lang="en-US" sz="1200" dirty="0"/>
              <a:t>Appling this percentage to Spend shift from paid late to POT will generate a negative business impact of 14,073.19 EUR;</a:t>
            </a:r>
          </a:p>
          <a:p>
            <a:pPr marL="171450" indent="-171450">
              <a:lnSpc>
                <a:spcPct val="150000"/>
              </a:lnSpc>
              <a:buFont typeface="Wingdings" panose="05000000000000000000" pitchFamily="2" charset="2"/>
              <a:buChar char="ü"/>
            </a:pPr>
            <a:r>
              <a:rPr lang="en-US" sz="1200" dirty="0"/>
              <a:t>Total business impact ( interest + the negative impact) reaches 97K$</a:t>
            </a:r>
          </a:p>
        </p:txBody>
      </p:sp>
      <p:sp>
        <p:nvSpPr>
          <p:cNvPr id="9" name="Rectangle 8"/>
          <p:cNvSpPr/>
          <p:nvPr/>
        </p:nvSpPr>
        <p:spPr>
          <a:xfrm>
            <a:off x="1816765" y="103391"/>
            <a:ext cx="8610600" cy="369332"/>
          </a:xfrm>
          <a:prstGeom prst="rect">
            <a:avLst/>
          </a:prstGeom>
        </p:spPr>
        <p:txBody>
          <a:bodyPr wrap="square">
            <a:spAutoFit/>
          </a:bodyPr>
          <a:lstStyle/>
          <a:p>
            <a:pPr lvl="0"/>
            <a:r>
              <a:rPr lang="en-US" b="1" kern="0" dirty="0">
                <a:solidFill>
                  <a:srgbClr val="073262"/>
                </a:solidFill>
              </a:rPr>
              <a:t>Potential business impact</a:t>
            </a:r>
            <a:endParaRPr lang="en-US" b="1" strike="sngStrike" kern="0" dirty="0">
              <a:solidFill>
                <a:srgbClr val="073262"/>
              </a:solidFill>
            </a:endParaRPr>
          </a:p>
        </p:txBody>
      </p:sp>
      <p:pic>
        <p:nvPicPr>
          <p:cNvPr id="10" name="Picture 9"/>
          <p:cNvPicPr>
            <a:picLocks noChangeAspect="1"/>
          </p:cNvPicPr>
          <p:nvPr/>
        </p:nvPicPr>
        <p:blipFill>
          <a:blip r:embed="rId2"/>
          <a:stretch>
            <a:fillRect/>
          </a:stretch>
        </p:blipFill>
        <p:spPr>
          <a:xfrm>
            <a:off x="0" y="38100"/>
            <a:ext cx="1816765" cy="499915"/>
          </a:xfrm>
          <a:prstGeom prst="rect">
            <a:avLst/>
          </a:prstGeom>
        </p:spPr>
      </p:pic>
      <p:graphicFrame>
        <p:nvGraphicFramePr>
          <p:cNvPr id="3" name="Table 2"/>
          <p:cNvGraphicFramePr>
            <a:graphicFrameLocks noGrp="1"/>
          </p:cNvGraphicFramePr>
          <p:nvPr>
            <p:extLst>
              <p:ext uri="{D42A27DB-BD31-4B8C-83A1-F6EECF244321}">
                <p14:modId xmlns:p14="http://schemas.microsoft.com/office/powerpoint/2010/main" val="2872252530"/>
              </p:ext>
            </p:extLst>
          </p:nvPr>
        </p:nvGraphicFramePr>
        <p:xfrm>
          <a:off x="1047750" y="3678489"/>
          <a:ext cx="8674100" cy="1916430"/>
        </p:xfrm>
        <a:graphic>
          <a:graphicData uri="http://schemas.openxmlformats.org/drawingml/2006/table">
            <a:tbl>
              <a:tblPr/>
              <a:tblGrid>
                <a:gridCol w="609600">
                  <a:extLst>
                    <a:ext uri="{9D8B030D-6E8A-4147-A177-3AD203B41FA5}">
                      <a16:colId xmlns:a16="http://schemas.microsoft.com/office/drawing/2014/main" val="2930669516"/>
                    </a:ext>
                  </a:extLst>
                </a:gridCol>
                <a:gridCol w="1333500">
                  <a:extLst>
                    <a:ext uri="{9D8B030D-6E8A-4147-A177-3AD203B41FA5}">
                      <a16:colId xmlns:a16="http://schemas.microsoft.com/office/drawing/2014/main" val="2310062088"/>
                    </a:ext>
                  </a:extLst>
                </a:gridCol>
                <a:gridCol w="609600">
                  <a:extLst>
                    <a:ext uri="{9D8B030D-6E8A-4147-A177-3AD203B41FA5}">
                      <a16:colId xmlns:a16="http://schemas.microsoft.com/office/drawing/2014/main" val="1930792167"/>
                    </a:ext>
                  </a:extLst>
                </a:gridCol>
                <a:gridCol w="1270000">
                  <a:extLst>
                    <a:ext uri="{9D8B030D-6E8A-4147-A177-3AD203B41FA5}">
                      <a16:colId xmlns:a16="http://schemas.microsoft.com/office/drawing/2014/main" val="570910480"/>
                    </a:ext>
                  </a:extLst>
                </a:gridCol>
                <a:gridCol w="1231900">
                  <a:extLst>
                    <a:ext uri="{9D8B030D-6E8A-4147-A177-3AD203B41FA5}">
                      <a16:colId xmlns:a16="http://schemas.microsoft.com/office/drawing/2014/main" val="346205233"/>
                    </a:ext>
                  </a:extLst>
                </a:gridCol>
                <a:gridCol w="901700">
                  <a:extLst>
                    <a:ext uri="{9D8B030D-6E8A-4147-A177-3AD203B41FA5}">
                      <a16:colId xmlns:a16="http://schemas.microsoft.com/office/drawing/2014/main" val="3133705404"/>
                    </a:ext>
                  </a:extLst>
                </a:gridCol>
                <a:gridCol w="1130300">
                  <a:extLst>
                    <a:ext uri="{9D8B030D-6E8A-4147-A177-3AD203B41FA5}">
                      <a16:colId xmlns:a16="http://schemas.microsoft.com/office/drawing/2014/main" val="1755449849"/>
                    </a:ext>
                  </a:extLst>
                </a:gridCol>
                <a:gridCol w="609600">
                  <a:extLst>
                    <a:ext uri="{9D8B030D-6E8A-4147-A177-3AD203B41FA5}">
                      <a16:colId xmlns:a16="http://schemas.microsoft.com/office/drawing/2014/main" val="3596323408"/>
                    </a:ext>
                  </a:extLst>
                </a:gridCol>
                <a:gridCol w="977900">
                  <a:extLst>
                    <a:ext uri="{9D8B030D-6E8A-4147-A177-3AD203B41FA5}">
                      <a16:colId xmlns:a16="http://schemas.microsoft.com/office/drawing/2014/main" val="136351584"/>
                    </a:ext>
                  </a:extLst>
                </a:gridCol>
              </a:tblGrid>
              <a:tr h="981075">
                <a:tc>
                  <a:txBody>
                    <a:bodyPr/>
                    <a:lstStyle/>
                    <a:p>
                      <a:pPr algn="ctr" fontAlgn="ctr"/>
                      <a:r>
                        <a:rPr lang="en-US" sz="1000" b="1" i="0" u="none" strike="noStrike" dirty="0">
                          <a:solidFill>
                            <a:srgbClr val="FFFFFF"/>
                          </a:solidFill>
                          <a:effectLst/>
                          <a:latin typeface="Arial" panose="020B0604020202020204" pitchFamily="34" charset="0"/>
                        </a:rPr>
                        <a:t> LSA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05496"/>
                    </a:solidFill>
                  </a:tcPr>
                </a:tc>
                <a:tc>
                  <a:txBody>
                    <a:bodyPr/>
                    <a:lstStyle/>
                    <a:p>
                      <a:pPr algn="ctr" fontAlgn="ctr"/>
                      <a:r>
                        <a:rPr lang="en-US" sz="1000" b="1" i="0" u="none" strike="noStrike">
                          <a:solidFill>
                            <a:srgbClr val="FFFFFF"/>
                          </a:solidFill>
                          <a:effectLst/>
                          <a:latin typeface="Arial" panose="020B0604020202020204" pitchFamily="34" charset="0"/>
                        </a:rPr>
                        <a:t> Total amount paid / year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05496"/>
                    </a:solidFill>
                  </a:tcPr>
                </a:tc>
                <a:tc>
                  <a:txBody>
                    <a:bodyPr/>
                    <a:lstStyle/>
                    <a:p>
                      <a:pPr algn="ctr" fontAlgn="ctr"/>
                      <a:r>
                        <a:rPr lang="en-US" sz="1000" b="1" i="0" u="none" strike="noStrike">
                          <a:solidFill>
                            <a:srgbClr val="FFFFFF"/>
                          </a:solidFill>
                          <a:effectLst/>
                          <a:latin typeface="Arial" panose="020B0604020202020204" pitchFamily="34" charset="0"/>
                        </a:rPr>
                        <a:t> Total paid invoices / year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05496"/>
                    </a:solidFill>
                  </a:tcPr>
                </a:tc>
                <a:tc>
                  <a:txBody>
                    <a:bodyPr/>
                    <a:lstStyle/>
                    <a:p>
                      <a:pPr algn="ctr" fontAlgn="ctr"/>
                      <a:r>
                        <a:rPr lang="en-US" sz="1000" b="1" i="0" u="none" strike="noStrike">
                          <a:solidFill>
                            <a:srgbClr val="FFFFFF"/>
                          </a:solidFill>
                          <a:effectLst/>
                          <a:latin typeface="Arial" panose="020B0604020202020204" pitchFamily="34" charset="0"/>
                        </a:rPr>
                        <a:t> Kick-off POT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05496"/>
                    </a:solidFill>
                  </a:tcPr>
                </a:tc>
                <a:tc>
                  <a:txBody>
                    <a:bodyPr/>
                    <a:lstStyle/>
                    <a:p>
                      <a:pPr algn="ctr" fontAlgn="ctr"/>
                      <a:r>
                        <a:rPr lang="en-US" sz="1000" b="1" i="0" u="none" strike="noStrike">
                          <a:solidFill>
                            <a:srgbClr val="FFFFFF"/>
                          </a:solidFill>
                          <a:effectLst/>
                          <a:latin typeface="Arial" panose="020B0604020202020204" pitchFamily="34" charset="0"/>
                        </a:rPr>
                        <a:t> Future POT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05496"/>
                    </a:solidFill>
                  </a:tcPr>
                </a:tc>
                <a:tc>
                  <a:txBody>
                    <a:bodyPr/>
                    <a:lstStyle/>
                    <a:p>
                      <a:pPr algn="ctr" fontAlgn="ctr"/>
                      <a:r>
                        <a:rPr lang="en-US" sz="1000" b="1" i="0" u="none" strike="noStrike">
                          <a:solidFill>
                            <a:srgbClr val="FFFFFF"/>
                          </a:solidFill>
                          <a:effectLst/>
                          <a:latin typeface="Arial" panose="020B0604020202020204" pitchFamily="34" charset="0"/>
                        </a:rPr>
                        <a:t>Invoices shift from paid late to POT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05496"/>
                    </a:solidFill>
                  </a:tcPr>
                </a:tc>
                <a:tc>
                  <a:txBody>
                    <a:bodyPr/>
                    <a:lstStyle/>
                    <a:p>
                      <a:pPr algn="ctr" fontAlgn="ctr"/>
                      <a:r>
                        <a:rPr lang="en-US" sz="1000" b="1" i="0" u="none" strike="noStrike">
                          <a:solidFill>
                            <a:srgbClr val="FFFFFF"/>
                          </a:solidFill>
                          <a:effectLst/>
                          <a:latin typeface="Arial" panose="020B0604020202020204" pitchFamily="34" charset="0"/>
                        </a:rPr>
                        <a:t>Spend shift from paid late to POT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05496"/>
                    </a:solidFill>
                  </a:tcPr>
                </a:tc>
                <a:tc>
                  <a:txBody>
                    <a:bodyPr/>
                    <a:lstStyle/>
                    <a:p>
                      <a:pPr algn="ctr" fontAlgn="ctr"/>
                      <a:r>
                        <a:rPr lang="en-US" sz="1000" b="1" i="0" u="none" strike="noStrike">
                          <a:solidFill>
                            <a:srgbClr val="FFFFFF"/>
                          </a:solidFill>
                          <a:effectLst/>
                          <a:latin typeface="Arial" panose="020B0604020202020204" pitchFamily="34" charset="0"/>
                        </a:rPr>
                        <a:t> Potential business Impact/ paid late invoices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05496"/>
                    </a:solidFill>
                  </a:tcPr>
                </a:tc>
                <a:tc>
                  <a:txBody>
                    <a:bodyPr/>
                    <a:lstStyle/>
                    <a:p>
                      <a:pPr algn="ctr" fontAlgn="ctr"/>
                      <a:r>
                        <a:rPr lang="en-US" sz="1000" b="1" i="0" u="none" strike="noStrike">
                          <a:solidFill>
                            <a:srgbClr val="FFFFFF"/>
                          </a:solidFill>
                          <a:effectLst/>
                          <a:latin typeface="Arial" panose="020B0604020202020204" pitchFamily="34" charset="0"/>
                        </a:rPr>
                        <a:t> Working capital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05496"/>
                    </a:solidFill>
                  </a:tcPr>
                </a:tc>
                <a:extLst>
                  <a:ext uri="{0D108BD9-81ED-4DB2-BD59-A6C34878D82A}">
                    <a16:rowId xmlns:a16="http://schemas.microsoft.com/office/drawing/2014/main" val="1399880376"/>
                  </a:ext>
                </a:extLst>
              </a:tr>
              <a:tr h="200025">
                <a:tc>
                  <a:txBody>
                    <a:bodyPr/>
                    <a:lstStyle/>
                    <a:p>
                      <a:pPr algn="l" fontAlgn="ctr"/>
                      <a:r>
                        <a:rPr lang="en-US" sz="1100" b="0" i="0" u="none" strike="noStrike" dirty="0">
                          <a:solidFill>
                            <a:srgbClr val="000000"/>
                          </a:solidFill>
                          <a:effectLst/>
                          <a:latin typeface="Calibri" panose="020F0502020204030204" pitchFamily="34" charset="0"/>
                        </a:rPr>
                        <a:t>Europe</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 €           145,760,754.76 </a:t>
                      </a:r>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Calibri" panose="020F0502020204030204" pitchFamily="34" charset="0"/>
                        </a:rPr>
                        <a:t>21,378</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Calibri" panose="020F0502020204030204" pitchFamily="34" charset="0"/>
                        </a:rPr>
                        <a:t>78%</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Calibri" panose="020F0502020204030204" pitchFamily="34" charset="0"/>
                        </a:rPr>
                        <a:t>90%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                     565 </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 €        3,516,369.92 </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Calibri" panose="020F0502020204030204" pitchFamily="34" charset="0"/>
                        </a:rPr>
                        <a:t>131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FF0000"/>
                          </a:solidFill>
                          <a:effectLst/>
                          <a:latin typeface="Calibri" panose="020F0502020204030204" pitchFamily="34" charset="0"/>
                        </a:rPr>
                        <a:t>-14,073.19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5731296"/>
                  </a:ext>
                </a:extLst>
              </a:tr>
              <a:tr h="200025">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l" fontAlgn="b"/>
                      <a:r>
                        <a:rPr lang="en-US" sz="1000" b="1" i="0" u="none" strike="noStrike">
                          <a:solidFill>
                            <a:srgbClr val="FFFFFF"/>
                          </a:solidFill>
                          <a:effectLst/>
                          <a:latin typeface="Arial" panose="020B0604020202020204" pitchFamily="34" charset="0"/>
                        </a:rPr>
                        <a:t> Cost avoidance </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05496"/>
                    </a:solidFill>
                  </a:tcPr>
                </a:tc>
                <a:tc>
                  <a:txBody>
                    <a:bodyPr/>
                    <a:lstStyle/>
                    <a:p>
                      <a:pPr algn="r" fontAlgn="ctr"/>
                      <a:r>
                        <a:rPr lang="en-US" sz="1100" b="0" i="0" u="none" strike="noStrike">
                          <a:solidFill>
                            <a:srgbClr val="000000"/>
                          </a:solidFill>
                          <a:effectLst/>
                          <a:latin typeface="Calibri" panose="020F0502020204030204" pitchFamily="34" charset="0"/>
                        </a:rPr>
                        <a:t>€ 74,026.70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Calibri" panose="020F0502020204030204" pitchFamily="34" charset="0"/>
                        </a:rPr>
                        <a:t>€ 19,830.40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577542321"/>
                  </a:ext>
                </a:extLst>
              </a:tr>
              <a:tr h="200025">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l" fontAlgn="b"/>
                      <a:r>
                        <a:rPr lang="en-US" sz="1000" b="1" i="0" u="none" strike="noStrike">
                          <a:solidFill>
                            <a:srgbClr val="FFFFFF"/>
                          </a:solidFill>
                          <a:effectLst/>
                          <a:latin typeface="Arial" panose="020B0604020202020204" pitchFamily="34" charset="0"/>
                        </a:rPr>
                        <a:t> Business Impact </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05496"/>
                    </a:solidFill>
                  </a:tcPr>
                </a:tc>
                <a:tc>
                  <a:txBody>
                    <a:bodyPr/>
                    <a:lstStyle/>
                    <a:p>
                      <a:pPr algn="l" fontAlgn="b"/>
                      <a:r>
                        <a:rPr lang="en-US" sz="1000" b="1" i="0" u="none" strike="noStrike">
                          <a:solidFill>
                            <a:srgbClr val="FFFFFF"/>
                          </a:solidFill>
                          <a:effectLst/>
                          <a:latin typeface="Arial" panose="020B0604020202020204" pitchFamily="34" charset="0"/>
                        </a:rPr>
                        <a:t> €    79,783.91 </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05496"/>
                    </a:solidFill>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extLst>
                  <a:ext uri="{0D108BD9-81ED-4DB2-BD59-A6C34878D82A}">
                    <a16:rowId xmlns:a16="http://schemas.microsoft.com/office/drawing/2014/main" val="2691101191"/>
                  </a:ext>
                </a:extLst>
              </a:tr>
              <a:tr h="190500">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l" fontAlgn="b"/>
                      <a:r>
                        <a:rPr lang="en-US" sz="1000" b="1" i="0" u="none" strike="noStrike">
                          <a:solidFill>
                            <a:srgbClr val="FFFFFF"/>
                          </a:solidFill>
                          <a:effectLst/>
                          <a:latin typeface="Arial" panose="020B0604020202020204" pitchFamily="34" charset="0"/>
                        </a:rPr>
                        <a:t> Business impact </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305496"/>
                    </a:solidFill>
                  </a:tcPr>
                </a:tc>
                <a:tc>
                  <a:txBody>
                    <a:bodyPr/>
                    <a:lstStyle/>
                    <a:p>
                      <a:pPr algn="l" fontAlgn="b"/>
                      <a:r>
                        <a:rPr lang="en-US" sz="1000" b="1" i="0" u="none" strike="noStrike">
                          <a:solidFill>
                            <a:srgbClr val="FFFFFF"/>
                          </a:solidFill>
                          <a:effectLst/>
                          <a:latin typeface="Arial" panose="020B0604020202020204" pitchFamily="34" charset="0"/>
                        </a:rPr>
                        <a:t> $    97,336.37 </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305496"/>
                    </a:solidFill>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l" fontAlgn="ctr"/>
                      <a:endParaRPr lang="en-US" sz="11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extLst>
                  <a:ext uri="{0D108BD9-81ED-4DB2-BD59-A6C34878D82A}">
                    <a16:rowId xmlns:a16="http://schemas.microsoft.com/office/drawing/2014/main" val="3933936386"/>
                  </a:ext>
                </a:extLst>
              </a:tr>
            </a:tbl>
          </a:graphicData>
        </a:graphic>
      </p:graphicFrame>
    </p:spTree>
    <p:extLst>
      <p:ext uri="{BB962C8B-B14F-4D97-AF65-F5344CB8AC3E}">
        <p14:creationId xmlns:p14="http://schemas.microsoft.com/office/powerpoint/2010/main" val="115066286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37011"/>
            <a:ext cx="1816765" cy="499915"/>
          </a:xfrm>
          <a:prstGeom prst="rect">
            <a:avLst/>
          </a:prstGeom>
        </p:spPr>
      </p:pic>
      <p:sp>
        <p:nvSpPr>
          <p:cNvPr id="6" name="TextBox 5"/>
          <p:cNvSpPr txBox="1"/>
          <p:nvPr/>
        </p:nvSpPr>
        <p:spPr>
          <a:xfrm>
            <a:off x="685800" y="762000"/>
            <a:ext cx="4800600" cy="369332"/>
          </a:xfrm>
          <a:prstGeom prst="rect">
            <a:avLst/>
          </a:prstGeom>
          <a:noFill/>
        </p:spPr>
        <p:txBody>
          <a:bodyPr wrap="square" rtlCol="0">
            <a:spAutoFit/>
          </a:bodyPr>
          <a:lstStyle/>
          <a:p>
            <a:r>
              <a:rPr lang="en-US" dirty="0"/>
              <a:t>Other benefits</a:t>
            </a:r>
          </a:p>
        </p:txBody>
      </p:sp>
      <p:sp>
        <p:nvSpPr>
          <p:cNvPr id="7" name="TextBox 6"/>
          <p:cNvSpPr txBox="1"/>
          <p:nvPr/>
        </p:nvSpPr>
        <p:spPr>
          <a:xfrm>
            <a:off x="2209800" y="102302"/>
            <a:ext cx="3352800" cy="369332"/>
          </a:xfrm>
          <a:prstGeom prst="rect">
            <a:avLst/>
          </a:prstGeom>
          <a:noFill/>
        </p:spPr>
        <p:txBody>
          <a:bodyPr wrap="square" rtlCol="0">
            <a:spAutoFit/>
          </a:bodyPr>
          <a:lstStyle/>
          <a:p>
            <a:r>
              <a:rPr lang="en-US" b="1" dirty="0"/>
              <a:t>Potential BI</a:t>
            </a:r>
          </a:p>
        </p:txBody>
      </p:sp>
      <p:sp>
        <p:nvSpPr>
          <p:cNvPr id="10" name="TextBox 9"/>
          <p:cNvSpPr txBox="1"/>
          <p:nvPr/>
        </p:nvSpPr>
        <p:spPr>
          <a:xfrm>
            <a:off x="685800" y="1131332"/>
            <a:ext cx="5486400" cy="2308324"/>
          </a:xfrm>
          <a:prstGeom prst="rect">
            <a:avLst/>
          </a:prstGeom>
          <a:noFill/>
          <a:ln w="28575">
            <a:solidFill>
              <a:schemeClr val="accent1">
                <a:lumMod val="40000"/>
                <a:lumOff val="60000"/>
              </a:schemeClr>
            </a:solidFill>
          </a:ln>
        </p:spPr>
        <p:txBody>
          <a:bodyPr wrap="square" rtlCol="0">
            <a:spAutoFit/>
          </a:bodyPr>
          <a:lstStyle/>
          <a:p>
            <a:pPr marL="171450" indent="-171450">
              <a:lnSpc>
                <a:spcPct val="150000"/>
              </a:lnSpc>
              <a:buFont typeface="Wingdings" panose="05000000000000000000" pitchFamily="2" charset="2"/>
              <a:buChar char="ü"/>
            </a:pPr>
            <a:r>
              <a:rPr lang="en-US" sz="1200" dirty="0"/>
              <a:t>The data selection range was from Jul ‘20 until December ’20;</a:t>
            </a:r>
          </a:p>
          <a:p>
            <a:pPr marL="171450" indent="-171450">
              <a:lnSpc>
                <a:spcPct val="150000"/>
              </a:lnSpc>
              <a:buFont typeface="Wingdings" panose="05000000000000000000" pitchFamily="2" charset="2"/>
              <a:buChar char="ü"/>
            </a:pPr>
            <a:r>
              <a:rPr lang="en-US" sz="1200" dirty="0"/>
              <a:t>In average, 20% of the total queries are related to payment;</a:t>
            </a:r>
          </a:p>
          <a:p>
            <a:pPr marL="171450" indent="-171450">
              <a:lnSpc>
                <a:spcPct val="150000"/>
              </a:lnSpc>
              <a:buFont typeface="Wingdings" panose="05000000000000000000" pitchFamily="2" charset="2"/>
              <a:buChar char="ü"/>
            </a:pPr>
            <a:r>
              <a:rPr lang="en-US" sz="1200" dirty="0"/>
              <a:t>On a monthly basis, the number of tickets created if the POT percentage will be improved to 90% should decrease to at least with 14 tickets in average, to a volume of 111 from 125;</a:t>
            </a:r>
          </a:p>
          <a:p>
            <a:pPr marL="171450" indent="-171450">
              <a:lnSpc>
                <a:spcPct val="150000"/>
              </a:lnSpc>
              <a:buFont typeface="Wingdings" panose="05000000000000000000" pitchFamily="2" charset="2"/>
              <a:buChar char="ü"/>
            </a:pPr>
            <a:r>
              <a:rPr lang="en-US" sz="1200" dirty="0"/>
              <a:t>Extending the results to an yearly basis, the number of tickets related to the payment status will decrease by 166 tickets and the number of hours spent by the team in resolving payment status cases will be reduced by 24 hours.</a:t>
            </a:r>
          </a:p>
        </p:txBody>
      </p:sp>
      <p:pic>
        <p:nvPicPr>
          <p:cNvPr id="2" name="Picture 1"/>
          <p:cNvPicPr>
            <a:picLocks noChangeAspect="1"/>
          </p:cNvPicPr>
          <p:nvPr/>
        </p:nvPicPr>
        <p:blipFill>
          <a:blip r:embed="rId3"/>
          <a:stretch>
            <a:fillRect/>
          </a:stretch>
        </p:blipFill>
        <p:spPr>
          <a:xfrm>
            <a:off x="685800" y="4071051"/>
            <a:ext cx="10744199" cy="2008262"/>
          </a:xfrm>
          <a:prstGeom prst="rect">
            <a:avLst/>
          </a:prstGeom>
        </p:spPr>
      </p:pic>
    </p:spTree>
    <p:extLst>
      <p:ext uri="{BB962C8B-B14F-4D97-AF65-F5344CB8AC3E}">
        <p14:creationId xmlns:p14="http://schemas.microsoft.com/office/powerpoint/2010/main" val="114682031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2"/>
          <p:cNvSpPr txBox="1">
            <a:spLocks/>
          </p:cNvSpPr>
          <p:nvPr/>
        </p:nvSpPr>
        <p:spPr>
          <a:xfrm>
            <a:off x="1837344" y="20782"/>
            <a:ext cx="7235456" cy="533400"/>
          </a:xfrm>
          <a:prstGeom prst="rect">
            <a:avLst/>
          </a:prstGeom>
        </p:spPr>
        <p:txBody>
          <a:bodyPr anchor="ctr"/>
          <a:lstStyle>
            <a:lvl1pPr marL="0">
              <a:defRPr sz="3000">
                <a:solidFill>
                  <a:srgbClr val="063161"/>
                </a:solidFill>
                <a:latin typeface="Georgia" panose="02040502050405020303"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1800" b="1" kern="0" dirty="0">
                <a:latin typeface="+mj-lt"/>
              </a:rPr>
              <a:t>Project Plan</a:t>
            </a:r>
          </a:p>
        </p:txBody>
      </p:sp>
      <p:sp>
        <p:nvSpPr>
          <p:cNvPr id="9" name="Rectangle 8"/>
          <p:cNvSpPr/>
          <p:nvPr/>
        </p:nvSpPr>
        <p:spPr>
          <a:xfrm>
            <a:off x="1227667" y="1219200"/>
            <a:ext cx="528269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sz="2000" dirty="0">
                <a:solidFill>
                  <a:srgbClr val="073262"/>
                </a:solidFill>
                <a:latin typeface="Trebuchet MS" pitchFamily="34" charset="0"/>
                <a:ea typeface="MS PGothic" pitchFamily="34" charset="-128"/>
              </a:rPr>
              <a:t>Project Plan</a:t>
            </a:r>
          </a:p>
        </p:txBody>
      </p:sp>
      <p:sp>
        <p:nvSpPr>
          <p:cNvPr id="6" name="AutoShape 8"/>
          <p:cNvSpPr>
            <a:spLocks noChangeArrowheads="1"/>
          </p:cNvSpPr>
          <p:nvPr/>
        </p:nvSpPr>
        <p:spPr bwMode="auto">
          <a:xfrm>
            <a:off x="0" y="70773"/>
            <a:ext cx="1814732" cy="416569"/>
          </a:xfrm>
          <a:prstGeom prst="chevron">
            <a:avLst>
              <a:gd name="adj" fmla="val 40576"/>
            </a:avLst>
          </a:prstGeom>
          <a:solidFill>
            <a:srgbClr val="EB3846"/>
          </a:solidFill>
          <a:ln>
            <a:noFill/>
          </a:ln>
          <a:effectLst/>
        </p:spPr>
        <p:txBody>
          <a:bodyPr wrap="none" anchor="ctr"/>
          <a:lstStyle>
            <a:lvl1pPr defTabSz="973138" eaLnBrk="0" hangingPunct="0">
              <a:tabLst>
                <a:tab pos="1374775" algn="l"/>
              </a:tabLst>
              <a:defRPr sz="1200">
                <a:solidFill>
                  <a:schemeClr val="tx1"/>
                </a:solidFill>
                <a:latin typeface="Arial" charset="0"/>
                <a:ea typeface="ＭＳ Ｐゴシック" pitchFamily="34" charset="-128"/>
              </a:defRPr>
            </a:lvl1pPr>
            <a:lvl2pPr marL="742950" indent="-285750" defTabSz="973138" eaLnBrk="0" hangingPunct="0">
              <a:tabLst>
                <a:tab pos="1374775" algn="l"/>
              </a:tabLst>
              <a:defRPr sz="1200">
                <a:solidFill>
                  <a:schemeClr val="tx1"/>
                </a:solidFill>
                <a:latin typeface="Arial" charset="0"/>
                <a:ea typeface="ＭＳ Ｐゴシック" pitchFamily="34" charset="-128"/>
              </a:defRPr>
            </a:lvl2pPr>
            <a:lvl3pPr marL="1143000" indent="-228600" defTabSz="973138" eaLnBrk="0" hangingPunct="0">
              <a:tabLst>
                <a:tab pos="1374775" algn="l"/>
              </a:tabLst>
              <a:defRPr sz="1200">
                <a:solidFill>
                  <a:schemeClr val="tx1"/>
                </a:solidFill>
                <a:latin typeface="Arial" charset="0"/>
                <a:ea typeface="ＭＳ Ｐゴシック" pitchFamily="34" charset="-128"/>
              </a:defRPr>
            </a:lvl3pPr>
            <a:lvl4pPr marL="1600200" indent="-228600" defTabSz="973138" eaLnBrk="0" hangingPunct="0">
              <a:tabLst>
                <a:tab pos="1374775" algn="l"/>
              </a:tabLst>
              <a:defRPr sz="1200">
                <a:solidFill>
                  <a:schemeClr val="tx1"/>
                </a:solidFill>
                <a:latin typeface="Arial" charset="0"/>
                <a:ea typeface="ＭＳ Ｐゴシック" pitchFamily="34" charset="-128"/>
              </a:defRPr>
            </a:lvl4pPr>
            <a:lvl5pPr marL="2057400" indent="-228600" defTabSz="973138" eaLnBrk="0" hangingPunct="0">
              <a:tabLst>
                <a:tab pos="1374775" algn="l"/>
              </a:tabLst>
              <a:defRPr sz="1200">
                <a:solidFill>
                  <a:schemeClr val="tx1"/>
                </a:solidFill>
                <a:latin typeface="Arial" charset="0"/>
                <a:ea typeface="ＭＳ Ｐゴシック" pitchFamily="34" charset="-128"/>
              </a:defRPr>
            </a:lvl5pPr>
            <a:lvl6pPr marL="25146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6pPr>
            <a:lvl7pPr marL="29718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7pPr>
            <a:lvl8pPr marL="34290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8pPr>
            <a:lvl9pPr marL="38862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9pPr>
          </a:lstStyle>
          <a:p>
            <a:pPr eaLnBrk="1" hangingPunct="1">
              <a:buClr>
                <a:srgbClr val="905500"/>
              </a:buClr>
            </a:pPr>
            <a:r>
              <a:rPr lang="en-US" altLang="en-US" sz="1800" b="1" dirty="0">
                <a:solidFill>
                  <a:schemeClr val="bg1"/>
                </a:solidFill>
              </a:rPr>
              <a:t>Define</a:t>
            </a:r>
          </a:p>
        </p:txBody>
      </p:sp>
      <p:sp>
        <p:nvSpPr>
          <p:cNvPr id="2" name="AutoShape 2" descr="data:image/png;base64,%20iVBORw0KGgoAAAANSUhEUgAAA/UAAAFhCAYAAAAx04qFAAAAAXNSR0IArs4c6QAAAARnQU1BAACxjwv8YQUAAAAJcEhZcwAADsMAAA7DAcdvqGQAAIm4SURBVHhe7d0NeBX1mTf+O28Eyu6/V6+2/6sLJIQEtO1ju229ZGsCKHkBArXrbi0WK0aUwNr6CN2WIlVeBK1a7H9xH90WotUAiqKofSwg5gVBEru4tn2qW5dCABOgPrvt7tW1igJJ/vd3zvySyTAz55yQk/M74fuxd8+ZOfNyz0tC7vn9Zk6WiHRrEBEREREREVFmGekU9VOnTo0NZpDdu3dLJuY9UGzb/vP9eNC54flD5+Kll16Syy67TLKy8E8aUfJ4DtG52LNnj0yePFmys7PdMUSJ4/lD52Lv3r3S2dk5kmcPERERERERUYZiUU9ERERERESUoRIv6ktqpb65WZq9UV8rJVVr9H291Ja401GalUhtve84aaypcj+OxznO59HxdM7fvvuqPmjjnenWSKK7cSBVrdG8nAOox3ZNfW+e3oN6vh0321WtlqYmHCc9JuOzxOnQWzJfHvWPS4azzHpZEDJv1eomaVozTbKySmT+6kelqec8wTh3IieHfq6f0kyP6yONseN65zTJTrSbuB7zRxoflQXTFuix19cJ2T3HvnK1Lk/Pj2xzzjjnp54z3uWb+T3zUQaqvEMaGpv0+G6UhRfk6PHVccU3yk8acE55xiWo8o4XpXHNdMnNHi833vGINDZh2c2y8c7pkpPjLshZvp47SS6b7FR8w8Py4iML5cLcnAH7XVCxcpc0rJkhebnj5YaVD7vnqJ5Hd2GcW6IU3yAPvfiILLwwT8ypRZmneF6dvKDnz6eG5Q7Y+VO+Yqe8uKZa8vPGy7wVD3nOn2oZlpcTm6h4ntS9oOfPp4ZJ7hA/f5Jsqe+QLbXlUl6uUXu3tBTMkRXXFrqfkR3apK4Gx2eLHq3e47W8wf2YAnjOa42aujZ3vF1KalfInLJ2udv5+dsi7WXLnIs1JVVa0NfNkQJ3OrJJgUyaWiL4F6xk6iQpGIR/UErmL9fzpEPurajQ8+Rxeat0qayuypLxVVrQb5gjhZrDEP93bWgqmSplBcektbVDui+dLJWJHse2h2Re5fWyoa1LukMei4tz5ms4Z6oqpALnzBeXyh2ec2YsK7IhZIyU6e8kPDugeGqZ/k46twt8xfNv03PnuKydPk0q5j8mh/9qiayqzJEJVTfKIzh3cngxiOIrvuF78rVJv5MfVk+Xyvmbpe2Sb8sKPY8uqLpBHl4/R8YN4IUEGnqK531Prp78tvx/s2ZI1fxNcujiv5fllblyYdU8eejH10jxsPPj/Bmw7veTVrgtiPW1UlVSJWs8rcX1a2qlxNfK6LTyO3OWSFXP+HpZw6bG1EjqmMSU1OKz87H1N+ycLJRrzXizr9yW/vqefWta83V/63CsgT1g3/vmM70Delvlex1u75CO9sPSVlcj5eXLxVyfcS6nFdU6F9b2bWmRDmcs2UOPmx6UgklTnZ+18kkFcgwjtNCfs6HJ05Jeq8XTGqeVNHY+rJFp+od2yXxPy+maaTLe/SepbLnbCl+/wJnO6DlPHrpeKiqWy4tuBWfOk+XXjpWWJ1qlQ0fzK08yTwkKsGOtsvHRfXoMS2Uyqvqq1dLYVC/1d+rvJZwrek5MQAFeifFNnt9L9bKgRIsr3181RzznTCXOma5u59xwLhAWzZflXx8rrU+2SjtPmCGiQ44d65bRpfo7KUt/J5UVyPHjx6W7e7Rc/eMGPWdi58vGO++UOx9tkkcXXCA5ej71tsp7f98cc8+dG6Sq8nbZdabTOXfw+yar6Ea5Tc+dV7a+Ih1dXfx9M9RUrJRdDWtkRl6uFhEVsnJXg6yZkSe5VbHxd931qDSixXTjXTIj9wKpWvmTnl4idy28UHI9ze1HOo5Je/sROfzwjTKt6nZ54fQZ6dLx+B2E8+h71xTJ/qd/Lu2dPI+GjPIVsvPFNVKdn+ecPyt2vihrqvMlryo23nv+VA/DNMU6y0PyojmH/u6Tkuc2uR91z5+2n9woM/T82fnBaenU8c75M3aeLLtmnLy67fw5f5Is6vWP0Tr3j4S6ZVLYskVWb253xrdvRsERa72fUtwgy9FajBbFu1ukoGySlFeVy6QykZa7a6UW42vqBO2haH1c1tP6uFl0BYl3FafEtSV+TKDw+nqpmyOypbZGLG24HkCe81oLqtqgc3JKbMp9j/ae5ys8VzvaN8f2a6CgfV8U+wjz1W7p0MKvHJcSZAqOx96+3SpQzPfpPYCLBGiZ79gij9bVSU3Ncqlrxs8h2WbfPj0nCibJ1JJiKSw4psM4Th2yZUGFVDjnwz4ZU6qf6/mAgqv9MYzX4qryDtkwJ0ueXIjhu53W9ho9B7Oy9HftY1q067h9Y66Wyfq70vx5hMLs+rpDva2xep6sRsv8sSelvuc8eYt/GGWkEpmqBVhWx1Fpa2uWfR3dUjq5sqdI79g7Tyoqvy/7Rl8tt88f39PVueOxyljLuxbrQdoemuecMz0fl1TK6vV6zhx/UjY+pOfM9ctlQ5OeM2FN/JRxWlpeke7Rl+rvpBLnd1Jra7se3w558u+qpLJCfyd9/2X5xBfHiFb/UlB6uRb/VTL50mx5ZV+Tnie958Hhh2+QeXUHpdOcPMWVskrPnbG/e8o5d+Zdv0I2NB7tPbfoPKH/Rm2cL9MXPiZHPvFXMucnt8utU064LfD1cuorD8jKqlwxPesPazF2Y90BOd1pzqMKWfnjOVL09jbZ9LCeR/NWyPqGI9LJ30HniQLp2LxAZizcLG3/70Qpq8iW8fOXyXcnvy3/4LTCPyofXPmPsqJqmKB3/eFHamV+3b/JqTPm/CmXFf80R8b9+zZ57CcPuefPYTljzq8hrv/d7zVqlpsisEPaDztvXFqe1K6RNfX10rxMqxQ4XCebt2ixuKxO/7DU4qk+1qJZXIjrKWWyzL1QgKkLi867puFBkPgxwQ9Vmf4Bef7wntfL5WjQOVmI9od2Oeqc8A2yF7VaYTEGlP/89wvY947YfG11m6VFC7/yqiIplBbx1fR94d555NTRInd7LsKQpXbvlZbuMTJp+bVSdmyf7D4q+gd0gUyqWS2rnfNhkqf1tPc8Khmr55tO36wHuFvPtxUVFbJ8b7fzx3dH5Lnmwr3zG26VScda5Z7r6+QQ/yDKbE7X+yzJKrtVGpvq5Jqx2fp+imhZr/+1y95GPb7djbK3tVvGFIxzr/Qck/YjztyJwb3z65fJpOOvyL3z9JxhNTY07X5ZWvV30qW3f13KTrwiLx1FC5b+m3/dHbL6kUelSX8n5WZnS8fGx6VFi//LK4tkbHar7GsKv33DuXd+/a0y+Xc/lx/Me0gOslX1PNYhb+m/Ud1tb0m7njCjx4zRf+NK5bu7XpTGh26Ty3JzZOxY/dvJ320IcO/8j2+VKW/vl/tu1PPodKz3B51PcP50S1dbu3To+YPjP65gjGTrObRk5y5peOh2uXxYrnMOnfX1o7h3/p+WyWX//qr8cP7D8ttTZ86782fAut97lWmRqP8uyN7Vq6XW03rZgBZHFE61W7SIKZMpWkGiy6igQMmAe5ozWdWaBI9JOcbGity7Wwpkzoq+XfLPB4HnpNMjJXbOoms9WtTR9fBsheJckypBgR4Ttu974SKBFnrXTpKClr093evP4hT0sRb62prebvhkMy209JCPKSgQaX+r5yKM/qjJy2vW6PmwL/AP5ba39HwbM0nK9VzK0p/A+Y82Sf21YwP/DjqLU9DHWugXXL+ipxs+Za4S597nVrmn0u3h8f190tV9qUyZghOiVKY4N9hXypTSLDnWoZV8sofcKejnyNjjT8rCeb3d8GkoapR9uPgzWoutDv2d5B7oMaX6O+n7d8lC/Z3U2YUO0JhutFw6R/9d+nmLNIWdE05BH2uhv2me/r7pZCE2lFSsMg+yy3aKq95/gwrEqc1Lxkqhjgz7p+nYsWPS3dEqP7hpWqwniP7+um79gbNbTp2Cfo6Me3ubfOPGFbLL7YZPma2i50F2sfOn9wGvOH+yJLukMO5zPXCLRpeeQ2u/MV2qzDn04zd7W+fBKeivkeJ/3yY3z18pL5yKdcM/36SkqG9p2SId+lfrsro6WTEFJWKBFBZ77ivWwgRd9x/VqqStbrVsaS/UaWOfxe71poHWsDfBY9LszqAaltfKFunbzfx8EH5OdkjhlHodh5byLbLaf/GpYa9s6Yh15a+/Xqt4V+C+NxW/q0ErvwIt/Pxd772qrncfhlcwJ9azQoO3qtiv8WWt6vXfnpaXcWzNP0JlcuuGDXo+aBGWdfb5IA0rZMGWt6R0Pe69r5PJHU/Kms3oJut+HqGqRs8T/MNZ8DXZ4D6Res20c3sYFqWT2/W+9WVxGuQxqnGvaF0ml5aW6h/Zx0SmPCKNjd+TSVqU3/mQpzt9giprvub8YY5zZr1z32Kz3Dnt7HvwaWhofLlVf5d0S+vLjc5rTKks/fF6WXF5jpzQ30kF47Kkcd8rMnrMaHnl5b5d770qa66Wwmw9V8ZcLT92nqSv5870XD6lfIho2viktIz+juzc1Si3lfyLPP39h+XQi3vkifbR8tV/elEeueHyPs9a8Ot4/C558ugo+c6Du5xnNmy8K/jp+RVzr5ax2Tp+zGz50a4G5zy6C/fpp6RKocHStHmr7Bv197L9BT1/xv9Cnrn7YTm4a488+dYo+coDL8hPbpgqw+Ic5CM/uVuePPIJ+XudvsE5h/5OPpnX9wn65dfOlrE4r/T8efCFF2PnD+7Tdx+Af77APumeOnVqbCiD7N69WzIx74Fi2/af78fjnOHBectE7vY8CO98wvOHzsVLL70kl1122dnd8YY6PBBvWZb8oGqFNLB1/Zyct+dQlMo75MVbs+WHM1bKi2fYpT7Knj17ZPLkyZKdzSqUksfzh87F3r17pbOzcyTPHqI0c75lYFmZdGx5lF3qiYgo7Ypv/Ik03DpJ3n5qkzTyghERkfVY1BOlWeyr6vgsCSJKUuOKPl9FRzRQ8HT7qsoKuW79b3ufcE9ERNZiUU9ERERERESUoVjUExEREREREWUoFvVEREREREREGYpFPREREREREVGGYlE/lJR4vnceUb9Gqvil/0REREREREMWi/ohQwv6umVSuO9uqS0vl/LyWrl7X6Esq9PC3p2CiIiIiIiIhhYW9UNESe21UiYtsrmuQWJfjNYmDXWbdUyZLHNa7WvFabSvWhNrxV8TK/Wr1sRa9evX1Pe27juflOhn7rjmellTq3O789Y7vQF4sYCIiIiIiCjdWNQPJR3tcth9G3NY2jt0dEuLdBQUSrGOqZpSFvuobIoW5VViBvc9WiPltVt0ujKZotV6Se0KWVbWLnej1b92s8icOlkzJTZt+2b0BFguDbFBIiIiIiIiShMW9UOJW7j3KpbCAn1p3yv7OrRYr62Va7WI79iyRVqkUIpqp0ispm+Ro2jebzsq7c6wzunM6Lby1y1zpissLNT/75D2vlcOiIiIiIiIKE1Y1A8RbW5X+2vXVMW62aP7vKdLfvO+DimbM0cKtCjf11wne1sKZM4ct5k+wOFYE7/cXYtW+VjUbDYlPxEREREREdmARf2Q0SDLa++W9sJlUufcB18nyya1a1Ee6ybf1rxPy3nVslnq2nTqvS0Yko4OZ+xZ2upWy5Z2PGgPy8I99+49+URERERERGSNLI3uqVOnxoYyyO7duyUT8x4otm3/+X486Nzw/KFz8dJLL8lll10mWVn4J40oeTyH6Fzs2bNHJk+eLNnZbCuj5PH8oXOxd+9e6ezsHMmzh4iIiIiIiChDsaU+Q2H7iYiIiIiI6Lw2kkV9hrJt+5lPNOYTjflEYz7RbOs6bWNXbu6jaMwnGvOJZlv3aeYTjflEYz7R0N29rKxMcnJy3DHpxe73RERERERERBmORT0RERERERFRhmJRT0RERERERJShWNTTIKuSNfje+1r3W++r1sS+B98dLqmt1+E1OpWrpFbqm+vFTD7wEs2nRGrX4L353v6eDAdY4vlU9eRTLylLB/k09c2nKSifntsadT892iTNmlBq7nSsktVOPuNjy69a7eYTGy6pfVSH18g0c5+lnj+PNun5Mz412cQgp6a+OZkcdUTJfORUr+eM9/yZ5nyWGm4+C2Lr78nHHXby0X2yxnv+TMtK0fGCyr75VAblEztmWXr+zNfzp8nZP6nKSPNp7JtPY1A+2ZpPyXw9fx6VBXr+pCqb4HwwPEE0Bc3nER3W8+dOPV6ap3P+3DlNP0tVRiaf2PrD8rlT88FxxPlz57Ts2LQpUSl3NDZ68rlDGjz5xfJZI9NzsmPnzyONev5Ml5yUJaT5NLj5YB2efLDO4ht/0ptP8Y3yk0Y9fybkpHb/aD6PLrwgts1uPhvdYeTT0FgvG53jpb+b9fzZeGdq98+qF735rJIXz8rnTpmeO0GqVmFfIaeNcuf0HMlJSUrIp8HJJxf5VGg+DbF8MFx848NOPjNy9Rg50xfLjQ83SOOdMyRXj+HAq5BVu5DPhT357HLyiQ0jnxeRT56bj55DD7+o59CFuSnaP558sAInn8ZYPjpcfIPJ5wKZv1KPlx5L5xy6S/dPbmr2z0rk83cXSp6Tz8pYPu5w8Q0P6fGL5VO1Escudv7cVZ2n+89dxIDSfF54UfP5ZE8+L+j5vdEdRj67NJ/qYbk9588ND+2ShjurZViq9k8y+RTfIA/tekQWfjIvRecPVMiKnbGchuUipxWy080Jw8Xz6uSFBv0ddJf+Duo5f3T/5KXkgKlyN59PxfIp13x2IZ/YsMnnLs0ndj7r+TNzmO4/d/YBp/ns2CWP3tSbzw7k4w47+bx4p8wcrsdIz595dS/Ii3fOlOH9SChVe5QoRIPsbREpKCx2hqqmlDmvZri4sECkZa9OpX+sVWlBXzdHdEwKJZbP4doVMqesXe4uL5fy2i3SXrYsRYV0gvunqlyu1Y+21Go+d7dL2TLPhZABpfm0djvrx78HVVNKnVczXFw4xsmnsRvT6jHT/fS1QnySKg3ycgvyGed8d0fV5DI3n9hwcQH2z8s6Vbdz/jy6YY6kNB0HchIZg2Pk5oTXPsdMz+ICPX/uqajQ8+dxeav0VlldlapC0c2nwD2HTD7usJOPDhfi/FlQIRV3vyWlS1dLVcqKxEbnnI7lkyWVOKd78smSccinFcdMc5u/XOYUpLKABs1Hz2nkgzVV4px288HwOJzTms/hyvnyiHP+pDabwHz0P+ecdvIpwJAUlHbIPVV6vHD+fHGp3IHzJyWpmXxi6w/OR/dXqciTf1fpnD9fXHqHVGahqE6FRud8Ho39oxtcORnHC/nEhscV4Hjt099B3Xr+3K6/fzSPlB4yzUf3j5OPDnnzAefnS/M5XKEF/YZrpAiFW0rF8hkzBsenN5/Y8Yvlk5VVIGP0/PnBtCqpmP+YHPmrJbKqKlUXYhplX2uXkw+OQ+WkUl1PLB8MF+vxynrlZWkqv0zmTMqWrTdNk8rvH5aJS1ZJZU5OCs4h5KPHa4weH02gAvtHN9z5faTD4/Bvxiux86dLpy6+8Tb52ljdN7GZU6BJXn6lS/PB/kA+lzoXh2L7J3Y+Z2k+TV3dUoRzaP0cKdLiMHVnkScf/c/JR3+Wx+jPO4bx+xD5HJm3TGZPPiH3VU+Xyvmbpe2S78jKypwUFNJNzvkzerSev9g/zvmj+eB8do9X1s91/5RPkav1/Hn6mzOk6vttcvG3VkhVrimsB5Lmo/tnlObjHK9JOF6xfHqO189b9Hh1xc6fG74nV49N1QUYSDyfooob5OEfz5FxWhym7vyBJml5pbM3p7JLJceXUzZ+B116TO6bNUPPn01y6OK/l+WVeZKaur5Z9xHyKdL1Z0s59lGOySdbirCPNK+CS0We+p/VMu37h+QLi5br+YOiOhU0n593yl+MGuecy+WTvig5yEd/5jBcVDBasv65VZo7u2Ss/pxdPTZPUPv3B4t6GnSH2ztEyqZoEVol+Pu+pUX/YnOGS6SoUKSj/TCqQ1lxbaHs29IiOnVKJZJPW12NlJcvdwoP0NEpk9D+aaiTmvIaqWvTXYWRKXS4/Ziz/soszac0qyefyizkk+Xk49T0OGaT2qVVP06lwx0d0o31O/vHk4+7f45h/xTXyvKvF0rLE6k/fwA5SdnknmPW6uSE4fGxnLYskIqK5fKi/uEIqT1i7jlUGpXPGrm+Qs+fQ1oIjU11NiJHevKplMv65FOifzSaYzZflk/qkNZWd6YUOoJzWvMx57TJB+f0OJzTMsU5f1qfbJV294JVKp2Vzyut0n2pm4/WHB1PLpTKitvlRf1DH+noqJTC8eqOzOdOmafnz4aDXXr+pDobzQc/X6WTevJ5xckHw7HjdaxDfwcV3yi3lx2TV7SAc3/MUsb5nRiYz3jdP5qPTJbb9fx5ZevgnD/4eY8dn7PzKdLDc+zJv5OqyuWyS/9oNOdPKv/IP9xxzMmnwsknuyefCuTjHK8j0t34sNxQeb1s+G2nFOnvIBSQqYJ8xNkf+vtH98/PnXzKdBjnc5Yc1/PHOWn0HLqt7Lj8889jg6lyxNk/uj+yNZ9Ls3vyqcg2+ej+KZ4nt319rPz8qVekQwu0VJ5G+P0Ty0ePF/L551ek66+Qj3s+HzsibQ/fINMqb5cXTp9xilf8q5GqI4af9+4v4nyJnT89+ZifL81H9PyZXzVP1h84LWOdC1epO3+c4/VF7I/Y/vlnJ5/Snv1zXPPpds6fG+R7ZSfk1X/uFj1kKZNQPuPmyfeuKZL9234u7e7PfSqZnMqdnHJ6cip3csqW4099U2ZMu112fnDaOX9S/TvoqObT5eSDn7Ec2e/kc6mzj4p1H5146m6ZP+16Wf/mKSnEhaIUX3w92nFcurE/cjSfL/bmU56DfLLlhB6zrnE1sqzsd/Iv+/t//rCop0HX1rxP/2gulKKqIv3/Ftm7fK/+f5lMqSqXSfqT3n5UK9U2LVprlktdc7s7V+oklI9RUiVr0HugY4s8air8AZZMPuj+XjenQDq2PNpzwWGg9eRTqflkaT4rNJ9uzafS5KN/EGlxVrtikrRvXi57U/zPR1uzFurdIfnoH4ztb8XOn+uvj50/qf4DH0xOY51j1urmVCqTq6bqPnJzQh56/qxG6++xLVKvByxVqbXtjh0zk8/LPfm4x8zNB13NN8wp1D/66/X8Sd2Oip+PyPzlZdLx+Arn/En1IevJp3KsjM3SfFa+LPu6NB/3nO54eYVz/mxo0sRSno3Jp8A9pz37xz2nO/Rn3smipFJWr9fz5/iTsrExdcVr226cz/HzQdf39XPGyvEnN0pjd+r+cDT5jHXyeUWPl+bTdalMco6X5qOH6cbby+TYlpXycgrzMA7jeAXmoz/v2D/7Vso8nD+NR6VrEH4BHXb2zxg3n1bZ590/KKL15z1WdFTKHXr+jP3dUyk9f3ryqdB8sjWfVZpPp+ZTYfJxi2iF7vg4h373lJ5DKSpekU+75lPoHq9YPl+UMrN/nAvT4+TG28r0XF4te7s6ncIjVQ7vbtVCXfNx9o/mc8de2XdG83H2T3Ysn7aH5cYbVjjnkNZkKXX4JT1eXaPd4+XZPxU4n7Ug8xwvKa6QlT/Wc+jtp2RTY1dKcjv8Ei6G9ebT0pOP7p+xWrRqPs75rNDd/Mdzxsn/3bZZGjtTc9yQD/ZP7Hj9XFr0eLWc+SspdY/XcRyv7nFyw/fKtFhcIy93xi58pEpC+ej5M//GFbK+4YgeoxT9oHsc3qPHDDmVa045mtNqzem05lSOY+bmhDz0/FnxT3Nk3L9vk8eaOuVMinYU8uno9OczUS51zukc50IeziF0ff+na4rl37c9pufPGel05x9oTj66fwqcfP5ZWtdoPqc0H+wfHLMOkeuXlsrvtt2p58+pfufBop4GX9tRadc/YCddO0mL43Y5rP+hIa8QwyhiU1Wdhkk0H9zfX7dMyjpa5O6aOvGU+gMrif3j9CDA7QBz6lJ3Xz3y0T9ge/Lp1nyOefLRPw7R7X5S+2ZZPhjHzrd/jjj7p7snn5dTWCyHcnIaI5O+rjkcMznpPsJwlpsT7s/esEwmHWuVe65/SA6l6i9qaHurTz4959DXyzQfLdLcfdT20PVSseBxeevq9Sm8HUD59o8/n46i5TKp43FZgbwG4+A557QnH3NOm/2D+0kG8yRyf8bKdP2Fxzp6zukCbz7F8+WR9Xr+HH9F7tU/RA6l8g81zQcXGSLz0f+1PTRPKnH+zP6x3JGy7tzKPV5l12g++tfPEfd4FehwgRaNHWNv19/LW2Sl5jUIf7/qX2j68+XPR89nk88+zWNQzmND8+nQn69SnM/Hj/UeL+ST9XPneHWPQ1fuW2XS734uP9Dz52AqW+/c/dOTj3O8PPk09R6nww/fIFV6Dh2+6p9kVVWK7qvH/tEisfQazeeE2T96vObgeP3cOV7j5t0mZceflNUpKlT7OKw/X558jnYfie0fk0+THptU5+Dl7J8xcinO5xPHNZ/Y8RrjycdpOSxGd+5lMuXt/XLfDQ/LwTOdqTmHfPmY83nMnFLN5581n96WzMM/mS/TFj4mbX/zv2TFtBTdV++eP5fq/ij8nWf/fE3z0QKtRfdP0fXfk7ITT8maxtQVqj0SyCeVPQUCHW53itbQnJr156pontT9061y2b+/Kj+c/7AcOHUmpb+DvPvoLZPP1ZpPrhbV2EdaOR9+pFZmLNwsh678R1k+LYX31SOfrlFy6dc0n7d1/3QdkbeOI59LNZ/9cnzsUrn0+Da5U8+f0+dwZYFFPaUBfkHrP6gFBdKxr1mL4zZp3qd/QuLeNqeIHWwJ5OMU9LEW+tqa3m74qRE/nxLnAXprpMp9fl1qO1Djl2FEPt0lUj4J94wvcx6AsqxM/yrT9031tZKa59Mdlg78werks1vaujWfFv2Ttmf/DOZf0wZyMvtIc3L3UU9OTkF/jdNCv+D6FT3d8FMndg5h/R0tnnzGIB/9wHl43hqZ5h6gQeiAH5GP7rcynD+3Og/y+t6kLMnC+0dx/qSqSsQf0d58Dsluz/45rIdncM8iXz7dmg/OaTefI05BP0fGatGxcN7ynm74qYPjpX9whOQTe3ienj8TYheCdGyKHZGO0P2TJYVlY5zzBw89+t7kHMkuWyoN+sfahJRdZYj9TuxzPre0954/7lSDBz/verxGj5HjrS/1/E4cPXq0ZOGiAx7Y57bQ3zRPf/+kvDuu/j7EH9Bh+aCFrHKVNDSukekX5Ah+zFPZndv8fjb5HO7SfFrbe/I5LOPk8tJCPY+WyosNjXLblFzJKfuuvKjn0AUpuZ8d57PZP3ukrUvP59YOGeXZP4P/+8d7vGI/X73HS38fOgX9NVL09lPyjRtWyK4zqWyN1v2j5/No5PMKjhf2jx6vUcgHF2W6ZVzFSj1Wa2TGhbnOxUT8Dkrd+RM7XrF8PMfL5NM9Ti4rLdDz57uy60U9fy4bJrllS+SFnyyQT6bkfvZ4+Qz2+QN9czLHzOR0tOh6qfuna6T437fJzfNXygunYt3wU+eo5oNnMyCfvT376C/cfGTqctmxa43M/FTsAYKpPX9A89EifhTy+TnyOSgvIZ+/QD5ZMuaL+DdMz5ldDXL75cMlr+w7suPhBfKpYblJ5cWintIg9ge9/vUj+5pj7d2xLt46xikaB1v8fKqudx/YVzBH6rRwRfGauifOx8+nreFR2dJSKMvqNJe6SdK+pTaFreTx8mmTuppyKcdDBDXubtF/TlruloqaOjmUkn9ZNB/9g6Mb+eyOdQOOdX9HPviDPzbV4OqbE5JyulS7OY2r+ZoU4Deznj8b3CdQp/aJ821OkSrdHdKCY2byQYYtzdLgnD8FsnSD5lI32blne0VDKv8QiMqnXlZc33v+fH+f5tFyj1Rcj/MnVRlF7x+3s/sg8uSDc9rJB+c08sH5c7WeP/jL42uy3n16MJ44n7rbSDUfnM8h+TSa8+fHTdKk58/xrQtlZUNXClvJo/LB+VMhFeb8eblTulrulSq0RqcsocPO8TL5IKFYF+/Y/jmsrynbFYE0nz77J5ZPz/kzd7YUZOv5MuZq+bEWrfjGEDxtPnW3kUbn06avbY0b5Yl9o2XJj17Uc+gyOfH0N/Qc6pTOlOw4zUcLjFg+h51bItAFvud4aZH/0I1VUlkRO4fu2ntGOlt+INP0HPrtmVRcAEE+HZqH5vNSW08+HXq+drRoUZ3yi3Z+h+UlPV4mH3STjnXJd/Pp7pLyuVdLoXsO/ejFBuccumtGqp44r/ngeHV1SCuOl5MPjleXdLTieHVJW9MmPX9Gybcf3CWNdZfL/332Zln14ukUtZIjH90/yAfHy80HzzrowEUQLRgfnj9dqsz5s+eUnGlZKzNu2CD/djoVvRni5ZPqi3ZBDssePWaxnPSY6Q9yrEt+LKexX/+KFOTm6PkzWx58QX/mcf5U56foQXmAfDqkE/ns0X3k5tPRiXz2SGNjvTzR8hfyrf/1gjTUTZV/f+5/yh0vnjqnVvJosXy6OjvkFRwzk09Xp3S8slnu8Pz+ufOl9+V0y30y88YN8maSvRnwK7176tSpsaEMsnv3bsnEvAeKbdvPfKIxn2jMJxrzifbSSy/JZZddltKHJSXDtnyA+yga84nGfKLt2bNHJk+e7DyJ3AbMJxrzicZ8ou3du1fKysokJydl34OXFOTT2dk50o69Q0RERERERERJwyXOwe+lQURERERERETnamSsqL/kq7FByhyvPiVWHTfmE435RGM+0azL52nN5yv6xo6ur8wnAf+iOV2sOVnSXZn5xGFdPts0n7/RfCzp4Ml8ojGfaK89I/L5vxbJtqP7NPOJg/lEQz5d7H5PRERERERElLHOKupLZy2R7qevkVJ32Kv05nXSvX9rLAKmMZ8ffHqdHLx5rDuWiIiIiIiIiFKhT1FfevMSuX2qyCF3OMihjUska+JsKXtpotTft0QOOgX+ElkgY2X25aN0ihNy8GhsWqfI1wIfhf6OWTriwms80xMRERERERHRuehT1Lc+sFZm1h13h6K1Hjku46dcIgfvQIE/WpbcLLL1pRNa9P+D3OkW9XDopX+Qso0npHrqJFlQe6VnerbkExEREREREZ2Lc76nvnrlVmm5bpSMLypwx5wNFwCMRKYnIiIiIiIiovj6XdSXjhvtvO5Ey/vGE3LoaIczHE+y0xMRERERERFRsMiiHvfE+x94N/66tc498i2X75eyuc/JBLS8X35c1j7wljtFuA11yU1PREREREREROHOLuoPPC4TrnpcWvVt6wOLZYKn+MYwHpLnBKbBtM77tbLB/RzT+19l+1rJ+s6+2LI90xMRERERERFR/53zPfVERERERERElB4s6omIiIiIiIgyFIt6IiIiIiIiogyVpdEde0tEREREREREGWSkKerxmmkyNW8iG3Tt3r3bmp+f8vJy6e7uRs8hWy4ydmnkaDCfYJ0aeRrIywbMJ74zGvkayM0GtuVzWmOEBvKygW35nNIYqYG8bGBbPh9o/LkG8rKBbfm8r/FhDeRlg5MaH9FAXjawLZ/3ND6qgbxsYFs+72p8XAN52cDJh93viYiIiIiIiDIUi3oiIiIiIiKiDBVU1P+ZBr5G/i+coWCJTDNYPq/xew10SzXxbY0oyLvBffW+9/qhBpbth21v1DDr+pJGf2B92IdYXjqkejvC9muQ/hzDMMmsl4iIiIiIKKP5i3oUZs9pVDhDwRKZZrA1aeDeIdwjPEpjhkZUUfc7jSr3NRlm29dpmHWt0Agq/m02GNuR7D5O9hiG6e+xJSIiIiIiyjjeot4Uei9roMAKksg06YZi7tcan3CGYoUqWt0NvJ+pEdSai9ZhtBK3aYzGCJ/LNY5r/MwZiq3rSY1yZyh4Xcs1sEy0RHuL5ns0ajUedIZiLeX+VmpM/4QG8jHj6933aGXH8QCTN8K0uGNciwbm9W9nvO0IWh7480Eu3u3wrhPTevcxhk1rvDf3IN5jiPn8+xTjzP7y71esD+vFMfbnagRtX9Dywtbhh8+Cts0cKwTWGbW8sH1OREREREQUylvU/0mjUsNbQPklMk26oaj7b41fOkOJQ5E1UQOtxVe5w34XajwVe9sD+yJqf6DF+Qsa12uYohlu1ajT+KYG1oWWcrRQI652x0GxxiQNjP+GBtaPHP+gMUED02F6fI7xc91xcEijRMPfah21HVHLA5MPPhuugYsBZjvArPNtZygGx2S9BlrQ0RK/U2OhRphEjuFUjaD96uXPFdsRtn1By0tkHWHbhmWieMc4rAfn1jKNoOWF5URERERERBRpqDwoD7cCvKOBVs4TGpM1olqCg6DI2qSBCxcoJk0r9rn6mAZa/bG8sOIf60ZxjOLb32qOXhEYh+1D74jXNJAjvvYCy/XOi/H7NUwvA7R2JytqeWDywWfHMMInaJ0Xa2CZpkgPuhCS7DFMZL8G5Rq2fUHLS2QdYduGYbS+e4UtL94+JyIiIiIiCjRUinrv/dh4BXQxTwW0cifjWxr3a8Trwn3AfQXv+0Tcp2G6buN9IjlGTdOf5Z2rZI8hejoksl+DBG1f0PLOZR2AeTAvLlbgokXUuZCOfU5ERERERBluqBT1XmjpRBfoVGjWQBdpL9z/7L1f2w+tr+iOju7ZKBLDWp+9RVyyBd0VGiiGTYS1KhvxtiPZ5Q20RI5hovs1SND2BS3vXNaB/blWo0gDFylw0SJqeene50RERERElIGGYlGPQgn3L+NBcMYYDYxH62jYQ8hQ6OJe5qjpDmr8pYb5DPdT4154PEXe8K6rRgMPbTOtsugCjoLVD+vGPdVYHgLvMS4R3rwBhXnYNhpR29Gf5cWDWwa8T7PH8qIuhGDd3mPoP354j+7q8fZrkKDt+5qGf3mQyDrCtg0XZnBhwszzUY2wcyEV+5yIiIiIiM4DiRT1KFbifZ96ItOkkvd+bLzinmRzjzNecf85xqPldI9GEEyH+TDd0+6wH4owFF/oQo114d7v1Rph63pGA9P+QgMF3WYNA9PgQW74NgEU2SggsTz/MuPx5o2cAPdsR4najmSX592OsOOPFurvaryugWVivWip9go7hgj/8UP+eP5B0H6NJ2j78JR8//ISXUfYtj2ugQcbYtxRjQKNbRpBy0t2nxMRERERETnQzRdFBF4zTabmTWSDrt27d1vz81NeXi7d3d24yGguaqRbl0aOBvMJ1qmRp4G8bMB84jujka+B3GxgWz6nNUZoIC8b2JbPKY2RGsjLBrbl84EGbrVDXjawLR80znxYA3nZ4KTGRzSQlw1sy+c9DfQwRV42sC2fdzU+roG8bODkMxS73xMRERERERGdF1jUExEREREREWUo0/2eiIiIiIiIiDLLSN5TTzQ4bDtfrbtnvLm5OUu5g+nFe/zj4j3s0XhPfXy8pz4a76mPxnvqo/Ge+mi8pz4a76mPxnvqiYiIiIiIiGjgsKgnIiIiIiIiylBBRT2+axzfOY/vng/ybQ10AUXgfbp9XuP3GiYnE1/SSAa2F98fHrbdYdL9Hf3x9Dc/sz+wf5OZv14DxwPzJct/LP3LiXeMksk53rKIiIiIiIis5y/qUQQ9p1HhDJ0NxdJEDdyng6jWSLZ4ToUmDeSDG3JN/EyD+u93GlUabztDiUGBPErjMxq/xIh+wEUBcwyx/ls1THFucsJrkP7kTERERERElLG8Rb0p6F/WQJEcpFxjv8af3NipcaGGzX6oYVp78fqkBrYVxaNpEfb3OMB0mM8wywia5x6NWo0HnaG+PRnCLnhgvH85WP4TGm0aiYyHoOUA3rdoYJ6NGia/oO26UcO7fGwjmJZs7/z4zGwTlmX2pYF9UamxTwPzJ5JfVEs5LgzgoSGXO0O9OeEVy8BysQzkj3yCcoaoY01ERERERJSxvEU9inQUZN6izw+feT//rMaB2FtrndDAxQgYrYGLEhM00LUbrcFo4UfvAxSFUb6gETQPWpLrNL7pDl+tgdZqTDPXHeeF4RUamAaB6c00eL1Kw59T0HhE2HLgkEaJxnUaJr8wxRqTNLD84Rre5XxXw8z/lIa5iGP2Jc4bA/uiUQPL+oRGIvmFtbobv9bwXziapYFeIsgX+8W7XPDmjM+SPdZEREREREQZ4VwelIcWTxR2LzlD6YXbBd7RMK2x3hbgZg0UlTBVA8NoAU62xfYXGvHmwcUDtF6jUEWxi6IX+8jLOw0C781Fh19pHNTAvJs0osZHLQdQDCcKvTNMzscwIsRrGiiw0Tpv9mWYgcov6KLRJzXWaSBfHMuoWy36c6yJiIiIiIgyQn+LehRJaCm9UgOFVbr576n3tgDj/mr0KEDrLF7N/damBRcXA8KeIeCXyDz3aZiLC3gfdHuCt1D1vkdBHbQ/w8aHLSdVsN34ntEpGtjfuNAQZSDyC9p/f+m+Jqo/x5qIiIiIiMh6/SnqbSvo40Fxj1ZhdJ/HK4Zxr/dajSINFKdhzxDwSnSeKzTMxQVE0O0M3kI1qGhN1EAtJ1E43uh98NcaKNLjHf+ByC/oFo//474moj/HmoiIiIiIKCMkW9SjxRP3RuNe8Uwo6I3dGg+5r4ACEw/5i9qGMRroZo5tRmH4PzTizYPu6Ng35uFx3gfLGZgG+xC3ByDw3nRjx7RYH+bHcqLGRy0nin+7koV14MF18dbV3/y8kCPu8fff4vFvGos1EtmORI41ERERERFRRkqkqEdBZr7zG4XUJRp4+JzpYo6We+806eC/p97kZRzX+K37Co9rfEMD0x3V+JzGKA3DPHUdy0Qr7x4NPFHdPw/ul8c0eNAcvjkA3dHRkm1yAf/93lg27i/HPkSsdscBXp/WwPxYTtR4RNhyvPz5+bcrHhTDZn4cXywD88X72rhE8/Or0TDHENuMc85fkG/XQKEeth3enP+3RtBxIyIiIiIiynjoHo5iB6+ZJlPzDoMW52s1/A91CxufLrblgwtKuOCCp/yb5yjYyLbztUsjRwN52aCrubk5S7mD6VVeXi7d3d246GnN/tGw6Xh1auRpIC8bMJ/4zmjkayA3G9iWz2mNERrIywa25XNKY6QG8rKBbfl8oIFb/JCXDWzLBw1KeCYT8rLBSY2PaCAvG9iWz3saH9VAXjawLZ93NT6ugbxs4OTT3wfl0fkJhTy+B36zM5Q+6G6P4gaBXgD3a9hc0BMREREREaWEaaknIiIiIiIioswy0hT1mdiNPVPzJrIBu99HYPf7uNjdPRq738fH7vfR2P0+GrvfR2P3+2jsfh+N3e+jsfs9EREREREREQ0cFvVEREREREREGYpFPREREREREVGGCirq8V3k+M55fFVYkHoN3Nf5ew18vVm6xfuO/B9q9CdP73LxHk99xyu2P5Ftx+eYDvvKRH+/Bs67/sFkjjWiUSNsHxvefZaJgs6VdG1Tpu9LIiIiIiIaBP6iHgXEcxoVztDZ8FVigKdZfUbjBxqDXWimA74urSr2VkZpYNt/6QxFa9LAg0qwvzDfDI3+7C+z/sH82jYU9L/WQO6InRo4N1hkEhERERERWcJb1JuC/mUNFKNBfqZRE3sr72j8p8YnnCG7oEUcrcttGqMxwmXGI8wFCrTMPqGBaTEexSzco1Gr8aAGCnG0lG/UqNTY5w57l/GkRlTBi4IcRbLZX5gHLcMG3i/XQA7+ngBm/TM1gnKFoG0z3+fuX17YeAPjhmusd4ZikN9xjcs1gnLHOO8+A4wzvRW8Lf1m/QjTewHTercN401PAe+8Qdvp5+1hgOn9yw7ab/5zJUgiOQZN4+XPDYL2k39fEhERERERncVb1P9JAwWrt1iLMsF9Pei+2gIF0kQNtJBf5Q4DXq/WQIs5PpvrjoNijUkaGI9iFuNv1ajT+KaG8V0NFF2Y9n6NCzUAxeB+DezDMCjM/1sjqoUfLflf0LheoxwjAgTlGrZtUzWClhc23gjbnqc0zDYH8e4zbC8uCqCHgWnpX6iBvFZoIFcE8sY4MNuG8d/QwPqwPX/QwPkWtp1eGEaBjHViGpwL2Naw/RZ0rkSJlyNgOVieWb9ZLl79ueFCTdB+Cjr/iIiIiIiI+ujvg/LQ2vgLjXiFbDqgSN2kgbxQQKN3AWA8WtPRYo7PkLtpmUXvBDP+GEYk4DUNFLhoVUWR3Kzhh9sY0KMBLbAnNCZrmBbnIB/TQE7IOeziSlCuYdsWtrx468F2HYi97beLNZCTuYiB9SC8uSLw3lxYMNuGfYbeItjH2B58byfyjTqGBtbnbx2HsP0WdK5EiZcj/EoDF7swHss32xeUW9h+IiIiIiIiiqu/RT264KNV8bMaYV2gbXSfhun6jPdRrc7xoKj7sMYUDbS6BvVY8N5Tj1dA9/Uw39JAD4CwbvFRgrYNrb1Bywsbb6CgP5d9E4/3gkGyFw8SOYamRRzHKOz5EKmEiwYo6IOkOzciIiIiIhpC+lvUG/G6Y9vmCg0U2CbOpUUURRtaiv9aA4VpWBFn4HN0rY6CFuASDXTFRuEd1arvF7RtYcuLtx7cO4+u4f7xX9U41xZ88J4zyZ4/8Y4hLjKt1SjSwIWUsOdDpIPNuRERERERUQZKtqhHUeLtPjxQRd5AQjd43GuNghStoqYngXc84BaCc+1lgGWi5T2o670f1otCGQWzMUbD5IneD3gYnmk5j2rt9Qvatq9poFu3f3mYJmi8F7qCozs57u02cNzRvfwlZ6hv7kH7Ed3SvU/7xzTIC7nivniMR+B9IvsPgrbTv25cJMDFk0T2nXd5YdvRH1gOloflYvlm+4JyC9tPREREREREcSVS1KPYMN+XjXuO0eXedH/G09wxzjtNuqEgRQs6ujc/7Q6Ddzxyh6h7qDEdHooW9TVu6HK/R+NtZ+hs3nvq8Yr1e/NB4YzxaL19RgNd4vGsAhT3mzUSFbRteAI77uf2Lw8FZdB4P1xk8B7rao0rNTC/P3fsA8Cw2Wd4jwcLvq6B+bFt6BWAeXFRAc8YQKx2xyUiaDv9x/BxDTzADp8f1ficxiiNIN7lec+Vc4XlYHlYrveYB+WGn8Gg/eTdlzb8XBERERERkYXQfRmFBF4zjQ15ozX2Wo2gB7PR+SlTzokujRwN/BzZoKu5uTlLuYPpVV5eLt3d3bjgYs3+0bDpeHVq5GkgLxswn/jOaORrIDcb2JbPaY0RGsjLBrblc0pjpAbysoFt+XyggdvqkJcNbMsHDUF4DhXyssFJjY9oIC8b2JbPexof1UBeNrAtn3c1Pq6BvGzg5HOu99Sfz1C0JduiTkRERERERDRgTEs9EREREREREWWWkex+TwPFtuPBfKJZ1/1eg7cDhLDwdgB2d4/G7vfxsft9NHa/j8bu99HY/T4au99HY/f7aOx+T0REREREREQDh0U9ERERERERUYYKKurx9Vn4ejrzvdlh8H3atjzhGzk3aqBrKmKgvm8cBvPr+rAuPHwv3r73SzbH/q6HiIiIiIiILOIv6lEU4nux8f3qUVAM4vu0bWByXqeBG2DxneQrNPDVYpnmdxpV7isRERERERFRJG9Rb4rjlzWaMCLCNRpvx96m3eUaxzV+5gzFCuInNcqdoVhvghaNNg3TMo1xQa369RpmvOmFcI9GrcaDGmHzGbiQ8IQG1uVdBvjzwPz+dXlb0KPWhfX8XgOfoYfCAxomR6+ofIygbfbPh2mIiIiIiIjIMt6i/k8alRo/dIbCoeC7WuMRZyj9LtR4Kva2B7bBux2HNEo0UPCb/NGijyeDznXHIVAoo7Uf4ye6427VqNN4SCNoPj+Mu0rDuwzD5PEJDfQmwLIQWK53OrwPWxcK/vUaaNFHrjs1jmggx29q+EXlg/dB2wzFGpM0MH64hnc+IiIiIiIiskB/HpS3WAMt4ba01Cfi1+4roAUf+aPAx4WM/RqjNX6pEdSSbYTN5/crjYMamGaThukxACYP77L8PQsgal0Xa+Az5Av+Cxh+UflEbTN6bJj1H8MIIiIiIiIiskuyRT1aa9Fqi5Zim6C1Phn3aZgu53hv5jct1+9oBD1XIGw+LxTAKITjOeC+gve9kci6EhEvn3jbTERERERERJZKtqhHK+9sDRSAz2ug2Ixq3R4MzRropu6Fe9Cj7gO/QgNdzk2gpRvzrNUo0kCX86DnCgTN11/eIj2oYB/IdYWZpRFvm4mIiIiIiMhSyRb1KCxNkYmi8zvuuHRC1/K/1DAPk8M957hfHU/DD4KLALhH3Xz9G4p/zIvCGvenh7Vqh83nh3Fo/cZ0mB7z+WEc7plHrgi8904Xta7XNGZoYD7A+I2xt4Gi8vmkRtQ2ExERERERkcUSKepRPMb7DvREpkkVFKQoVvEVe+iqfkJjtYa559wP43GPOnobYHrAk/Mf1/iGBsYd1ficBu5jx3R4aNxKjd+4w975/LD8pzUwHdYTlAfG4b545BqUb1iOgPvcv6vxugY+w3Yjb+SIby/wH4OofB7TCNpmIiIiIiIiygBocUdBh9dMY2PeaBG/VqO/tyTg4sgdGn+vMRCt5+eaTzJsOx7MJ1qXRo4G8rKBdfk0NzdnKXcwvcrLy6W7uxsXYW3ZP50aeRo4bjZgPvGd0cjXQG42sC2f0xojNJCXDWzL55TGSA3kZQPb8vlAA7cxIi8b2JbP+xof1kBeNjip8REN5GUD2/J5T+OjGsjLBrbl867GxzWQlw2cfJLtfk+pg27yaLXHQ/PYHZ6IiIiIiIjiYlE/sNC1vb+t4uhej2bBgXxGwbnkQ0RERERERJZDEWlLd04iIiIiIiIiStxIp6hvOJ55dX3V6CzJxLyJyH7TxmTLro5OseWeeuvyKciRXW+dlqxsOzp72ZbPdM1np+aTbUk+ML0gV3P6QHPCoyvSb3qh5nNE88mxI58ZhXmy/chJycnJdcek14yxmk+b5pNrRz7VY4fJ823vSm4uHhWRftVFms9BzSfPlnzyNZ93NJ9h7pj0mjkuX3564B3JG2ZLPsM1nz9qPniMRvrNKh4hz775XzIsf7g7Jr2sy6fkQ/Lsv/5Bhg3HYz3S70uazzbNJ9+WfMaPlG2v/4fkj/iQOya9rtB83j/53kh2vyciIiIiIiLKUCzqiYiIiIiIiDJU5hf1zQudrvj+WNfsfh5op6wbvdD50va+75Oh8335fudx9f3X33VH278U+6BMnjna9z0RERERERENLZlf1Jevd+6tbzi+Q2bJArnLed8ti8vdz61WLYuPr5eJ7tDA2Cmtm7EfWuRvi7zv3Y+JiIiIiIhoyBj63e89LfmL6g65I4OdqCtzp10o65b2tm7HWrv7LmP/0pmy/bXFUrN0pzPcO29IL4GePLyt5r0t9WHrlqP3y6KlOs5ddpW7vrDtcvKSDXKbs5ze9wPdG4CIiIiIiIjSb2gX9SiI54rber9Dxq2qCe+GrkVyzfOzpR7Ttnxajmx2x+syHpMdbm+Ag3LZ87FlTLx3h8y6eJ3U31vtTHPvqovc9RyUwnVnd3ffv+sNualFP990kexp8F1cCFu3ocOl7rJvevNOeaY5fLucvJweC+tlsef9wPYGICIiIiIiIhsM6aL+RMNWkVVL3IK2WmavkrMLatextjdk1uJFMgoDRYvk69c6o53396Nwj9B3PePli1eItB92BjxaY+PK18v9teNjo1yh6zauvbJn2WM+pcvelfh2ERERERER0dA15LvfjyvpLaBHlVzkvjtb+6FW910AtPg7Xd0nyI9ec8f5/GbVhJ7u8DWrWuVIW98iGy3oMhefn92KH7nuEIluFxEREREREQ1dQ76o9xbXJ9recN+drXB8qfvOB/eu3yKy1HR/v9gd7zNrEz7vDX9rfOyhePpZy2zZc0vfp+aHrjtCottFREREREREQ9eQLupHVc0WWbW256vrtq4SuazKX2zHjCm5SLavc4tt3Efv3teOgvnTV8yKdY0PgfUcMfMqPFiv78PyDskzX/a00H/qgj7LC1t3mMLpiW8XERERERERDV1Du6W+aJEsXfWG3OZ0i58psiniq93K10v9FVulBtPeokWye1/7qNrbZVxP1/oa2WPujZcJUiiLpQbfVY/1mHk1bpMdvq/UGy9/u/gi+VGZfl62VS67yXePfsi6QxUnsV1EREREREQ0ZGVpdKO7eKZB8Zy6vPFVc89JaVqeGp/OdRMRTBuTLbs6OiUrC78i08+6fApyZNdbpyUr247rwrblM13z2an5ZFuSD0wvyNWcPtCcctwx6TW9UPM5ovnk2JHPjMI82X7kpOTk5Lpj0mvGWM2nTfPJtSOf6rHD5Pm2dyU3N88dk17VRZrPQc0nz5Z88jWfdzSfYe6Y9Jo5Ll9+euAdyRtmSz7DNZ8/aj757pj0mlU8Qp59879kWP5wd0x6WZdPyYfk2X/9gwwbPsIdk15f0ny2aT75tuQzfqRse/0/JH/Eh9wx6XWF5vP+yfdGDu2W+mR4vvc91vo9iEV1OtdNREREREREGctpqY+9JSIiIiIiIqIMMjJW1F/y1dggZY5XnxKrjhvzicZ8ojGfaNbl87Tm8xV9Y8ftAMwnAf+iOV2sOVlyCwfzicO6fLZpPn+j+VjSwZP5RGM+0V57RuTzfy1iye1IzCcO5hMN+XR1svs9ERERERERUaZiUU9ERERERESUoVjUExEREREREWWokKJ+rKy7b51079+qsU523DzWHR/iwmvkoDOtCZ1nlvsZOJ+vk3UXusNEREREREREdM4Ci/rSm78li6Ycl4UTZ0vW3P0y4bpvJVCQn5D75+r0Ok/ZxuNSvXKJLHA/kQOPy4SJi2XxAXeYiIiIiIiIiM5ZYFHf+sBiLc7XygYMHGiXgzJKLhjvfJSQ1gdekZ1yiVxpWut9LfULenoBbJWD902KjVRm/EF9Rct/T2v/rCU6fonsMPM9fY2Uuh+V6mexXgJn9yhYcHNwb4PSmz3zeHsUEBEREREREWWQ+PfUz7pUqt23ieuQ37aLTBgX0G1fi/D1RfulDL0A7nhVxk+5KlbsY/wUcVr7J+w+LmdfQ7hEZPdiyZr7nBwqvFJuRzF+4TVSv3K0bEcPAX+PAv1syXWx5WXdcVyqr5sd6zmAea5z58H4lbwtgIiIiIiIiDJTdFGPFvaVWkzLq/Lc9tioZIwvKnDfeWxfK1m3tctstJY7y44pHTdapH2/bEUX/e1o6fdzc3B6DsSUVk2U8WaeAy2yvX2UzKryXkgYJYvuukYWHNJ1uj0P+szjrCe5XghEREREREREtogo6ifJjk1XOi3mO+9wu+IPBHSl33SLzJJXpOaO5+SQO7qvWEt/ct6S3xz1XEg48Lis3XtCpPBKWb+pt8v+RUWjnHEtTvf7W5xeCIE9CoiIiIiIiIgsF1LUj5V1T8cK3kMbl8jMfrTSw87d+9x3vRZMvUSk/TmpeWCftMrogG72UCAXFLpvEzZWPl2k+R7tcIdFNnwHzwaYLWV3vOoU8uiy/8ZRLfR1/U73fzcmPPCWOwcRERERERFR5ggu6mfNlkUoqvf+Y9+C1/fAuzClzvzBXfadorpwtFyk750C39V65LiOnyiznfvrE7uPv7Vhvxwy81xYJrMKT8j2Bjdf5+F6sVxbPd35+6wnwe0hIiIiIiIislFgUd9TbE+5xX16vOdJ9KFGySJ0c9dpW+bhAXXBXfZbH3hadrZfIut1uiXyqhwy97RvXysL94qzjINTJeCe+gAHHpeaO47LLKx300Q5uPEfer82T5dXtjG2PHSzn7D3H2M9DpzxIfMQERERERERZZAsjW655KuxIVtceI3s0IL7t3P53fahXn1KrDpuzCca84nGfKJZl8/Tms9X9A3+CbEA84nvXzSnizWnLEtyYj7RrMtnm+bzN5pP9POVBw3zicZ8or32jMjn/1okO8cdkWbMJxrziYZ8ujpHWvLTpZyu8LGW/u5NV8qEvU+zoCciIiIiIiKKgEvA3bG3RERERERERJRBRpqi3pL+XUnJ1Lzp/GTb+dqlgX5DtlzUYz7Rupqbm7OUO5he5eXl0tTUJDbl093djeOF42aDTo08DVvygTMa+RrIzQa25XNaY4QG8rKBbfmc0hipgbxsYFs+H2j8uQbysoFt+byv8WEN5GWDkxof0UBeNrAtn/c0PqqBvGxgWz7vanxcA3nZwMnHnu73RERERERERJQUFvVEREREREREGcpf1H9bA91NEXgf5s808I11f+EMpQ/yaNT4kjPU6/MaT2rg8yDIu8F99b73+qEGlhMG02MfhK0jXcK2J1XqNX6vEbWviIiIiIiIKAW8RT2KsokauAcHUa3hL5YBRexzGhXOUHr9SQNfaX+hM9SrXGO/Bj6P53caVe7rUDCY24MLB6M0PqPxS4wgIiIiIiKiweMt6r2FcFixbAr6lzWaMMICzRq4GGFazPGKYYw30Joc1gPB27Jteiq0aYzWMILmv0ejVuNBZ6hvL4egiyHgXf4TGqZ12798jMfnmM6MM7BsjAtrHTfbM1PDuwyswy9qPUHbg3EtGpge68E+qNTY5w6b3LzL8s8TtE6z/eh1YY5jvH3i3R58hv3hXQbmMfOHHQ8iIiIiIqKM5i3q0d0cYXxWw/9N8Sj2UcR5p0u3g+7rBN+rGW8KPjymGT0QUPBjnB/GmZ4KV7nDEDb/rRp1Gt90h6/WQKs1ppnrjvNCYYneD4ks/wsaGI/pvOuEqRr4/HoNXIiJUqwxSQPLGK7hzwmC1oMI255DGiUa6AmAfYAiGuv4hMYKDcyDwPxB84DJC9N9Q+MpDaznDxo4fpgvaJ8EbQ8uFKzXQO8ETI+LUQ9pxDseREREREREGS/sQXlo5URL9UvOkN1woQE9DEyB6+96j27h2J54MN8mDcyHeX6mAYnMj3lxDz+KVpOPt6Uf0OthnUaiy/+VBi5MYHrkZbbvYxpYNuaPd3EFPSpMTscwIkDQeqK259fuq593HgTem5z985i83tFAj4/XNLAefJUH1hO2T4K252INrAvzAPbJqxrxjgcREREREVHGCyrqUUyhRflKDRREmcB0wUdrMV69Xe/BtPyiiOzPswASmf8+DdPdG+/9ty6g50OYoOWjaA3a/2gdv18D0w9E63PYeuJtTxBvzw5/L49knesx60/+REREREREGcVf1GdiQQ9oaf6jBrpog+l6D+j2vlajSANdsZN9FkCi81+hge7fJvyt6GEt3Mnmh9ZndGVHd3MU+OYe9IEWb3uCeAvncymiz/WYQX/yJyIiIiIiyijeoh4to7gPGfcfZ1JBD8gXLcN/reHteg8oLnGfdbxtQus+th1FMvYFCktIZH7vvICHuJn5DeS3WCPR5eNzTIfpsWysA+/RrRzjIayVPRlB60lke/wwD84f3OOOwHuM649Ejxmg6/4MDawTkOcCjWTzJyIiIiIiyjjeoh4F5yUaJzRMt2W03KNYivd97IlMk2ooIC93X70e18DD2LA9RzU+pzFKww/3ZOOCALp7P+0OQ9D8uD8b0+HBbfg2APQMMPNiOjD3zBsYRqGKadAKvUcDwvLD+pEHpseyMYwiF/e9/0IDT7jfrHGugtaDiLc9fpgHFxxw/iBWu+P6I9FjBui58F2N1zUwPW5NwHmQbP5EREREREQZB92SUfTgNdNkat6AiyAbNa7TQFHqh5bzazWCHhY3kAZrPWTf+dqlkaNhLnqkG/OJ1tXc3Jyl3MH0Ki8vl6amJrEpn+7ubhwvHDcbdGrkadiSD5zRyNdAbjawLZ/TGiM0kJcNbMvnlMZIDeRlA9vy+UADtwsiLxvYlg8ehPxhDeRlg5MaH9FAXjawLZ/3ND6qgbxsYFs+72p8XAN52cDJJ+zp9zTw0P0bBQICLdloUQ4q6ImIiIiIiIgSwqJ+8KD7N5q1TER1B0e39cFoPR+s9RAREREREVEKoLi0pXspERERERERESVupCnq8ZppMjVvIjob76mPZls+tt0z3tnc3Jxtyz3+FRUV0tXVZdM9/sB76qPxnvpovKc+Gu+pj8Z76qPxnvpovKc+Gu+pJyIiIiIiIspkLOqJiIiIiIiIMpS/qMdD09C9ExH2ALVEphlM+Fq232uYnPAe41IFX0eH74jHa6LizYN8fxh72wem36DxZ85QtGSm7a9429Ffg5F7PP3NwbtPvMvwju+veo2BPp/DzjUiIiIiIspA3qIef+xP1MA9OIhqDXwNm1ci06QDih/cTImo0rhVI1UFIr6GDutI5uvo+jOPjYbKdgyksH1yrvsKFwNGaXxGA99SQEREREREdBZvUV+usV/jT27s1LhQwyuRadINBRAeNHG5MxTrTdCi0aZhWk1xEcC07K/UQOsqPkNg+3DxAu+DWm4xHi2wMzWe0MBysRws03wXvb911cyDV9PTAfNhfjPdaA3vsuAejVqNBzXClm14pwXv9+KH9ajw7gczjXd/3ed5j9zNdnjzxuuTGthPZtsQYRd7gtbpz90I2gasz7vfzXiI+ixoWXg127dRw+SA5Xhbs/Ee4/zLx7Z4j613O7zjsR6zbrNfTD5Rx7NSY58GlgHxtsFMZ2C5WD6mb9Qw53LQuQb+YxO0vYbZJnzmPR+823oFRhARERERUep4i3oULt5C5rMaB2JveyQyjQ1+reG92HBIo0QDraam0EGrPnobfFrjf2h8wo1iDRQ9eP+OBi5ehMG0kzSwnOEayzS+oHG9Bi6A+M3SQO8GTH+VhreYw3uMM8vCMHoc1Gl8U2OqRtSyvdNi3hUaaOlFXO2O88Kwdz+gB4aZxru/vO+NYxomB+wrXAiZoIH1YH1Y3lyNRNfpzd3A+LBtwKvZV968IegzRNiyzPZdp+HPIYj/mHvXHbYdQfslkeOJQhzrMudtvG3wHiMU+Os10FsA+xsX4BZqAObzn2sI/7FBftjeye44My0uLuA8/n80vOcxXpEXzglM/3V3HBERERERpUjYg/LQ2oY/zF9yhoIlMk26+C80oMg30JKP3L1e0EBhhe3ZpoELAnh/QiPKyxoopFD4o9D9mAbm+5mG9+KH8UmNdRqYHnlgOgPvMc4syy/esr2wLWg9R24IvPcXjkH7wfDuL+97o1kDhSWgOMWwd53YBhT6yNcrap1+UdvwK42DGljPJg3vtgV9FrWsoO2L4j/m8XjX7d0vyRxPSHYbLtbANNjn4L0gF3SuhR0bbC9+DrzT4ucD5zEuemE+cx6bHM30r2r4zwEiIiIiIhpAQUU9/rBHK9yVGvjDPEgi06RTvFsCTKskipIKDRQhKFLROo+iC+9NsZqMb2ncr4FlB7VQ/qX72h9ouY1atp/3wkZYbwr/fkgUikr00sD8eH1bA9Bd33S9xvug45DMOsO2AcVl2HkX9lki+yNVgvZLsscTUr0NiR4bHPMwiZwDREREREQ0QPxF/VAo6CHqtgB0HV6rUaSBLsJNGihS8R4FyC800LqIMMVqorAcdINGl2cUbf778f+P+9of8Zbt5y2mggqroP2QKOwXtA6jezZekRvgHmp03zbhb4FOdp3xtiEZA7msZAXtl2SPJ6RyG5I5NlG9G+KdA0RERERENIC8RT1a6XA/LO75DSvWE5km3ZAj7v0Nuy0AxRDuL/bmjwIrXwPz4j26Rn/gvk8U5sGD0bAMCGox/jeNxRoo4DAdCqlEYHp0a45athd6GOA44b5qBN77ex0E7Ydk7NZ4yH0FLB/nhSlO8VA1//Yls86obcBysS+wLqzTu21Bn0UtK8wYjWSPUxCsx79fvqaRzPGEZLfhNY0ZGpgWsA3eB935JXNscMEM5zGKf+/+MduK8fCoxrnsOyIiIiIiisNb1OOP9Es00BXddJ9FqzyKAvMU+ESmSYcaDZPP0xrIM6w4eVzjGxqY9qjG5zTQKo/Wx+MaaIVGcRPVGhkE3ZbRnRot/SjuN2v4bdfAstG9Ga2iezSiYDo8qAzLelYjatlm2uc0cE+5ubcZsVrD3FtthO2HRGFf/dZ9BSwfty4gDywTzL3WRtg6vbmbcwjLC9sGvOI4Yz6s07ttQZ8h4u0P//7DNyhgXCLHyQjbDv9+wdPicb9/1PH0S2QbvHBB6rsar2tgvTg30SMgTNCxGaURBMcV5/F/a3j3j9lWjMdy0FKPc56IiIiIiFIEf3SbP74zTabmbeBCCL5GDU9dT6ZHwPkOLcPXauBikl/UZ5QaA3Ued2nkaODn2gbMJ1qnRp4G8rJBZ3Nzc3ZWlh3/JFRUVEhXVxeOly37B85ooEcajp0NbMvntMYIDeRlA9vyOaUxUgN52cC2fNC7E73UkJcNbMsHDSUf1kBeNjip8REN5GUD2/J5T+OjGsjLBrbl867GxzWQlw2cfMKefk+pga7I+KMcgdZWtJ6yoKdMg/MYxYo5j/9Rg+cxEREREVEamJZ6IiIiIiIiIsosI52ivuF45tX1VaOzJBPzJiL7TRuTLbs6OsWW7tzW5VOQI7veOi1Z2XZ09rItn+maz07NJ9uSfGB6Qa7m9IHmhLsC0m96oeZzRPPJsSOfGYV5sv3IScnJyXXHpNeMsZpPm+aTa0c+1WOHyfNt70puLu66Sb/qIs3noOaTZ0s++ZrPO5rPMHdMes0cly8/PfCO5A2zJZ/hms8fNR/ccZN+s4pHyLNv/pcMy8dztdPPunxKPiTP/usfZNhw3AGUfl/SfLZpPvm25DN+pGx7/T8kf8SH3DHpdYXm8/7J90ay+z0RERERERFRhmJRT0RERERERJShWNQTERERERERZajML+qbFzr31/tjXbP7eaCdsm70QucLtfu+T4bO9+X7nUd/919/1x1t/1LsgzJ55mjf90RERERERDS0ZH5RX77eeWBew/EdMksWyF3O+25ZXO5+brVqWXx8vUx0hwbGTmndjP3QIn9b5H3vfkxERERERERDxtDvfu9pyV9Ud8gdGexEXZk77UJZt7S3dTvW2t13GfuXzpTtry2WmqU7neHeeUN6CfTk4W01722pD1u3HL1fFi3Vce6yq9z1hW2Xk5dskNuc5fS+H+jeAERERERERJR+Q7uoR0E8V9zW+x0yblVNeDd0LZJrnp8t9Zi25dNyZLM7XpfxmOxwewMclMuejy1j4r07ZNbF66T+3mpnmntXXeSu56AUrju7u/v+XW/ITS36+aaLZE+D7+JC2LoNHS51l33Tm3fKM83h2+Xk5fRYWC+LPe8HtjcAERERERER2WBIF/UnGraKrFriFrTVMnuVnF1Qu461vSGzFi+SURgoWiRfv9YZ7by/H4V7hL7rGS9fvEKk/bAz4NEaG1e+Xu6vHR8b5Qpdt3HtlT3LHvMpXfauxLeLiIiIiIiIhq4h3/1+XElvAT2q5CL33dnaD7W67wKgxd/p6j5BfvSaO87nN6sm9HSHr1nVKkfa+hbZaEGXufj87Fb8yHWHSHS7iIiIiIiIaOga8kW9t7g+0faG++5sheNL3Xc+uHf9FpGlpvv7xe54n1mb8Hlv+FvjYw/F089aZsueW/o+NT903RES3S4iIiIiIiIauoZ0UT+qarbIqrU9X123dZXIZVX+YjtmTMlFsn2dW2zjPnr3vnYUzJ++Ylasa3wIrOeImVfhwXp9H5Z3SJ75sqeF/lMX9Fle2LrDFE5PfLuIiIiIiIho6BraLfVFi2TpqjfkNqdb/EyRTRFf7Va+Xuqv2Co1mPYWLZLd+9pH1d4u43q61tfIHnNvvEyQQlksNfiueqzHzKtxm+zwfaXeePnbxRfJj8r087KtctlNvnv0Q9YdqjiJ7SIiIiIiIqIhK0ujG93FMw2K59Tlja+ae05K0/LU+HSum4hg2phs2dXRKVlZ+BWZftblU5Aju946LVnZdlwXti2f6ZrPTs0n25J8YHpBrub0geaU445Jr+mFms8RzSfHjnxmFObJ9iMnJScn1x2TXjPGaj5tmk+uHflUjx0mz7e9K7m5ee6Y9Kou0nwOaj55tuSTr/m8o/kMc8ek18xx+fLTA+9I3jBb8hmu+fxR88l3x6TXrOIR8uyb/yXD8oe7Y9LLunxKPiTP/usfZNjwEe6Y9PqS5rNN88m3JZ/xI2Xb6/8h+SM+5I5Jrys0n/dPvjdyaLfUJ8Pzve+x1u9BLKrTuW4iIiIiIiLKWE5LfewtEREREREREWWQkbGi/pKvxgYpc7z6lFh13JhPNOYTjflEsy6fpzWfr+gbO24HYD4J+BfN6WLNyZJbOJhPHNbls03z+RvNx5IOnswnGvOJ9tozIp//axFLbkdiPnEwn2jIp6uT3e+JiIiIiIiIMhWLeiIiIiIiIqIMFVLUj5UF962T7v1bNdbJjlnu6DAXXiMHnWlNJDBPFGd562Tdhe4wEREREREREZ0luKifVSZLpojcP3e2ZN1xXKpXLpEF7kfhTsSmnzhbyjYmOk+IA4/LhImLZfEBd5iIiIiIiIiIzhJc1G/vLapLx412Ryau9YFXZKdcIld6WutLb17itub3bcVfcLOnR8DNY2MjfS31ptfAQX3FMnrmn7VExy+RHaZXwdPXSKn7EREREREREdFQF3lPfakW3C3Xiey8Y6tscMclpkN+2y4yYVxvkV5/3WjZ3tPy7xbsOn6JLr+nR8B1s89u3dfCfb3ba2DC7uMy3h3d6xKR3Ysla+5zcqjwSrn9XLr9ExEREREREWWQyKK+9QEtlp0i/Fv9ur99fFGB81paNVHGt++XrehOvx2t+KPkgp7qfJQsuusaWXBorWRNXHvWxQOnp0Cfef1elee268uBdjkYG0FERERERER0Xogs6h1nFeHJu6holEjhldLidLO/Rap1nNOKf+BxWbv3hPPZ+k2JdJ+P9QAgIiIiIiIiokSK+nOwc/c+5/WNo1q4tz8nZRNjD9JDTHjgLeezDd9ZHHu43h2vOsV9dPf5Armg0H1LREREREREdJ4LLOpL3QfQLUCX+1mXSrXp4p7gV82VzpotiwrdeVTrkeNasE+U2e599D3LcNYTe98a2LXeN6+TCxERERERERFBYFHfun2r3L93dKxL/MrRsvOOs+91P9soWYTp92+Vlnl4sJ1nnu1rna+5m4XPN02Ugxv/IfZ1dc54cee7RSbs/UeZ6V4I6KHTLNwbm+bgVAks/ImIiIiIiIjORyHd79+SxW63+KyJi3sL7bDvj3fG93atz7pq7VnTtD6w1p1Gl+d2vQfnYXzufBO+E+uu71+P6aI/oe64Dp2Q3x6KjUfB3/twvX0yU6c566IAERERERER0RCV0nvqB4TTXT/WA6B705UyYe/TZ19UICIiIiIiIjoP2V/U+3oB9LTmExEREREREZ3nsjS6Y2+JiIiIiIiIKIOMNEU9XjNNpuZNg8O288O2fLo0cjRsuajHfKLZlk+nRp4G8rKBdfk0NTVlK3cw/SoqKqSrqytX32Jf2eCMRr6GLfmc1hihgbxsYFs+pzRGaiAvG9iWzwcaf66BvGxgWz7va3xYA3nZ4KTGRzSQlw1sy+c9jY9qIC8b2JbPuxof10BeNnDysb/7PREREREREREFYlFPRERERERElKH8RX29Brp3/l7j8xgR4s808E1yf+EMpRdyQC7IKcgPNaK2JUy85QbBPG0a2IffxogAyAX7F9OYwH4PguU1uK/xeKdFIPcJnnHn4ksaJtd45wZ4cwli8sO+jTctERERERERhfAW9SjcAPf9fkbjBxpBhRYKsec0Kpwh8rpGY5HGKI0ZGmGFapMG7nXCvjb3WZv97/U7jSr3NZ6gaZOZPwy2wWwTcsXy1msMVBE+EDkSERERERGdl7xF/c80amJv5R2N/9T4hDPUyxT0L2ugMLUVWsnRqoxW89EY4TLjEd4i2vRQQJgW9ns0ajUedIbC5w2C/Xck9jYhT2lcqIF1tGggbxTNCNOK7W0tNzl6p0fruZnW5P6sZ5w3f/8yzLig7cI58GsNU3T/UgPH35wbQXl5IS/0ljDw/iUNs2/jbSPmf0LD9IAI69VARERERER03gm7px7dtuGg+2r8SaNSw1uk2QZF4EQNtIRf5Q4DXq/WQIszPpvrjkOgSzlaoTEe82LcrRp1Gt90h4Pm9WvWwPR4PaCRaOvzVzUwPRzSKNHwzot1rdDA+hHIxazfTP+2MxRjcv+GMxSDY2a2casGckxku7DcKzW8BTveo7iPyivKtzTMvjWillWsMUkDOQ7XSGQdREREREREQ15QUY+W0F9o7NdAEZ9pyjU2aSB3FJ7ogQAY/6QGimV8hu1DKz6mCWph9gqb1w/Todv9mxpRFz5w6wJa802rNJg80Sru510/Au8xDoKmj7JQA/ljuxPZLnyGiwaf1TD5mhb9qLySFbUs9AzAOOR4DCOIiIiIiIgouKhHF3y06KKIC+qOncnu0zCFKd6jyzug5Ret9Si0w54VEDavgX1VrYFu5CiMv6aBwjSoVdl/T7257SGKackH7/tkIBf0RMA98Ua87TLMeYG8F2uYc2Mg8jIGcllERERERERDXlj3ezD3eQ8lV2iYQhqB1nQUp2s1ijRQsIY9KyBoXi/sq3Ua6K6Obux3aXxUw38LQ395j0V/jgueh4Bu+bjfHi3eRrztQi8G78UdzIvtNDmca15eA7ksIiIiIiKiIc9b1KNw83ZD997nnUlwrziKahSxaJk2Bal3POA2A3yG4nGnhrfQ9Qub1wv7Ci3YZpqBhPXjHnP0AkDgPcYlw9vt3khku/zTgDk3Es1rjAbm9x4Pv0SXRURERERERC5vUY97ur33TeNebYxDgRXv+9oTmWawoGhF8Yqu9E+7w+Adj+0DbN/jGnigHMYd1ficBrrPYzo8oA1P+0dre9C8Xhg+roFpXtfAQ/owjGL6XCF3dOU/4cZqd1wYkzty+rAGjgtuDfB2tUcBH7ZPvDANnlFgpkGgFwemSyQvDL+vgfnRI2KP+97sW3POJLIsIiIiIiIi8kB3axRpeM00mZo3DQ7bzg/b8unSyNFAXjZgPtFsy6dTI08DednAunyampqylTuYfhUVFdLV1ZWrb7GvbHBGI1/DlnxOa4zQQF42sC2fUxojNZCXDWzL5wMN3MKJvGxgWz5o3EEjE/KywUmNj2ggLxvYls97GriFGHnZwLZ83tX4uAbysoGTjz1/cRARERERERFRUkxLPRERERERERFllpGmqM/EbuyZmjeRDdi9PBrzicbu99FsywfONDU15dhyS4CFtwOw+300dr+Pxu730dj9Phq730dj9/to7H5PRERERERElMlY1BMRERERERFlKBb1RERERERERBnKX9Tju8txz+bvNT6PEQG+rYFpEHhvA3zXeaOGyetLGgPlhxph+yJK0Hf3YznYtyZPBPa5gXkaNDAdXjEcJGjZ5ypoO00+YXnYKNl9k8ptzMT9R0REREREGcRb1JtCGA+f+4zGDzT8xQiKvokaePgGolpjIAvo/kDx9pzGOg3kPkpjhUZ/CvHB0KSBfYdczYP+zD78nUaVxtvOUPqZfPBKyeP+IyIiIiKilPIW9T/TqIm9lXc0/lPjE85Qr3KN/Rp/cmOnxoUa6XS5xnEN5A8ooJ7UQK4GimbTMu7tXYDC/wmNNg1vq7npjYDxozFCYVq0Zhvelm28mhZ49BjAhYZ7NGo1HtSI8pSG2YemZde734Nyj1q26W3hnT6Z7fQy+czUCJofgrYdgvLGa4sGluNfppnGiDc/cgvaVv++wXgzjbl4EiZs2qD1eHMJ2z+J7D+zTnyGabA/zbZH9ZghIiIiIiIKvad+gvt60H01UMh6C9vPahyIvU0bFMQojL28eaIoQss9WvARV7vjjGKNSRpoPR+ucaOG6Y1wlUa8ogqF23oNtMii5R0XOhZq3KpRp/FNjShf1Qjbh2G5hy0bn6EQRB7IH9th8j/X7fTPj+nDth2fhe3zQxolGrj4gnFYtz/XRObHhY+gbfXuGwxjXiwD08x1xwUJmxYRtk+92xK0f7yCPkfxjt4uGOc9BlM1vqBxvYb34hQREREREVEfQUU9WhF/oWFa5MOghRGtuy85Q/ZCUYSWexReQa34L2tgPLb1mAYK1E3u8C81TA+AMBdrYJmYFvwXPvwqNNATAi2xCAhbR7zc/ZCDaUn2O9ft9M8PYdselfev3Vf4lQYuHGGZyMVMk8j8UdtqeJeDdeCcDuqRAGHTRq3Huy1B+8cr6HNckMJtIxjnPQYf08C6MRx1LhERERER0XkuqKhHF3y0SqIVPqy7MooctDBeqYGCJN3i3QLgbQlPd88C/z315paHMMnmblqWceEAFxDSJZG8UdyGnT+JzJ/Itt6nYS6g4H3UuRI2bar2KX7GgqC3wf0aWKdpvSciIiIiIjpLWPd78N7r7WVbQd+sgS7TXrgY4b1v2bsd8S4A2CaZ3LHdazWKNHDhABcQ0uVc93m8+RPd1is0zAUURFTLd9C0qdyn3pZ+L7Too1s/elOgwB/IbzkgIiIiIqIhxFvUo3jxdjMOutcbrYa47xj3G9tQ0AO6b/+lBvIH3OeN+7HRrRlQ9CNnjEfgPcaFwYPNsH0opLC9ZrkwRsM//jWNGRpYNmC894LCuUg2dxS/uK89kWMTtZ2JCtv2RPPG9Fg3ckAuZppE5k9kWzGP2UZAbmHbGTZtMvs0Wfj5WqzhPQZ4j9sAMAxRvRmIiIiIiOg85y3qcf8uugOb7sdoRcQ4FFXme79RgFyicULDTIcLAd5pBhsKHhRj6K6MfJDbag1znzdeUSRhvP+zIOZ5Auhq/bSGdznva2A8Wm73aABaVb+r8boG1o880LqK6fBwNHzdXn/3S1juYct+XOMbGsjjqMbnNMLuIQ/bzmSEbXtY3n4Yh3UjB+Ripklk/rBt9e4bXPAx24jpIOzZAVh+0LTJ7NNkYfm4YIB1mnMK5zOeL4DjgwsvmzWIiIiIiIgCoYsxihW8ZppMzZti0BJ9rUbYQ+jON7gwtlHjOg1cLEm1Lo0cDXMBI92YTzTb8unUyNNAXjZgPvGdaWpqysnOjrrrbvBUVFRIV1dXrr7FvrLBaY0RGmecofSzLZ9TGiM1kJcNbMvnAw3cooe8bGBbPmgU+7AG8rLBSY2PaCAvG9iWz3saH9VAXjawLZ93NT6ugbxs4ORjx7/uROcndLdHkYZAjwT0dBiMgp6IiIiIiIYI01JPRERERERERJllJLvfEw0O285Xdi+Pxnyisbt7NCu732vka9jS3d2q2wEqKyuls7MTx4zd74Ox+300dr+Pxu730dj9Phq730dj93siIiIiIiKiTMainoiIiIiIiChD+Yt6fDc3unf+XsN8T7ZfItMMJuSAXJCTiXhPVMeTxvF1YXj1vvf6oYZ/+zDNQH11X9h6Uyle/t7PByK//hybZAQdIyIiIiIiovOGt6jHk7gB9/1+RuMHGv6CLpFp0qFJA/cOIa9RGjM0ovLCE8ar3FcKNlD7CBeBcFzMsblag4U4ERERERHRAPAW9T/TqIm9lXc0/lPjE85Qr0SmSTcUob/WMHmhgESLroH3MzWCWqHRiozW5DaN0RgRAct9QgPTmhZo04uhUQOt3UHTBDHrRZgLJ4ksHxKZF/PBPRq1Gg86Q73LQ2A53s+xb8w+8n71mncbwtYTBsfmTQ3vvg1btj83w2wv1mmWk+i+ClpmoseIiIiIiIjIOmH31E9wXw+6r0ESmSYdUIT+t8YvnaHEobibqIEW/6vc4XiKNSZpoAX6GxpPaWD+P2iY/YPlYHkYj+X7l4thtF5jGZhmrjsO4i0/kXkxfrgGxt+qUafxTXcYXePRgm5ye1LDfG5guhUaWAfC39IetJ4wODaf0jjuDIUvG+HPzYwPO0aJ7KugZQJeo44RERERERGRlYKKerRm/kJjv8afMCJAItMMpgoN9BxAS+sJjckaYfeNhynX2KSB7cEFAfRKiOdlDbQ+Y924BeA1DcyPr6Qwrci/0sCFD4zH8rEeLwyjmMZyMA32qZk33vITmRfjj2GED7YxkVZp7zoQeO/dhnjrQc8O0zqOY4P5zQWXsGWH5YbPwo5RvH0Vtb3xjhEREREREZGVgop6FGFozfyshunO7ZfINIPJe089XuFy9zXdUOiiWIxyn4YpfPH+Qo1Encu8pvUahTAujIQ54L6C930icAEIx+ULGls11mt4hS070dySEbbMRI4RERERERGRdcK63wO6L8crEBOZZrChONsZe5sxrtBA4WvC+wyAePo7Ly7GrNUo0sCFEFwYCeM9xv093mgpR08C/8WWoGUnk1uiUrFMIiIiIiKitPIW9Sh6vN2Tv6rhb5VNZJp0Q7d73Bdt7tuGMRrmwXXYhiDNGrgnPd50ycJysDwsF8vHery86wW0bCe67nOZFwU0Ln7Ea6HGOnCvO+6HR+C9fxsS9bjGlzVMvmHLDsvNu73JHqOo7Y13jIiIiIiIiKzkLepxfzK605uu3HiCPMah2DLfXZ7INOngvacer2gRNvdt4xX3VWM8Wmr3aAQxLcmY7ml3eCBgOViePy/Du17kD957xaMkOy+mwwPlntP43xp4oBzmO6rxOY3/R8N8bo4l1oF73XE/PGK1O64/cM87LgItdIbCl43i35+buS++v8cobJmA5UQdIyIiIiIiIiuhuzaKHLxmmkzIG62/12ok8kA6So/BOka2na9dGjkayMsGzCeabfl0auRpIC8bMJ/4zmjkayA3G5xpamrKyc6Ougtw8FRWVkpnZyeOGfaTDU5rjNCwJZ9TGiM1kJcNbMvnAw3c2oe8bGBbPmhc+7AG8rLBSY2PaCAvG9iWz3saH9VAXjawLZ93NT6ugbxs4ORjx7+mRERERERERJQ001JPRERERERERJllpFPUNxzPvLq+anSWZGLeRGS/aWOyZVdHp2Rl2XHHhHX5FOTIrrdOS5YlXadty2e65rNT87GlazlML8jVnD7QnHAXR/pNL9R8jmg+OXbkM6MwT7YfOSk5ObnumPSaMVbzadN8cu3Ip3rsMHm+7V3JzcUdCulXXaT5HNR88mzJJ1/zeUfzGeaOSa+Z4/LlpwfekbxhtuQzXPP5o+aDO4DSb1bxCHn2zf+SYfnD3THpZV0+JR+SZ//1DzJsOO4ASr8vaT7bNJ98W/IZP1K2vf4fkj/iQ+6Y9LpC83n/5Hsj2f2eiIiIiIiIKEOxqCciIiIiIiLKUCzqiYiIiIiIiDJU5hf1zQud++v9sa7Z/TzQTlk3eqHzheR93ydD5/vy/c6Xq/dff9cdbf9S7IMyeeZo3/dEREREREQ0tGR+UV++3nlgXsPxHTJLFshdzvtuWVzufm61all8fL1MdIcGxk5p3Yz90CJ/W+R9735MREREREREQ8bQ737vaclfVHfIHRnsRF2ZO+1CWbe0t3U71trddxn7l86U7a8tlpqlO53h3nlDegn05OFtNe9tqQ9btxy9XxYt1XHusqvc9YVtl5OXbJDbnOX0vh/o3gBERERERESUfkO7qEdBPFfc1vsdMm5VTXg3dC2Sa56fLfWYtuXTcmSzO16X8ZjscHsDHJTLno8tY+K9O2TWxeuk/t5qZ5p7V13kruegFK47u7v7/l1vyE0t+vmmi2RPg+/iQti6DR0udZd905t3yjPN4dvl5OX0WFgviz3vB7Y3ABEREREREdlgSBf1Jxq2iqxa4ha01TJ7lZxdULuOtb0hsxYvklEYKFokX7/WGe28vx+Fe4S+6xkvX7xCpP2wM+DRGhtXvl7urx0fG+UKXbdx7ZU9yx7zKV32rsS3i4iIiIiIiIauId/9flxJbwE9quQi993Z2g+1uu8CoMXf6eo+QX70mjvO5zerJvR0h69Z1SpH2voW2WhBl7n4/OxW/Mh1h0h0u4iIiIiIiGjoGvJFvbe4PtH2hvvubIXjS913Prh3/RaRpab7+8XueJ9Zm/B5b/hb42MPxdPPWmbLnlv6PjU/dN0REt0uIiIiIiIiGrqGdFE/qmq2yKq1PV9dt3WVyGVV/mI7ZkzJRbJ9nVts4z569752FMyfvmJWrGt8CKzniJlX4cF6fR+Wd0ie+bKnhf5TF/RZXti6wxROT3y7iIiIiIiIaOga2i31RYtk6ao35DanW/xMkU0RX+1Wvl7qr9gqNZj2Fi2S3fvaR9XeLuN6utbXyB5zb7xMkEJZLDX4rnqsx8yrcZvs8H2l3nj528UXyY/K9POyrXLZTb579EPWHao4ie0iIiIiIiKiIStLoxvdxTMNiufU5Y2vmntOStPy1Ph0rpuIYNqYbNnV0SlZWfgVmX7W5VOQI7veOi1Z2XZcF7Ytn+maz07NJ9uSfGB6Qa7m9IHmlOOOSa/phZrPEc0nx458ZhTmyfYjJyUnJ9cdk14zxmo+bZpPrh35VI8dJs+3vSu5uXnumPSqLtJ8Dmo+ebbkk6/5vKP5DHPHpNfMcfny0wPvSN4wW/IZrvn8UfPJd8ek16ziEfLsm/8lw/KHu2PSy7p8Sj4kz/7rH2TY8BHumPT6kuazTfPJtyWf8SNl2+v/IfkjPuSOSa8rNJ/3T743cmi31CfD873vsdbvQSyq07luIiIiIiIiylhOS33sLRERERERERFlkJGxov6Sr8YGKXO8+pRYddyYTzTmE435RLMun6c1n6/oGztuB2A+CfgXzelizcmSWziYTxzW5bNN8/kbzceSDp7MJxrzifbaMyKf/2sRS25HYj5xMJ9oyKerk93viYiIiIiIiDIVi3oiIiIiIiKiDBW3qF9w31bpvm+SOxTiwmvk4H6drifWyY5Z7mf95Sxznay70B0mIiIiIiIioj6ii/pZS2T9FPd9XCfk/rmzJWvibCnbeFyqVy6RBe4nRERERERERDTwIor6sbJu3iXu++S0PvCK7JRL5EpPa33pzUvc1nxPK/6sJTq8RHbct85p4T8Y0SOgVKftmf/msTpG83ta53HeJ9ijgIiIiIiIiGgICS/qZ82WRUf/URbudYeT0iG/bReZMC5WcKMrff11o2U7WvLvQCu+t1v9JSK7/0Gy5j4nMuWW4G77mH+lO//c/TLhum/p/G/Jb46KjC8q0AnGyqeLRA4d7YhNT0RERERERHQeCCnqJ8kOLaLvr9vnDvdPrOAWKa2aKOPb98vWAzqwHa34o+SC8c5H6lV5bvtbIgdaZHu7SPXUs1vb+8zvTDdKZlWNlQ27XxWZcqkskAK5oPCEbG/Q5RARERERERGdJwKL+tKbr5LqvU/LYhTRA+CiolEihVdKi9N9/hap1nE9rfg9Yi3v8Xla6J0LBKPl07MKZYIcl98MUL5EREREREREmSCgqB8rsy/XInzKLc597s6D8vD+6WukNDZBwnbujrX0v3H0hEj7c1I2MfYgPcSEB/yt6rEu9PF5u9qjm/8omTVvoozf+4psiE1AREREREREdF4IKOrfksVX9Rbfzj31e/9Rsq56XFoT/Jq5UtyPX4hu9bHh1iPHRQonymzMd9Yy8EC9sTq+TGYV9l4I8Gpt2C+HeubHdKar/Vuy9aUTMr5wFO+nJyIiIiIiovNO+IPykjZKFm1C9/qt0jJP5P65a3tbzrevdb7mbhY+3zRRDm78B0/X/ldFpn5Lx1/pXDyY6V4I6OPA41JzR/D8zgUDdfAI76cnIiIiIiKi80vcon7Dd2ZL1nfc1nMtridMXHz2vfbO+N7W/ayr1p41TesDa91pFstMX9f7576z2JlvglkP+NbVuj18/tjD9ty3REREREREROeJAWypH3ylN6+T7pWXyKGNW3k/PREREREREZ130lvUb18rWRM93fST1PqA28J/Vss9ERERERER0dCXpdEde0tEREREREREGWSkKerxmmkyNW8iG3Rp5GjYclGP+USzLZ9OjTwN5GUD5hPfGY18DeRmA9vyOd3Y2Jibk4Mfs/SrrKyUXbt2iS35VFVVyc6dOyU3N9cdk1425nPmzBmcz6diY9LuA40/17Aln/c1PqyBvGxwUuMjGsjLBrbl857GRzWQlw1sy+ddjY9rIC8bOPlk9D31REREREREROczFvVEREREREREGSqsqP+SxrdjbwP9mQaeb/cXzlB6fV7j9xroluoNbEMqYduxD7AvEuGdHjn/UKO/6jWwzVhOEKyrQQOf43Wgj5NZ/kAv1wv7J2z7oqQ6t/7m5RUvR4w350qqt4eIiIiIiDJYUFGP4uH+2NtAKDSe06hwhuzQpIF7h3CPvYmfaQxFOD6jND6j8UuMoD5+p1Hlvg4FQ217iIiIiIhoAAUV9ddovB17exZT0L+sgUI6E6BV2/Q6wCuGAe+DWvXRCmta/hs1glrW8f4ljVqNBzFChS3PuEfDO/1ojTYNTG9ygkSWU6mxT2Omhj+veK3IWCaWHdTSH7TtyM3kY/ajV7x88XmLBrbVtDaHzWPGY1rsHyNo+rDt8LZse5f3hAamQ+B9Mvs+LC8jLBcwnyGwHC9MG3T8vOeKd3uClhW1PURERERENMT5i3oUCFdrPOIMne1PGigovYWI7W7VmKGBbcMrhs12osUbLfxz3XEonNZroGUUrf07NRZqBPmWRp3GNzXClueF9ZrpAZ9fpYHph7vDiS4HBfckjf603k7V+ILG9RrlGOEK2vaHNFCoYhj5TNTw5pNIvnBIo0QD+YbNg8DyMQ77xSwnbPqw7TBmaVRr+JcHxRrYf/gs3r5HBOXlFZYLpl2hgWUisPyg+f385wpELStoe4iIiIiI6DzgL+oXazypEdZSbyvcCvCOhmnFRKslilRAIfmCxi/cVwyj8MJ24j0uVOzXQAvsxRoYb7q14+JFIhcwwpYXBbcHYD2Y/hhGqP4sJ1kf08AysX7vtgVt+9c0/K3LXonm+2v3FcLmwfhN7jjkYG6fCJs+bDuMT2qs0/AvD9DTxCwv3r4Py8srLBfvMhF4j3H9EbWsoO0hIiIiIqLzgLeoR+seWvnQWptp/PfUm1Zho1njt+6rcZ+GuQiA9xdqnIuBWt5A5+WHVmA8MyGoq3gQTINpcdEk6DkK/ck32XmCpo+3HX/pviYj2byMqFwOuK/gfd8fA7ksIiIiIiIaArxFPVr9ZmugeHteA0VNVCttJkEPBNwDj1fjCg1zEQCRSIt8lIFa3kDn5YeLHbjogW72KEZx33wY3MO9VqNIAxdNgp6j0J98k50naPp42/F/3Ndk9HffR+XivTCQ6EWCMAO5LCIiIiIiGgK8RT0KGFPMoLj5jjsu05keCCvdVwyjxR73TJviCw8XQwH7mgbuuzdd9zHOPHhsjAamx/wY7xW2vGT1ZzlReflhOnTbNq3J6KqNLtsQtO24uIN76800fv3JN2we73jvtgRNj9sCwrbD+DcNXMTxLy9MsnkZGB+WC+bFve/Ypwi8xzivRI9fIssiIiIiIqLzjP+e+iAoIOJ9H3si06SS/556BHoZIB+0NOOeaDwnAK8YPqiBe6bNPID7odHi+l2N1zUwHl2q0fKKe6nf18D0mH+P+x4PKMO3AYQtz8s7fdh+wnriLccrKK8oKDaxD/B8ATxRfbOGEbTtePjbN9zhoxqf08C940ay+ULYPN7xT7vDEDQ9nvYeth3Gdg1ckEh03ySblxG1TzEtCv4Tbqx2xxl4H3T8MOw/V+Iti4iIiIiIzkNolUcBg9dMk6l50+DDRaeNGtdp4OIFiXRp5GiYCxjpxnyi2ZZPp0aeBvKyAfOJ74xGvgZys4Ft+ZxubGzMzcnBj1n6VVZWyq5du8SWfKqqqmTnzp2Sm5vrjkkvG/M5c+YMzudTsTFp94EGbpu0JR80YHxYA3nZ4KTGRzSQlw1sy+c9jY9qIC8b2JbPuxof10BeNnDySaSlnigToSs7CiAEWrbR84AFPRERERERDSmmpZ6IiIiIiIiIMstIdr8nGhy2na/sXh6N+URjd/do7H4fn3Xd7zVGaCAvG9iWD7pxj9RAXjawLZ8PGhoahtlyO8C0adNk+/btkpeHX0PpZ1s+06dPl+eff16GDRvmjkkv5HPq1Cn8vLP7fTB2v4/G7vdEREREREREmYxFPREREREREVGGYlFPRERERERElKHCino8ORzf8x4E43FfJyJsmsHmfdL57zU+r2Hg/Q9jbzMKvp+8UcNsF7axP/B1bhs0wr4bP1XOt/USERERERENuqCiHkURvv4rCArkiRr47ktEtUZ/i82BgnwXaYzSwIPIqjTWa2B8pkJB+pzGOg1sE7ZthYb3YgURERERERGd54KK+ms03o69PUu5xn6NP7mxU+NCjXT6hMavNcx3kP9S42UNjDdGa7RpoMW7HiOUt3Xf9DhAMY1WXlwQQGBbUUjjvWn9xTB6A2A+tKSbFmEs17s8s3x/zwHw9nYIuihyucZxjZ85Q7Fte1ID+x+wPG/vA7xfrhG0vns0ajUedIaCtxvTP6Fh9hHGm+3xbmNQ3hjXooF5oy6kJLKOoGkM//41MI/3eDyg4d1eIiIiIiKiIctf1KNAulrjEWfobCgevcXkZzUOxN6mDS5AXKnhLfTwHsW9ge26SgO9C4Zr3KiBlm+0gCOwzZgGFyre0cAFAUSxBi4I4D3GY370AkBvALSg46LGQg1TWGIcpkFvhmUaX9C4XsMU42D2MdaLaee647xwoeSp2Nse/n3vN0MjaH23atRpfFMD6wnabsC2TtLA+G9oYP3I7w8aEzSi8j6kUaJhLqyEibcOwDLNscJ+xDDCv38xDhcR/MfjiIbZXiIiIiIioiHNX9Qv1kCLcFhLvRcKZxS8LzlD6YNCEgUlLjCYllx/6zdavFHko2g/poEiENuJef2t4Ls18B7btk0DBTben9C4WAPTmgsGptDGsPeiAnxMA/Nh3d5iHMs260Y+6A2A6c5V2Pq8vOv2bzd6N2AcLl40abymgfzwnZlYblTe6CmRiHjrgF9pHNTA+E0aWG/Q/oWw40FERERERHRe8Bb1aPlEKzZaPuNBgYX76dFCjuLLBjUapiUXFyeCurV7eXsYeN+j2ztaktE6j8IV76dqNGtEMa3JKFgrNL6lgWcT+LvDw30a5gIE3gfdwpDsbQ1R6/MK2+5EJJL3ucJFl6Bzyr9/iYiIiIiIznveoh4torM1UDQ9r4GiLah11LaCHvl4C3jkhAfMxSs4vZ9736OXAi4MYNwvNNCCjIjqvYD1r9Uo0sC8aIVGizR6EKBXALrAm/vS4QoNXIAw4W9dxgUEXEzwwjrM8wCCRK3PK2y7ExEv71QJ2r9ERERERETnPW9RjwLNFGso3r7jjvNCaynuq8b91La00KMARj7eIvarGlGt0A0a2A7zQDy8Ny3xKI7zNbCteI9u7R+479FdHPeumwfCmUIbxTHu5zb75KMaWIdpMfe2PvvzxfzeixKA7ud/qWHGY324Fx4XK4wxGubhcuilELY+L6w7bLvjSSTvgYBlYjuwHqwP6/XvXyPoeGyMvSUiIiIiIhr6/PfUB0HBZJ78jm7tl2jg/nLTDRst5d5pBhvup8a91+hhYHLCA9jMk+ODoAUe92JjOxCrNcx92YB7xNENH63zKCbNPeMo7L+r8boG1oPu7mgVf1wDD37DuKMaBRq4Hx/rQbG9WcPAetCt3+QL/lxRvKKgxfIxjT9HvOI+dCwDLdjPaGDaoPVhGjygDl+Rh4sFUdsdJZG8BwLW87QG1oP1Ydi/fz+ngd4TQccD05ntTcf5SERERERENGjQKo9iCK+ZJlPzpnBoob9WI+i2j0xn2/napZGjgbxswHyi2ZZPp0aeBvKyAfOJ74wGeqEhNxvYls9pjREayMsGtuVzSmOkBvKygW35fNDQ0DAsNzfXHUyvadOmyfbt2yUvD7+G0s+2fKZPny7PP/+8DBs2zB2TXsjn1KlT+HlHg50N3tNAr+OTzlD62ZbPuxof10BeNnDySaSlnoiIiIiIiIgsZFrqiYiIiIiIiCizjGT3exqqbDs/bMuH3cujMZ9o7O4ejd3v42P3+2jsfh/Nuu73Gvh2HuRlA9vyQbfyD2sgLxugG/dHNGzp7n5y165dw225HWDGjBny05/+VPLz8Ss6/ZhPtOrqann//fdHsvs9ERERERERUYZiUU9ERERERESUocKKenzfd9gTyPH95OgC+nsN873o6TSQX6eHZeEr4cz3ng+GqPxxHLCvz3V/x9tHyWw3ckAuJi8EzglIZjlERERERER0joKKehRk+L7vICgyAfcGf0bjBxos4FID+3WRxigN7O8qjfUaqdjf+L53LB+viWjSwL1ayMvcJ27ODSIiIiIiIhokQUX9NRpvx96e5WcaNbG38o7Gf2p8whmyB1qSn9Bo00ArMnocmN4FjRporQ6axg/jTEu0t2BNZPkQNL9/Xsx3j0atxoMaXtivv9YwhfYvNV7WwHgs54caBt5jnGnZ97fqe9dhckWY7caFArSwz9Tw55eIpzQujL3tEbSeoO0nIiIiIiKifvIX9Si6rtZ4xBmKNsF9Pei+2qRYY5IGWrm/oYGiEy3Lf9AweWNbr9LA+InusGH2A+bH53PdcUa85UfNb+bF+OEaT2rUaXxTwwsXVq7UMAUx4D2K+zBTNb6gcb1GOUa4btXAOh7SQMGP1vWg7QZ/fv7Pg3xV40DsrQPzhK2nP8snIiIiIiKiAP6ifrEGisywlnoDLay/0Niv8SeMsAxatNHCjd4E6Cr+mgbyxFdXjNaAX2ngggTGb9LwFsF4j/2AZeBzbKeZD+ItP2p+My/GH8OIEJimROOzGqbFO14X949pYD3oUeFtyTdwQcB7kSBIIvlVaGDbTV6AdRpR60l0+4mIiIiIiCgOb1GPFlO0nOK+7XjQBR+tsCg4M/VeahSUKCzD3Kdhila893cvj+dc5zfMvkbLNi66RO1vtMjjeQhRD9UzregoylGc94f/nnpzS4bXQKyHiIiIiIiIIniLerQuz9ZAEfa8BgrReK26QfdSDxVXaJiiFRHU8h3lXOfHvvcW8LgAsU4jan+b1n089A4Fvv9p91jeWo0iDRTlKM5TYZbGYKyHiIiIiIjovOYt6lF0mgIUBel33HFeKAq9hb7/XupMgm1BazIKX9zz3qxh4D3GmaIYtxtEtZD7nev84F8GePf3GA18hm3AsvEeXf5NC31QTwRcENipEdVDYSB8UmMw1kNERERERHRe899THwRPRjffcY77pr33eOPp7BjnnSZT4L7vpzXQMwH3vHsfQIf3GGfuGwfvPePxJDM/psHD457T8O4/LAP3+ptlINAzAsvBZ7h/H5+hRXyPBgpoTI9nHeBJ9ps1DLMOfLPBMg0s66jG5zS8zwoYKI9p4AGCqV4PERERERHReQ2t8ii88JppziVvtGZfqxHv9gLKXLad17bl06WRo4G8bMB8otmWT6dGngbysgHzie+MRr4GcrOBbfmc1hihgbxsYFs+pzRGaiAvG9iWzwcauN0QednAtnzQEPVhDeRlg5MaH9FAXjY4uWvXruHDhg1zB9NrxowZ8tOf/lTy8/ErOv2YT7Tq6mp5//33RybSUk9EREREREREFjpfi3p0X2crPREREREREWU00/2eiIiIiIiIiDLLSKeobzieeXV91egsycS8ich+08Zky66OTsnKsuMxCNblU5Aju946LVnZdnT2si2f6ZrPTs0n25J8YHpBrub0geaERzOk3/RCzeeI5pNjRz4zCvNk+5GTkpOT645JrxljNZ82zSfXjnyqxw6T59veldxcPCoi/aqLNJ+Dmk+eLfnkaz7vaD523BM9c1y+/PTAO5JnyT3aM8cN13z+qPnYcQ/yrOIR8uyb/yXD8oe7Y9LLunxKPiTP/usfZNhwPNYj/b6k+WzTfPJtyWf8SNn2+n9I/ogPuWPS6wrN5/2T7/GeeiIiIiIiIqJMxaKeiIiIiIiIKENlflHfvNDpiu+Pdc3u54F2yrrRC50vku/7Phk635fvlxPuUP/0d93R9i/FPiiTZ472fU9ERERERERDS+YX9eXrnXvrG47vkFmyQO5y3nfL4nL3c6tVy+Lj62WiOzQwdkrrZuyHFvnbIu9792MiIiIiIiIaMoZ+93tPS/6iukPuyGAn6srcaRfKuqW9rdux1u6+y9i/dKZsf22x1Czd6Qz3zhvSS6AnD2+reW9Lfdi65ej9smipjnOXXeWuL2y7nLxkg9zmLKf3/UD3BiAiIiIiIqL0G9pFPQriueK23u+Qcatqwruha5Fc8/xsqce0LZ+WI5vd8bqMx2SH2xvgoFz2fGwZE+/dIbMuXif191Y709y76iJ3PQelcN3Z3d3373pDbmrRzzddJHsafBcXwtZt6HCpu+yb3rxTnmkO3y4nL6fHwnpZ7Hk/sL0BiIiIiIiIyAZDuqg/0bBVZNUSt6Ctltmr5OyC2nWs7Q2ZtXiRjMJA0SL5+rXOaOf9/SjcI/Rdz3j54hUi7YedAY/W2Ljy9XJ/7fjYKFfouo1rr+xZ9phP6bJ3Jb5dRERERERENHQN+e7340p6C+hRJRe5787WfqjVfRcALf5OV/cJ8qPX3HE+v1k1oac7fM2qVjnS1rfIRgu6zMXnZ7fiR647RKLbRUREREREREPXkC/qvcX1ibY33HdnKxxf6r7zwb3rt4gsNd3fL3bH+8zahM97w98aH3sonn7WMlv23NL3qfmh646Q6HYRERERERHR0DWki/pRVbNFVq3t+eq6ratELqvyF9sxY0ouku3r3GIb99G797WjYP70FbNiXeNDYD1HzLwKD9br+7C8Q/LMlz0t9J+6oM/ywtYdpnB64ttFREREREREQ9fQbqkvWiRLV70htznd4meKbIr4arfy9VJ/xVapwbS3aJHs3tc+qvZ2GdfTtb5G9ph742WCFMpiqcF31WM9Zl6N22SH7yv1xsvfLr5IflSmn5dtlctu8t2jH7LuUMVJbBcRERERERENWVka3egunmlQPKcub3zV3HNSmpanxqdz3UQE08Zky66OTsnKwq/I9LMun4Ic2fXWacnKtuO6sG35TNd8dmo+2ZbkA9MLcjWnDzSnHHdMek0v1HyOaD45duQzozBPth85KTk5ue6Y9JoxVvNp03xy7cineuwweb7tXcnNzXPHpFd1keZzUPPJsyWffM3nHc1nmDsmvWaOy5efHnhH8obZks9wzeePmk++Oya9ZhWPkGff/C8Zlj/cHZNe1uVT8iF59l//IMOGj3DHpNeXNJ9tmk++LfmMHynbXv8PyR/xIXdMel2h+bx/8r2RQ7ulPhme732PtX4PYlGdznUTERERERFRxnJa6mNviYiIiIiIiCiDjHRfiYiIiIiIiCiziPz/QfSzvQKLQDEAAAAASUVORK5CYII="/>
          <p:cNvSpPr>
            <a:spLocks noChangeAspect="1" noChangeArrowheads="1"/>
          </p:cNvSpPr>
          <p:nvPr/>
        </p:nvSpPr>
        <p:spPr bwMode="auto">
          <a:xfrm>
            <a:off x="212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8" descr="data:image/png;base64,%20iVBORw0KGgoAAAANSUhEUgAAA9YAAAFWCAYAAACMxgVDAAAAAXNSR0IArs4c6QAAAARnQU1BAACxjwv8YQUAAAAJcEhZcwAADsMAAA7DAcdvqGQAAITUSURBVHhe7d0LeFXlmTf8OyfAMjO9erW93haSEBLQtq/ttPWTqQmCBMJBtHVaRbFiUAnU1k/oO1VkVETQqsVeg/PZt4NBJUI9IB76UkxpDhwTLNa2X4+DJBwSoM53tdOrY5VBSPLd/7XXk6ysPGsfkuystcP/197utdZeh3sdEnLv51lrZ4lIlwYRERERERERpW60U1hPmzYtNpohdu7cKZmW80BFaZ/PxeNP/cfrhVKxa9cumTp1qmRl4Z8novh4vVAqeL1QKnbv3i2XXnqpZGdnu1OI7Pbs2SMdHR2jeaUQERERERERDQALayIiIiIiIqIBSK6wrlgjjY2NPVGzRiq6p7vDFJISqarxnBsnUjgnOIc1VbqWYa6kSmp6HaNGqamy7HVI13TFGs1pDbbqOZ/m58zVMw+FpaRqozTouVkzM0ucjoQVq6WhAedlpvSrZ6Gz/BqZaVm4YnWDNHSvt0QWbdRx97rwzt97Poq0GaulvqFBahZPSP58lSySp+s3yuKJ2ZLlHda3Zqyud859dpZeH0/rsHN9PCAzs93rs9c8vEAyTfEtT0md/n55YFaOnj+dMON+qatvkMYHZkmOMyF5M+6vk/o1WG6C3PKUDuP31jMPyKyc2LUUm+cnzjy5Ka6bIqD4ZnnyJ6tlVp5eK+6kgZq+aofUrZkteTkT5OYn9dpwrpkHZXZubvc2pt/nzpPLdrqMotfLhh2rZfaInnM5UNNX1spP1syRkXkT5KZqvS7c62XOiLye66V7nuF7vaSwZ03yUHm5lJdXyXNtZbKCf+BHRKtUV+p5qXpO2rvP0b1S575LXub4xKKyutWdHh0lVStlvjwnVZrfQ/pzdoNb/JdU1ciKMmeQIqBwXOy8VFyqJ2UI/gYtWXSvzM96XpZMny4PHSuV6xeVOIVZyaKNcldZTxFF0VZSVCjH249LQUGxnrMkz1rrBrlpxkJ54lBn4JNGcX1cl7VFvjYD18cX5PpbYoV7yaKn9frQwokXSEYr0N83uCd4xqWlzutAlCy6W67LflG+PnOGfPvIP8h1eq1kayGNIn55mVvAE3kU34Jr5iX5xqwK+Xbr/yXX3lwi2Tl6zdz8pCy/NFdyWFOTx/ib/lmuy31Z/u85M+XbLZ+XaxaWSG6uXi83Vcsdl46Q4f4ZTP92r1Ckve1w98gNa2rcFja35dPbOtjd6lbhtsTpeIlpKexpnatZcw60mg61PufBdg6MClmj862pOJfOQtD113NNd093jmWN1JjW5O5Wbfe4VVmued8ypoUcLc/+1vLDbe3Oz1RrdaWUV1ZLq25V/waPqVgjKwv3yXNN7jiFq6lJ2iZPk+IsnKN2aW5q14la8hRXyUZ8QuteA06rcskinWauAX3t/l3pbXUulK+u3uhOr5IJ7nRzTUDrhoUyXa+Llq5iGafXhTPHjNVy77gmeb65i1/tkBFKZNrkAmlvbpL20ktlhp5Ecx7rcY08oNeGXj81DyyWCRP0Wqrf6Pl9U9PdSu11xPze0OtjxsIn5FCnXh8F+gZm1PXeU9gsW3B98ALJXLheyqbGft8UHJfm/e2x81lyizxVV+/+3kDL80RZ9FSdbFx8vtOajRbqp91h6P43ZsPNUqHXylsdRc61ErsGV8k9416XF/d3SSevlcw3fZXsqFsjs53W6+myakedrJmdJzkVmL5RnnmwRhrQ8+GZJXJB7kS5xW2NfubBJXJ+Tk7375kjbcdj18yTN8vMm9bLwbPjpLBQ38UM0++Tu8f9VF7CNdMZm58ylJ7LH/9kjcxxWq+ny30//omsefBBqdd/g3qula/JJ/R9LY+7W6OfefBrckEepsUcaY9dL4efukVm6fXy7+8XSkGB+8Fu+X2yougNeeX1TukY5tdLCoV1maxw/oGvlvnSJJs9rX37NmoxUP6QNBVMlnLUC63VUum0ClbJc7rcFFQZFVNkfkG7PFd1r9S1xpZ1WufaHnLm26drXWnrmkv95z8Pa/qeg5hCWVizQgqfq5J766LXijt4zDUc+0N1zZrg689c021l82Vhd+eMAmnbrMfzIUuFe9RyzTtiy1Q91y4Fk8v1T+sKmVLWLvsaex9nFNTeFnTnZ0PPlTNf3b1SeW+1HHXfo7C16f8KpbikXCbrOWprcycfrpaF02PXwLNdpXLpDPePVlwDP5gui5/rkvzCfbLYbXX+Klqdnff1eqvRwlmvt335k2WaXoaYjmJpYXVLr6LIabnWP66bduK6WCkLcV3wD+EMMV4K85tk74ajcqyrQMYVu5NdTRv1Gpj+bTn2hWv1d0mW/jGC62aGTK96Vo4FVDutG25yrhHzdsmie+S6whPSrNdHl14fN62slsOsqjOc/o7R3zfji8ulTH/fHG93PyhpfVJurpihv28WyQ86/kHKZhyW3c3tMrb0MinJqpBLS4/L/l16Hbjn/7AWRzdVH9I/amPjxbfgWjkZm6fuPrl55RNymBXSOaHpmVtkZsW3Zc//uFpWPHWvXP+H78qcmYtl15mvyIpbJkhOTuxfJhRIN1e/JWc73Gvm5rvlunF/kNeda2aV3HLfE9JytoMf7A5jzZuqnGtl10e/LF+dniMTF62Q6/7wL3LF7MWy8/Q/yl03TZC8XPd6ebpKbqk+KO+fda+Xm3Teorflp7sPS6deL1W4Xs6cHfbXSz+6gmtUersat8nR7nqgQArxx0JJhVStQSuNFuH49BzqNjotbvOrY0UNapjiQn2zbEWsWC/TpZ2FadD4z8OevufAUVCm/2C7w8Oatyt4pezR69V+/Zlruk726PEqLDIHqkn2BPWxL7Jc847YMq3Vm2MfPFVMkbL2feKrq3urWCPVupL251ZLBHurkxyVnfsKZUploRQ075GdOsX5h6K45xq43nyq74hdA+ML9MJoOyb6J4nWxNOlEkWz836bHNPzHBvOj/0OtalYLU/ML5TjL+j10cpW6owzY4qUZpXJXfV3yeTsQpmMT6G7rxH9neN0TqiXPc1dUlCA7irNsrc+hbM8Y7Ws1+vjxAsPyIaW4G7jlGmOya59+VK2oFAKX98nu7RQds5tyQy55f6nZePGDfLVoth9ta1PPivNYy+Ry/RaKzu+X3bh94TtQphxv14r4+QPLz7oXCtspT6XtMuxwz3XRX5+vmSVLpcddU/IDVNyZdy48fprqfsXU4/p98n39Zp5+8Vvy5MtHeLW2jSs4VrRf0s853p8Aa6XO6V2xxOy4LK82PViuz1l+kr53vzx8h8vPSRPtZwRt9Y+J6Slp3vFwhUyX/bJ6tUPidNL0tEq1feiFbBKnmsvcP6oQNckaXrIuZ/UKXbu5Z3Bg6nveeh7Dhztz0lV1XNaca/sKbbPAcHXX6HEamm0LuufvD2fHMUcbtNfN66SIp1b6/P5tmveC0W6HvMbCqV9X6OeiQDoPo6bqTWvKN4DTjGtR9uktLRMmvbW6x+5sX8xKhbeJdfpNbBmzUOyr02n+f4hca63wnGCduruB47Z/oCxQZfyu8okq/nhPq3YlBlmTCnV8/eIzJg+Xb69r1Pye91nrb9znA9UZsiU0ixpbzfdIJKEh5rp9ZG9/xG5ydOCTcND67F2/X1ziezf1yBd7smdceNymZ/9unz7wYdl7zHzQUq97G3Ol0vwAcv+ndJqinCv4lvkqeV6rbz+nV4t2JSJip2Him1cfIHkThgn+VrgOL9RjrTJcXPui8dJgZlucfz4cenS30u3VsyQ6fg76O4fyxl/X108GG35pZJ74FG55clD3S3YlGn0etmwQ55e8gnJm1DouV7apd1zvXRPt0B3767m78jXZ5nrpVZOn/FfLzdJ9Z2Xyog3vitVT77V3YJ9rkhLYV23B/cEzZfqlVOcoqOnxQ/3o1ZrAdLkdHF1WvEKV0i1t/WUBo39PPQ+B91aq2WzFn7ze/o9D3vxrr/JC3Ev7AopbHpONvo/72ltlH3tsW7lNQsnO5OamoKu+R44H2i09HcD9yopn4x2dLclve+92BQR9Xv0J6hd3FugHXV7mqW9dL48ce8UGaf/MMWugZ5/nlo3rJHnjpXJEw0NsmJcszyysk7/IUvuH5ySabgudF1ldzlPIU/pqdIUAbgfHwXzYeec1+u10uW9z1qVLdyo5/afZdzrL0hNo86Vwt8iJdPKnD+epfQu96njE/kQquGkfq80d7VJ25Gez+vq9zZL2yXz5N/umSJFerLxQEW0HGF6fn6nNO/Sa81yERW71wpaKfGE8WeW9NyHTZnmsDz1bLN0XPO/Zcdd4+WNrZukrrNTOg/vkqb2L8gdP66TjTdfJrlu126b9mfRy+Fb8r2fbJTFF+SKbdbiy/Sa0Wsk65I7ZcdP6vWa0UI+zjopqvR6eU6vl688Lj++q1jefHmz1HV0ONfL/rZ/kH+q/YlsvOUyGRHnaXRHnnpemj7+v+TxH2+UJZ8YIW4v8F6Kp5ZKYXa2Xi93SO0OvV6+9gkZYZtxmMKedk2bNi02lmZ4XlavW3t7wR+hybXQ7dy5U4Yq56gYrH2Ofw6SMzyPf/LXX7/hq7xuaJMq5+Fk545z8eeV+m/Xrl0ydepUe/ey4QgPL1uRJd+pWKl/FCf7UQsZ59z1kgi+kuurJ+QbizbIoQ7eEuDH6yUedJs5osGrxti9e7dceumlkq2FIvnxevHas2ePdHR0jB7SKyV+QXculRrhGWhRPXyl98A430G9olCaNp9bRTUREQ0N57uqV4yXnz7/pLR0sqimVKELFq8aShavFxt+BEM0BOruxX3clcLHCBBRL/UrZcb0e+UnbK2mAaq/r0KvpRvlnh0dvM+eiCgELKyJiIiIiIiIBoCFNREREREREdEAsLAmIiIiIiIiGgAW1kREREREREQDwMI6k1WskZrGRuf7jhsba2TNufMV1ERERERERJHBwjpTlVRJzYpCaXuoSsrLy6XqoX1SuKJGqvB1zERERERERDRkWFhnqJLyyVLQtFnurYt9K3JrXbVsbiqQyeUVUlXTGGu9RvHd6B1eIxUVa5zW7Zo1NbGW7poqKdH/YRmM16zBuJlf53Om63KYRkRERERERH2wsM5QxYUF7lBvBYUijfvapWyKlsLFhYK5MBwrxPeI+RrlfRsrpbz8IWkqmC8ra1bK/LaHdLxK9omOdzd7F0jbZnz/8r3dyxEREREREVFvLKwz1OG2dneot/a2w9LauE/ay6bImill0tTUJO2FU2Th5AJp2mPK4zY5GmvodhQUaPldtkIaG6tlfhmK82L3nSbpXoSIiIiIiIisWFhnqFjxvELWVMRal0sq1siKsnbZ16gVc2uj7GsvkzIdb9u4R9oKdLhAhw87s/bR3q5FetNDUlWO1mmNe1lNExERERERJYuFdaZqrZbVDzVJ4Ypq597o6hWFWhtXSrXTEt0qR9v0pX2fNLbWyZ4mM4z3+mrbvFmaCldIdSMffkZERERERJSqLI2uadOmxcYyxM6dOyXTch6oodtnVNYBFbjrXDz+1H+8XigVu3btkqlTp0pWFv55IoqP1wulgtcLpWL37t1y6aWXSnY22yEpvj179khHR8doFtYZwuwzXomIiIiIiCgyWFhniijtM3OxYy52zMWOudhFqUWJudgxFzvmYsdc7KLUGspc7NhiTckyLda8UoiIiIiIiCIKRX5nZ6c7Fq6o5BKlY2KwsCYiIiIiIiIaABbWRERERERERAPAwprSqESqahqlxnyHV8UaafR8pVdJVY001lQ5zyGHijWN0rimwh0bbMnmEpsPX2HWWLNG0pNNsrlUdOdSM4THpSHoHDnv6TFJ261pmsvGBs1lgvN1BVKxOpbLhNgGS6o2SoPmgtGK1Q3OtZK+2+QsuTT4c1kjazzXysy0JVMii0wu2ISby2LNBaMli5BLTXcuNWtmpvW4JM4F50jHZuC92HFJTzq+XJzt2XOpWF0vDXpcsp0Z0yGWy8bFPbnU+3PZuEYeqGnQaxrXywPpPS5P12suE3V/ddTkMjHbzeVpqd9Yo7k0OrnUPJDm49Irl/stuSyWiXgT79WvkVnZsfcGX99c6up7cin25FJxf53Ur5klOc6M6VAstzwVy8XZhsnl/Bwnt+JbnpI63/UyKyddxwW51Gku53fn8pP6jbKkVy64XjSXhkZ55oF0HxdvLqssuSyW83Es8F7dGpmdm5O+4/JkLJdcbHw6tqe5XJDr5vKk/ERzuSA3W9P8idStmS25mld6FMvNT/5Ec7lAtxHLZYebC0aLb9Zcnn6g+xw1PvOAc1zSk00sl6eXmFzus+RSIw9qLvW4Xh7U46LHKD00lw2xXPLcXH78k43ytU/kublskB1PL5FP5Ok14ry3RuaM0PPnLj24kMsOzeUTCXOZcd+P5Sdr5siItB6XRLk8oOeo3jlHjc88mKbjUiw3VcfyGJGLPFZKLfL45AjBaPFN1fJjPSafHDFTbqnWnyHnetHjkpeO44Jcfqy5fDKWS7nmssOWS27s94nz/hq5fKQeM2f55KXrrBKp2PdpFxQWO2MVU8r0vwUyuRxlWomUTy6Q9n2Nzpd7oYBbgbfTJrlcpGqlzJfnpKq8XB5qK5MbTIU5qJLMpWJKLJeqh6St7IY0fcd431yyrOdIC80b8F46aS7tyGW880WAFZe6uUwr0VfNpaxAju/bKV2LauSuyenNxByXfBwXNxfJ6p1LVkGZlOn5WTxdr5VjpfLVRXgvHVrlmMlFmVzKcI6ySmSaniNwcln8kBwrvV4WlaSraEucC85Rq/4jtkivlzQl4fKcI93QDPwcWXLRakruKktXUWIgly4pKCjW7SCXUv2v7xwVlkmpvCBLpk/X6+ULcr1eL+lJyv05KtCfI28uuHaRC65d3W6pPC9fw/XyhevlFvcDgMEXO0dOLrrRGe7PtDeX4816vXTp9fJVfS9tBRvEzlE+zpGTix4XXC9uLs7vF81FKztZPjlWyKXPYTnWHssFunO5rOe4ZLvXy60VM+TbR/9BrrtlgmSnJSnkoj9Heo6w9hmXXqL7Xui7XrJiuXztYTnyD9fp9ZKdpuOjuTjnSHPR9c+YXNonlxPNu/R6GS83X1+WpuNhHNafoy4Zi3OkyUzHOcrWXPQcZSOX0gI52bxbum7aIHfq9YKCJX1i18tY5xwhFz1Hbi5Z2SVymXO9lEpp1hb5+qwK+fbhi+Xam/V6SUtS7jnKxznSXMw58uai5+US2SLfuPVhOXzxPLm5JDtNx8f9OerOJXZcSnGOkAvO0eu7pbWzSG6aXyo5afvgA9xzlCCXroVPyB2T8yRtNbUjcS64Xi7J2iq3zdbrpfUiuWbhhNgHJYPqsLS1d/bkUXaJ5CCPqZpHTolM1Tz+8Poe6bysVK7J2Sq3f0Ovl4uukYUTcp1id3DFjskYJ5ds/dtWj0lO31xaOzukC0W4Xi/9/UCIhTWlVd2eJv2DskhLkQrB371NzzVJweRyHS+WQv1bs+2oltUVa2Rl4T7Rt9IqmVxaqyulvLJa/wQrkaJCd8E0SCqXunvdXIokjanEzyUfuRyWkqqVMln0r680q9vTLF3duWS5uUyTkiwclyxpK6x0rpXn03ytQN1eHJdx3celuVcuepweni7T9fy0dKX3WgEnl4JYLqhlm/UAFJRpLu710vyDhW4u4/RaSetfeAlzaTumPz2L7pXJWcfTnIlIPa5dJ5cZsXPkzQXXrl4v9xY2yfPNXfqPZXrV49rVXIqRS2mWNL/QLPmlPbk0PzxDpusfVS1aRI4r1COTxoNjcinJ8uZyWffPUfMPbnJyOaTXi56ytJ6ner1enFycc9Q3l3b9XVe86B4pyzqheaT3LNXvxXEp7D5H+7256Dlq1+vlnsJm2YLrJc0XTHcuWfpz1J3LVM2lJHaOHqmQGXqO3uooknF6ktJ7jpqlM1+vXeRySbbs39IsYy/BcdFc8jW3Z292cynQ6yW9P9X1+9xc8Pul1J+LnqO2w1J8891Sln0yzZmINOAc5eMcxa6X151c9BxpceJcu4UL5J8LX5et+7ukM83XS8Pe/Xpc3Fz0HHXnosdlHM7R2llSsXC9HDyr/wZobuk8OA3OOYr9HOEcvf7ifhnzBffaRS7P3SIzb0Iu+c71ks7z5OQyNnZccO3+dKvm8g9TYudIczmu18v4m1ZIWc7bWvCk9yQ17NNzNLYgOBe9XlYU/lRefr1TOtL8vK1Eubz+6GyZufDf5N/PxK4XrXvToqFpv3R055Hj5nGpk8e4/Gzn/ByuXyWzb35Cfv/+WBmbxuul0Tkm+ZrLdOeYHPDk4pyf9sP6e1/Lalwvuf/R7+uFhTWl1+E2aS+YLOUVKA6bZE/1HmnCHxNmvE7n0QKy8t5qORpbIn2SycWFQnJ+Qbvsa0R7ehoknUuJVK2cr1XcZklXKn1y2aC54B9NjGfpeP0MWTi5TTZvbnMXSCPkkj9Zps1wt+3mMt6Mr1wZu1bS/VcvHG6P5eIcl+aeXMy4niNkUVJ1r1xXeFz27WxN3z/b7jlCLuN023txvXhy2evkUiKL7p0vWc0/kJ2taSwkE+YyQyrL2uUHP2hLe3EiR/rmsg//iCOXLB2/b6Us1OvlyFBcL5rL8YIy/TkaH9u2c714cqnXHPT/+NBhfsFxacYPdLrSwnHJL9Ofo965xH6OTC56vdxznWTtf1YaW9J4vRzBz1G8XGbIjaXt8tyzbZL2h7tqLseRi3OO9sveJzUXvV6caxfj7vVyWBNJ2/EwnN91OC567eq297m5FM3QP3QxrucIl23xLffIdeNOyv5d+vslXdex5nI8v1QuQy7ZzbFcxuRrLnpcMN6gx6OrWG7R6yX7p8/JzhaMu8sONv29a83FPUf76stlQelxef45XC9pPkvOtevmYs6R5jIOxwXjq+6Tm+99Qlq1Skr79YLfL2NLZapzXHTbT+2VfR8f654jHcc50p8ffOhw3bg/yOu4XtJ1fPBzNPYSPS7j3VxwXHpyaWro0nNTLDffrdfLgRf036PO9H3w4JyjS/S4IJfXpQm56HFxzhHGG6bJV79wQra80CYdHem/XnBcAnO5P3a9tJxFq2iaJcpFrxf8vi2++Z/l2nFvy093H9ZiPw1ZuXlMma555Oh2n9Y8PjZWCqdrHhhvNB8yFMtNK66V3J9tkd0tZyUtp+qo5jJGc9FjUpT9055cnGPyU2nGMekolxtKT8qLW9rk7Nn+JcHCmtKr9ai0SYFMvmGyFDTtkTr9356mMrkB4+1tctidbUgkm0vFGqmeXyDtz62W6nQVs0kfl1aprqySfYUrZGV6+oL3yaW+S3NpLu3ORRbdIIX7NmqG6asDuvlzcY5LTy5H0p9BDyeXfJn8Vd12sycXjB93c6lYLU9cVyjHn1sjG7Q4SZvWY55c9rrXS6l8VccLNZfY9dIqGxYulr0Fy+XeRe69vumQIBdcLwVNNXodDcG56nWOkEu9c+1eb46LpjBkVwxy6SqQsq+WSaHmYn6OYrm0x3KZsVrW6++W4y/o75h0fvihubTrz1FQLkd0li5cLzctkX35d8o9VRPS1LVXuT/T3bm414vJRRZdr9M3Dd310pUvZddrLvv3SoNzXC6R66/XXE7ocRmKHIzDx6Tdk0vsHF0i8zWXccgF88y4X6+XcXLyhQf190saixM3l1L8HL3eJA2dmsv+L8j8+Tgux/W4ODPJkzcvkb1jviV3L5ooaeuGrbngHHXn4hwXzeU6zeXkccm6+Xop2L9Zpw/Fhx/6c9Q1Vkr1nBT8FLnUy25PLkc1gyG7Ypxz1JNLo3uOrjO5aCJd01fJ9+cXydsvfluebOlIT3EC7jm6BNcucnHP0bWay7iTJ5yfoy69Xp665Wuy9+P/S1bcMlFy0tVX3r12L5mvuRxodo/LP8i112oufzghWTddp8frWZ3eIen+3M6co6Bc0CAw1NdL3Fym3yf/+7oi+Y+XHpKnDp1Jz/WCDxA7e/LY6eQxqTuPY93H5LA8XfV12fM/lsrymy+QvMHvC+4ekzFyyXWayxvIRX+ekcu8yVL0duyYFN00X/N8TnZ2nO339cLCmtJMf4jQW7OgQJrcZlh0Pca4tB3VP+2GUhK5lFRJDW72bnpIKtNWVUPiXJwHh63pebhb+vTOBb/k0CU738lFpGhygRTMr5ZGPS5ZUiYrNqYzpzrZ24R7VZFLvVMVoetxLJehv17Q6xnbbtrrySUfuRyT1uIq2XjXZMlqflgWbmhJ8z+Y3lyc5mknlwI3F9xH3KDXygT9tyhNf754xMslS6+XfL1enpCGFXpsssrkLlwvaavytZD25qLJoBu0OUdD+sGdU9Tjfr8CadbrBX8uxHJB/9WjcrhkkWzUn6Hs/Y/ITfq7Rf8NT6P4ucgtT0v9msUyMW3nxave+Zk2uWDH0T08lov+finD75f1Uq/XS3Z2mSx/epFMSFuVr7nocRmLXPY1OC3A9XubZexY5BK7XtL7c+xlzyXfzaW1+GZ5cvlkyXn9O3LzhkPpaU3qprns73S2vX9vgxbwyGW/5jZWsjQXwYO6Vi+W89P2YDmvetnX3JMLWl3RPXzsWOSSJeNK9ffLdf8mdXddKrk5ZXLnU4tkYtoe7NYQO0fIxTlHnU738FgubdKqp2TorhfNRc9RLJdGPUfIZb+McXM5PP4m2aDXS+5P18oter2cTWvrbINzjsaOyZfXNZeuTs3FOUdjJOu4Xi83V8uO1UvkgrQ9WM4rlssY5NKkx8XJRY/LGOSi18sluF6+LzvumiIjcsvkjg2L5Hw8zMxdenBpLnqO7Lngg94hLKwT5aLXS/WdkyXvje/Kog1vyftpu14apGl/h5vHTuns0Dya9svHu49Jp4zHg8P0evmknpf0FqWNzjH5OHJp1lw6O5zu4R//OHLBh99FMqW0QMZd97/lx3dNlZF5ZfKt6lvkfPNAsySxsKa0O9yGe3M93Zvr9uiYTumeMHQS5VJSPln0T3KRshWxJyynq5VYJcqltXqzNBXOl+rGapnc9pysTmOhb8tF/57QXDZIdWW5lJdrPNSk/yg0yUMLcd93+hxub3e249bVqNpE/y7vLrSHEnLBcXHrx1guyE4nFJeXCW5lk7K7nCexdj9BPE2cc9Rlz6W1+gfSVHCdPNGg10r7C7JmQ3oLt+BcqqV64XSZjuvl2/s0hyZ5GNdLGpM54snFSaYe1y5yiRWUQ+lI23H9L65d3W53LrFrt3iaXi+4QkrvkvqGBqkxTxBPExyX2M9R31xaNmyW5vxr5d8anpBLT2yRB6pb0nqP6BHvz7STi/mZ3iAbuq+XvfqHTpM8ctMGaUljMkfaY+cI3eFNLt3XSxqvUxvze9eWS/HUUinABwyly6WuXq+XJe6TstPksF67XV3Nstfp9q0TNJf9eh6atLht0d8vzfnz5Pt1T8iUk1vlwQ16vaTxHB3WcxTLxb13uX6fHpdOadr3pGy4aYbMmI7rZY8Wj03ynZs3yKE0dsXGtSuai9M1H01YDThHyAXXS9rbQHvB7xccF9PtG7ns14KpSYv+oqmXONdLVumdsqOuXp4xT+1OE/wcdeH2G6fbt05o0HPkXi+tG/Tfo7FXy/d2rJepb78kDz3ZktZu2M7vF/e4mFxix+Up2XBzhVTgenlwt7x/tknWLtogb51JX1ds57hYc2nQ8SG+XuLkUjTlC3q9ZEvWJXfIj3+i18vXPiEj0nS9II9O5GG6fTc0yX4daMIHRPp6+OnnpfnjX5H/58d6vfx/r8ojTx2SM/3shp3IUfeYOF3hO3RCI45JhzQ14fy0yNNVs2PXywO75PSZJnm06kl56/2zKV0vOIpd06ZNi41liJ07d0qm5TxQUdpn5mLHXOyYix1zsdu1a5dMnTpVi870/VGYLOZix1zsmIsdc7HbvXu3XHrppZKtBU7YmIsdc7GLSi5ROiZ79uyRjo6O0eFnQkRERERERJTB8JFd+vpnEBEREREREQ1vo2OF9cXXxEYput54USJznpiLHXOxYy52kcplq+byFR0Iv3skcwnwM83lIs0lAl1YmUsA5mL3s5c0l3/UXCLQSZK52EUplzc1l89pLhHo3itvvqy5fElzyXEnhIi59BW1Y9Jp6QpeOvcO6dp6vZS640bpbeuk68CWWFjeBzPPoa3r5NBt49ypRERERERERMNXr8K69LY75J5pIi3uuF/LM3dI1qR5UrZrktSgcL7gejnkFNp3yGIZJ/MuG6NznZRDR0Um3LhWp8cK7dfm6uRe8xIREREREREND70K6+bH18rl1SfcsWDNR07IhKICWVx1lRy6H4X2WLnjNpEtu05q8f0v8oAW1tCy61+k7JmTMmfaZN+8bM0mIiIiIiKi4WHANzDMuW+LNN04xim0bVCEG4nmJSIiIiIiIso0/SqsS8ePlZaj7c5wLVqhnznZPR5PKvMSERERERERZYK4hTUeRuZ9CJlz3/SBLdJ02QGpfPyYPFH9qkxEK/RlJ2StjseTyrxEREREREREmaJvYX3wWZl49bPSrIPNjy+TiW4RjGE8uMwJ931nXmd8rTzhzoP5zbzOstvXSta39vWZl4iIiIiIiGg4GPA91kRERERERETnMhbWRERERERERAPAwpqIiIiIiIhoALI0umKDRERERERERJSi0aawxmsmycScBypK+8xcoq9z586dkTgu5eXl0tXVhd4xOFdh69TI0WAuvXVo5Gkgp7AxF7so5XJWY6QGcgpblHI5o3GeBnIKW5RyeV9jtAZyCttpjb/VQE5hi1Iu/63xQQ3kFLYo5XJK40MayClsUcrlPY0PayCnMEUlD3hX46PsCp45olQ8MhciIiIiIiIXC2siIiIiIiKiAWBhTURERERERDQAtsL6bzSe0Pi4M2aXzDxD4XMaf9TAPYom/kkjHuRcp4Fl8erfh+9q4D0/7HO9htnOFRqpwrZw3LCuoTYY+UPQPpjj6j+efv05ZzbJbo+IiIiIiCit/IU1iqVXNaY7Y3bJzDOUGjTw8AfcaztGY7ZGvGLrDxoVGm87Y8kx+7xOw2xnpYatAI+iocjfHFe8JpLqObNJZXtERERERERp4y2sTfG1VwOFj00y84QJRdavND6mgaIRrc+GaYk2LZ2Yx0CLKVpOWzXGYoLPZRonNH7kjMW284JGuUbQdtAijHWiddYUsA9rVGl8zxnrmcfbaot5n9dALmZ6jTuMFmecAzA5I0zrM6Y1aWBZb6EaL3+wrcufB3IA7z54t4f5TQsyhk2rtDdnm2TOme1YmvN4uYYtT7Dtl21dtmk2eM+/X+bcILA9CFqfLR8iIiIiIspw3sL6rxozNLyFjV8y84QJxdZ/afzCGUsOCp9JGmhBvdod97tA48XYYDccg3jHYZrG5zUWapgC9i6Nao1vaGA7aDVGiy3iWncaFGtM1sD0r2tg28jvTxoTNTAf5sf7mL7AnQYtGiUa3pbcePnHW5fJA9NHaWC6dx/AbM/0AECBvF4Drcloka7VWKIRJJlzZjuWXrY8g/bLtq5E6wfk6d+vDRoonjGObeA6CtpGUD5ERERERJThhsPDy9Al/R0NtAKe1LhUI14LqR8Kn00a+NAAxZ1p1R2oj2ig9RvrsxXg2C5ajVEA+1uQ0SMA07Bf6Bnwpgbyw3fXYZ3eZTH9gIZpaUfrbyrircvkgenHMcHCv72LNLA+UyjbPoBI9ZwlOpa2PIP2y7auROsH235dp2Faqb1s64t3nImIiIiIKIMNh8Lae78uXgFdnwcbWn1TgZbdxzTidS8+6L6CdzgZj2qYbsUYTpRfvPdTXddApXrOkjmWNrb9sq2rv+sHzI/l8EGBee5A0PqG+jgTEREREdEQGA6FtRdaAtFFd7A1aqALrxfukfXez+uHlkl0kUbXYRRathZZb2GVapF1pQYKUxNBLa2QKP9U1jXYkjlnyRxLG9t+2dbV3/XjGK7VKNLABwTmuQNB6wvzOBMRERERUZoMt8IaBQzuc8WDuiBfA9PQahj0sCgUnbjfNd58hzT+XsO8h/ttcX80nrIN/u1gGN1+TWsluiejgPTCdnHPLdaFwDCmJcObM6BADto/iJd/qutKBN3WvU/5xrrifQCB7cY7Z8kcSxvbfqHrtn9dkMz6bfu1TQMfCnjnD8p3sI8zERERERFFRDKFNQqJRN+9nMw86eK9XxevuHcV98EicE8ypqFVcbeGDebDMphvqzvuh8IIRRG692I7uC94tUbQdjA/7tv+uQaeXL1ZAzAPHrSFJ6uj2EUBhnV515cMb87IB3A/b5BE+aeyLu8+2M43HmJ2p8avNbA+bBOttl6pnLOgY5mIbb/w9HD/upJdP1qh/fuFB5Th4XIYP6rxWY0PatjWl+pxJiIiIiKiDIHuqPgjH6+ZJBNzJhpKnTt37ozEz0h5ebl0dXXhQzzzgUKYOjVyNJhLbx0aeRrIKWzMxS5KuZzVGKmBnMIWpVzOaJyngZzCFqVc3tcYrYGcwnZaA7duIaewRSkXNGqgYQA5hS1KuZzS+JAGcgpblHJ5T+PDGsgpTFHJA97V+Ohw6wpORERERERENKRMizURERERERERpW40u4ITDZ4oXZdR6mbc2djYmKXc0fCwW3ogdnm2Yy527Apux67gduwKbseu4HbsCm7HruB9sSs4ERERERER0XDCwpqIiIiIiIhoAGyFNb5CCV+dZb6v1++fNNB1EYHhMOG7gv+oYfIxker3A2Nf8dVIQftsE+ZXjMXT37zMMcAxTWV5fB8zzoH53uZk+c+dfx2Jzkmy+SZaDxERERER0YD4C2sUJ/h+YnzPsA2KmEkauCcEMUcj1SJ2sDVoIBfcwGmC3w+cOnxPc4UGvoc6WShWx2h8WgPf05wqFOXmnGHb+L5rUyCbfPBq0598iYiIiIiIBp23sDZF9V4NFKs25RoHNP7qRq3GBRpR9F0N0wKK1xc0sI8o5kwrqb/FHfNhOcOsw7bMwxpVGt/T8LbiB33QgOn+dWDdz2u0aiQzHWzrwWuTBuZ/RsPkFbQ//vVj/0zLrnd5TDf7g2XMMTRwDGZo7NPA8olyi9dqjMIcD2S4zBnryQevWAfWiXUgb+RiyxfinV8iIiIiIqJB5y2sUSijSPIWYn54z/v+ZzQOxgYj56QGPgiAsRr4QGCiBroco4UUrdxofUeRFs/nNWzLoHW1WmODxrUaaLnF+ws0/OvE+EoNzIPA/GYevF6t4c/HNh0RtJ4WjRKNGzWQ1zc04inWmKyB9Y/SMOu5U8Ms/6KG+eDEHENcJwaOQb0G1vMxjUS5BbU+G7/S8H9QM1cDPSOQJ46HWafhzRfvpXp+iYiIiIiIBmQgDy9DayCKrV3OWHjQbf0dDdNKaVpGGzVQ4ME0DYyjVTTVVsyfa8RbBsU7WnJRNKLoRPGJ4+LlnQeBYVP0/1LjkAaW3aQRb3q89aAoTQV6Jpicj2OCxZsaKHTRSm2OYZDByM32Ic0nNNZpIE+cv3jd/PtzfomIiIiIiAakv4U1ihe0Il6lgYInTP57rE3LKO69RYs6Wizxau7FNa2aKMaD7iX3S7TMoxqmsMewrXu8t2j0DqOotR3DoOlB60kH7C++S3CKBo4xCv14Bpqb7bj9vfuarP6cXyIiIiIion7rT2EdpaI6HhTXaClFV268Yhz3AK/VKNJAoRh0L7lXMstcqWEKe4StO723aLQVkMkarPUkA+cXLfBf0kChnOh8DzQ3260F/6/7moz+nF8iIiIiIqIBSbWwRmsg7p3FfcRRLqqNnRq4BxqvgGIPD1yLl3u+Bro+Y19RqP1PjXjLoHs0jod5qJf3gV8G5sFxQxd1BIZNt2rMi21heawn3vR46wni359UYf14oFii7fQnNy/kh3u9/bcW/LvGMo1k9iGZ80tERERERDSokimsUSSZ7wlGgXOxBh4MZro+owXbO89Q899jbXKCExpvua/wrMbXNTDPUY3PanjvhzZPpsb60PK5WwNPnbYtg3nwALD7NH7njmMe8N8HjPXinmMcN8RqdxrgdasGlkfrcLzpiKD1GCYvPOEdXbf9+5MIilKzPM4n1oHlEn2tVTK5+VVqmHOGfcX15S+Kt2ugWA7aB2++/0fDf67GaBAREREREaUNui2jCMFrJsnEnG3QAnuDhv+BW0HTwxClXPABDj7owJPP0bU/aqJ0XXZq5Gggp7B1NjY2Zil3NDzl5eXS1dWFDxQjcVw0onKOOjTyNJBT2JiLXZRyOasxUgM5hS1KuZzROE8DOYUtSrm8rzFaAzmF7bQGbhVDTmGLUi5ohMEzdZBT2KKUyymND2kgp7BFKZf3ND6sgZzCFJU84F2Nj/b34WV0bkAxje+K3uyMhQNdv1F4INAS/phGFItqIiIiIiI6R5kWayIiIiIiIiJK3WhTWGdat+pMzJloKEWpmzG7gttF6Ryxy7Mdc7FjV3A7dgW3Y1dwO3YFt2NXcDt2Be+LXcGJiIiIiIiIhhMW1kREREREREQDYCus8RVL+OosPIHZBt/TjK6Lf9TAE6PDFO9rvr6r0Z/8vOvEMB7ehVfsdzL7jPcxH46Rif48Udu77aFizi2iXiPR16d5j1UmsV0bYexLph4/IiIiIiLy8BfW+AMf3weM74a2wROaATdLflrjOxpDWfgNNTx9uiI26HwfMvY50XczQ4MG7pvBccJyszVSPU5m20P1BGwU1b/SQM4IfHe0+S5rIiIiIiIiCuAtrE1RvVcDhaHNjzQqY4PyjsZ/anzMGYsGtAyjtbVVYywmuMx0hPlwAC2Wz2tgXkxHYQkPa1RpfE8DxTBajfHdyTM09rnj3nW8oBGv+ERhjIIVxwnzo7XUwPC9Gti+vzXcbPtyDVuetn0yX03lX1fQdAPTRmmsd8ZikNsJjcs0bHljmvdYYdy01Htbu822EablHvN69wnTTWu5d1nbPnp5W9iD1u0/Xv5rwyaZ/GzzGEF5+Y+P9/gREREREVGG8hbWf9VA8egtoOKZ6L4ecl/DhsJlkgZaiq92xwGv12qg5RjvLXCnQbHGZA1MR2GJ6XdpVGt8Q8O4UwPFEObF9yhfoAEo0A5o4NgFQYH8XxpBLd1ozf68xkKNckyw8Od5i4Ztn6Zp2NYVNN0I2o8XNcy+2phj9YAGinK0sJvW7iUayGmlBvJEIGf/scf0r2tgW9iXP2ng2sJ8QecNMIxCFdvD+zj3/nV7j5ft2ognUX6A9WB93u3b8sKHI7bjY7vWiIiIiIgow/T34WVokfu5RqKiciihYNykgXxQxKJ1HTAdrcpoOcZ7yNm0WKJ13kw/jglJeFMDxSZaHFGwNmr4oSs9WvTROnlS41IN0wrr9xEN5IN8gz7U8OeJAs22T0HrSrQN7M/B2GC/XKSBfMyHB9gGwnvsERg2hb3ZJxwn9JDAccW+4GsEkGu88wbYlreV2Mt2vGzXRjyJ8oNfauCDJUzH+pGzLa+g40NERERERMNAfwtrdAdHy9tnNGxddKPmUQ3TNRfD8VphE0Ghhe/Xm6KBFklbi733Hmu8ArpU23xTA63gQd20g9j2CS2gtnUFTTdQVA/kmMTjLdhTLd4TnTfTOoxzEvRcgHRC0Y6i2i/svIiIiIiIaAj1t7A2EnUVjoorNVDkmhhIayEKKbSefkkDhaKtsPLC++j6GwStoiUaaFVFARzUsu1n26egdSXaBu6lRpdl//RrNAbSkg3e6yPVayXeecMHOms1ijTw4UXQcwGGWlTzIiIiIiKiNEm1sEbR4O3mOhiF12BBl2zch4viEC2GpiXdOx3QjX2grexYJ1qgbd3A/bBdFK0oXiFfw+SIln88oMy0Ige1gPphGf8+XaeB7sb+dWEe23QvdFFGF2fc92vgPKPL8y5nrHfe/uOHbtLeJ5/jfeSE44P7pDEdgeFkjhkkOm8o0vGBRarHy5Z/f2E9WB/Wi/UjZ1teQceHiIiIiIiGgWQKaxQD5rt2cW8qun+b7rl42jWmeecJC4pDtCSj++1Wdxy805EzxLvHFvPhwVXxvmoK3b93a7ztjPXlvccar9g+8jAFLKahVfNlDXTRxv3qKP42ayTD3N/u3Sc8oRr3+frXhQLPNt0PRb733M7RuEoDy/vzxr4DxnGsvq+xWuPXGlgW+4SWcSyHoh73mSMwD6YlA/PFO2/PauChYnjvqMZnNbz3YHt5j5f32hgorAfrw3rNObblhZ8zPADPf3zM8ePXmhERERERZTB0r8Uf+njNJGHnjFbKGzSCHp5Fw1/Ur4FOjRwN/KyErbOxsTFLuaPhKS8vl66uLnzQEYnjohGVc9ShkaeBnMLGXOyilMtZjZEayClsUcrljMZ5GsgpbFHK5X2N0RrIKWynNXCbFnIKW5RyQeMJnh+EnMIWpVxOaXxIAzmFLUq5vKfxYQ3kFKao5AHvanx0oPdYn4tQSKXSukxERERERETDmGmxJiIiIiIiIqLUjWZXcOqPKB1/5mIXpW7GkcqF3dKt2OXZjrnYsSu4HbuC27EruB27gtuxK7gdu4L3xa7gRERERERERMMJC2siIiIiIiKiAbAV1vjaH3x1lvnO3SD4Lt4oPBEZ+dZroDslYjC+o3govz4M28LD0BIdb79UcuzvNoiIiIiIiCgBf2GNIg3fqYvvYY4HBRq+izdsJt91GrhpcozGSg18FVKm+INGhftKREREREREGcZbWJsida9GAybEcb3G27HBUF2mcULjR85YrDh9QaPcGYu1qDdptGrgwwCM21q2azTMdMzzsEaVxvc0IGg5A4X88xrYjlkH+LePZb3bAW9rctB2sP4/amA6Wudxrvw5QlAefv799S+H94mIiIiIiCgJ3sL6rxozNL7rjAVDEXatxtPOWLgu0HgxNtgN+Xv3oUWjRONjGsgbrdp4CuMCDeyLKVrR4o3pkzRQnFdrfEPD7K9/OT9Mu1rDrMPM490+WtOxHgTW6V1P0HZQcK/XQKs2cqzVWKJxl4bJ0SsoDwPj/v39vEaxxmR32igN/3JERERERERk0Z+Hly3TQOEZhRbrZPzKfUUrNvJGqzY+RDigMVbjFxpBLbsQtJzfLzUOaWCeTRqm1dy2fX/LOgRt5yINTEee4P/gwC8oDyNof9FTwWz7OCYQERERERFRYqkW1mjFRGsmWlCjAq3WyXpUw3SBxrBZ1rTivqNhu788aDkvFKMoSuM56L6Cd9hIZjuJJJNHov0lIiIiIiKiJKVaWKP1c54GCrJtGij+4rX2plujBrpOe+He5KB7hK/UQBdoE2j5xfxrNYo00A3adn+5bbn+8BbKtqJ5sLYTTzL7S0RERERERElKtbBGoWeKPhSB33KnhQVdnv9ewzzoC/cj4z5mPCXcD0U47ls2X0+F4hvLocDFfctBrbxBy/lhGlqCMR/mx3JeGMc91MgRgWHvPEHbeVNjtgaWAUyL93CxRHkk2l8iIiIiIiJKQTKFNQq6RN+XnMw86YDiEMUjvvoL3adPaqzWMPcje2Ea7ltGazvmBTxN/FmNr2tg2lGNz2r8nQYe5oWnpKN4ty3nh/Vv1cB8mN+fA8ZxrzRytOUZlB/ue75T49camI59xYPLMJ/J0XvcE+Vh298xGkRERERERNQPaHlGgYXXTBK1nNFCfINGf7rF40OJ+zX+l8ZAW5EHkkcqonT8mYtdp0aOBnIKW6RyaWxszFLuaHjKy8ulq6sLH25G4bh0aORp4FyFjbnYRSmXsxojNZBT2KKUyxmN8zSQU9iilMv7GqM1kFPYTmvgNjjkFLYo5fLfGh/UQE5hi1IupzQ+pIGcwhalXN7T+LAGcgpTVPKAdzU+mmpXcBpc6LaN1ms8yIxds4mIiIiIiDIQmm2i0FpCRERERERElIlGO4V13YnMqq0rxmZJpuVMROGbmZ8tO9o7JApdwaOVS47mckZzCb8T08wCzeWY5pIdfi6zNJdazSWbufQyqzBXao+cluwc3OERrijlMntcnmxvPSU5ubnulPBEKZc540bItpZ3JTcPdzKEa07RSNl26B3NZYQ7JTxRyuXy8aPkhwf/InkjcFdFuKKUy9zi8+SV3/9ZRozENw2HK1K5lHxAXvntn2TEKNxtEp4rNI+XNI+RIecBV0wYLadPvTeaXcGJiIiIiIiIBoCFNREREREREdEAZHZh3bjE6Rbuj3X+b27upVbWjV0iB7pfU6HLfPEx52lj/def7cZ3YDn2u0xePtp7mIiIiIiIiNIvswvr8vXOvdZ1J16TubJYHnSGu2RZuft+JM2RZSfWyyR3bOBqpXkz9r1JvlzkHXbfJiIiIiIiorQa3l3BPS3aS6tb3Il9nawuc+dbIuuW97T2xlp/e5Y/sPxy2f7mMqlcXuu837NcQCt59/a9Lci9W6yt2z76mCxdruPuuivc7dn2x8lJnpC7neV7hgezRZyIiIiIiIiCDd/CGsXpAnFbsV+T8asq7d2jtVit3DZPajBf06fkyGZ3ui7/A3nNbRE/JFO3VcrxW1+TuRetk5pH5jjvP7LqQnf9h6RwXd/u1wd2/EZubdL3N10ou+sshX3QtkGHS9113/r7B+TlRvv+THrEtNavl2We4cFrESciIiIiIqJ4hm1hfbJui8iqO9wCc47MWyXW4vZ4629k7rKlMgYjRUvlqzc4k53hx1BAB+i9/gnyhStF2g47Ix7NsWnl6+WxqgmxSR4ng7YNN1zVve78T+q6dyS3P0RERERERDS0hnVX8PElPcXsmJIL3aHe2lqa3SELtHo7Xa8nyvffdKd5/G7VxO6u2ZWrmuVIa+9CF63JsgDv2x8mdjzeti2S2R8iIiIiIiIaWsO6sPYWumgdtimcUOoO+eB+5ttFlpvu2Be50z3mbsJ7PdG3VRoPKtP3mubJ7tv7Pk08P2jbAZLZHyIiIiIiIhpaw7awHlMxT2TVWvchXrWyZZXI1Iq+3bHzSy6U7evcohf3Vbv3OaNw/dSVc2PdtC2w/iNmOYUHnfV+gFmLvPxFT0v1J8/vsy60Otu2bVM4K7n9ISIiIiIioqE1fFusi5bK8lW/kbudrtqXi2wK+Aqq8vVSc+UWqcR8t2ux6t7nPKbqHhnf3dW7UnY790tPlEJZJpX4Lmus3yyncbe85vuarwny5WUXyvfL9P2yLTL1Vsv92gHbtipOcn+IiIiIiIhoSGVpdKEbcyZBIZuenPFVWK9KaShP1Q5z20Tnhpn52bKjvUOysvCrL1zRyiVHczmjuYT/WevMAs3lmOaSHX4uszSXWs0lm7n0MqswV2qPnJbsnBx3SniilMvscXmyvfWU5OTmulPCE6Vc5owbIdta3pXcvDx3SnjmFI2UbYfe0VxGuFPCE6VcLh8/Sn548C+SN2KkOyU8UcplbvF58srv/ywjRo5yp4QnUrmUfEBe+e2fZMSo89wp4bhC83hJ8xgZch5wxYTRcvrUe6OHb4t1sjzfDR1rCR7CwjbMbRMREREREdGgcFqsY4NERERERERElKLRscL64mtioxRdb7wokTlPzMWOudgxF7tI5bJVc/mKDoTfLZ25BPiZ5nKR5hKBWweYSwDmYvezlzSXf9RcItBJkrnYRSmXNzWXz2kuEbjtRd58WXP5kuYS/q0mzMUiaseks4NdwYmIiIiIiIgGgoU1ERERERER0QAEFNbjZN2j66TrwBaNdfLabePc6RYXXC+HnPlM6Pxz3ffAeX+drLvAHSciIiIiIiIaRqyFdelt35SlU07IkknzJGvBAZl44zcTFMYn5bEFOq/OX/bMCZlz3x2y2H1HDj4rEyctk2UH3XEiIiIiIiKiYcRaWDc/vkyL5LXyBEYOtskhGSPnT3DeSqj58f1SKxfLVabV2tdivbi7JXyLHHp0cmyiMtMP6StawJ1W77l36LQ75DWzzNbrpTQ2u6NU34+1lvduVV98m721vfQ2z/zeVnUiIiIiIiKifkp8j/XcS2SOO5icdnmrTWTieEv3cS2E1xcdkDK0hN//hkyYcnWs4Mb0KeK0ek/ceUJ61/AXi+zUQn/Bq9JSeJXc4ynYa+4bK9vRUu5tVdfpd9wYW1fW/Sdkzo3zYq3nmP9Gd35Mv4/d04mIiIiIiGjg4hfWaG2+TwtbeUNe3R6blKwJRQXukMf2tZJ1d5vMQ8uxs96Y0vFjRdoOyBZ0F9+OFm8vd9tOy3mP0opJMsEsc7BJtreNkbkVppgfI0sfvF4Wt+j23Jb3XvM720i+FZ6IiIiIiIgoSJzCerK8tukqp/W49n63W/hAoWv3pttlruyXyvtflRZ3cm+xFu/UHJPfHXWL+YPPyto9J0UKr5L1m3q6j19YNMaZ1uR0Bb/daYW3tqoTERERERERpSCgsB4n67bGis+WZ+6Qy1NsrYbanfvcoR6Lp10s0vaqVD6+T5plrK/Lt1Eg5xe6g0kbJ58q0lyPtjtjT3wL94jPk7L733CKaXQf/81RLbZ12043dDcmPn7MmZ+IiIiIiIiov+yF9dx5shTF7Z5/7V18+h5EZlPqLGvvOu4Ut4Vj5UIddopsV/OREzp9ksxz7rdO7p7u5roD0mKWuaBM5haelO11mqvzwLNYjs2ebuW9tpHEfhARERERERElw1pYdxe9U253n67tPqU70BhZim7XOl/TTXhwmL3rePPjW6W27WJZr/PdIW9Ii7nPeftaWbJHnHUcmia+e6wDHHxWKu8/IXOx3U2T5NAz/xL7Si9dV9kzsXWhy/fEPf8aa3F3plvmJyIiIiIiIhqALI0uufia2FgUXHC9vKaF71sL+N3XvbzxokTmPDEXO+Zix1zsIpXLVs3lKzqAfxJCxlzsfqa5XKS5ZDGXXpiLXaRyeUlz+UfNJf7zcocEc7GLUi5vai6f01yyo5DLy5rLlzSXHHdCiJhLX1E7Jp0doyNw1Sqna3asxbtr01Uycc9WFtVERERERESUEfBRZldskIiIiIiIiIhSNNoU1hHoK5SSTMyZhr8oXZedGugbE4UPzpiLXWdjY2OWckfDU15eLg0NDRKVXLq6unCOcK7C1qGRp8FcejurMVIDOYUtSrmc0ThPAzmFLUq5vK8xWgM5he20xt9qIKewRSmX/9b4oAZyCluUcjml8SEN5BS2KOXynsaHNZBTmKKSB7yr8dFodAUnIiIiIiIiylAsrImIiIiIiIgGgIU1ERERERER0QD4C+t/0sC9hwgMB/kbDXxV9cedsXAgh3qNK5yxHp/TeEED79sg5zoNzIdX/z58VwPv2WBe7HfQusNi9ind56NG448aQceHiIiIiIjonOMtrFEsTdLAgxQQczT8RSugqHxVY7ozFp6/atRqXOCM9SjXOKCB9+N5W6NC4w/OWGbDPqR7X1C0j9H4tMYvMIGIiIiIiIh6F9begjSoaDVF9V6NBkwIWaMGPgwwLch4xTimA1pYg1rgP6ZhWnlNS32rxlgNw7/8wxpVGt/TAG8Lv+1DCPCu+3kN09rrXzem433MZ6YB1ovxeC3FpsX6cg3vOrANr6BtgG1fMK1JA/M/ozFDY5+GaRk3uXnX5V3Gnw/eM/uN3gbmvCU6FmY/MB3Hwb88ljHLB50HIiIiIiKitPAW1ugCjTA+o3EwNtgNBTeKK+98YTrkvk70vWK6KcLw/TFogUfBbStMMc201F/tjoNteXQxr9b4hgbev1YDrbh4f4E7zQtFHlr+k1n35zUwHfOZaRifpoH3Fmrgw49EijUma2AdozT8Odm2gQjalxaNEo0bNVDMYt1oGcf7KzWwDALL+5fBfCYfzPN1jRc1sI0/aeB8YRnbsfDvB4r09Rpomce8+OBniUa83ImIiIiIiNIu6OFlaAFEy+0uZyy6UOijld0UnN5Wd3RXxn4kgmU2aZhlfqQBiZbHcii0UTyaPLyt3YAW/3Uaya77lxr4UADzIyds4yMaWC+WTeYDDfQmMDkdxwQf2zbi7cuv3Fc/7zIIDGMaeJcx+byjgV4Ob2pgG/gePmwj6Fj49+MiDWwD84P5IChe7kRERERERGlnK6xR5KCV9SoNFCpRZ7qDo2s3Xk03cDCtoSjq+nNPeKLlH9UwXZAx7O86j1b/ILZ1o4D0H/O7NB7TwLyD0RJr2wYk2hcbb48Gf++GVAz0PPUndyIiIiIiokHhL6wzragGtL7+RQPdh8F0D0c37LUaRRroIpzqPeHJLH+lBrolm/C3KAe19qaSG1pi0a0aXaBRZJv7igdbon2x8Raw/S1mB3qeoD+5ExERERERDQpvYY1WQ9yrintUM6WoBuSK1tIvaZhu4IBCD/fhJtoXtHBjn1Gw4hig0INEy3uXAzxgyyxrIK9lGsmuG+9jPsyPdWN/0M0Z0yCotTkV/m1gP5LZFz8sg+sFDzJDYBjTUpXseUIX8tka3genIc/+5E5ERERERDRovIU1CsCLNU5qmG61aMFGIZPou5uTmSedUFxd5r4az2rgYVnYj6Man9Ww3XuLe3ZRwKIb8lZ3HGzL/50GHqqFJ6OjZdwsh3nA3ENtYBxFI+ZBq+xuDbCte4wGto0cMD/WjfuMcR/0zzXw1O/NGgPl3wbGvccgaF/8sAyKflwviNXutFQFHQs/tNzfqfFrDcyL7vFowe9P7kRERERERIMG3WZRjOA1k2RizvjwAV9Zhadro0j0QyvyDRq2B3kNlqHYxrksStdlp0aOhvmwIUzMxa6zsbExS7mj4SkvL5eGhgaJSi5dXV04RzhXYevQyNNgLr2d1RipgZzCFqVczmicp4GcwhalXN7XGK2BnMJ2WgO3nSGnsEUpFzxQ9oMayClsUcrllMaHNJBT2KKUy3saH9ZATmGKSh7wrsZH8VdUFP7AJCIiIiIiIspEo01hHZVWtmRlYs40/PG6tGOLtV2UcolUy2xjY2N2FFrPp0+fLp2dnWw974st1nZssbZji7UdW6zt2GJtxxbrviLXYh30PdZElDoW1URERERE5yAW1kREREREREQDwMKaiIiIiIiIaAD8hTWeFo37/RBBT45OZp6hgqdc/1HD5INh853PgwlP9MbXXZnvUE5GMssg1+/GBrth/mS/uiyVeVOVTP79kc6ck9WfHMzxwDkzyw7GMcL3bg/mdWu7poiIiIiIKI28hTX+IJ+kgQcpIOZoXKHhlcw8Qw2FCe5tRVRo4LuNB7tow9djYd22r8kK0p9loiTT8x9s5ni87YzFDPQYoSDHd3Z/WqM/3wFOREREREQR4C2syzUOaPzVjVqNCzS8kpknTChO8LS8y5yxWIt6k0arBooYFOGmdfs+DbQ8YjoC+4UPDjDsb83ENLRMXq7xvAbWh3VgfYAPF/wt5mYZvIJp6ceyWIeZb6yGd30Pa1RpfE/Dtl4v77xg5kfYehN499+87z1Gj3qGsT2TP1pAzfbx+oIGjo/ZJ4TtAxbb9vw5G7bcsS3v8U40HWzrwav3OjA5vKnhbd01++lfP/bDnE98F7nJ33uOsQ2zXXMsTC7xzt8MjX0aWAckk78X1ov1Y/56DZwX/zVl+M+HbT8Nsz94z3u9evfzSkwgIiIiIjrXeQtrFBXeIuMzGgdjg92SmSdsv9LwFvstGiUaH9NAAYKWbbS2f0rjf2pgOqJYAwUJht/RwAcHNphvsgbWMUoDBcc0jc9rLNTAhw9+KJbQuo9lrtbwFlkYxjSzPhSt1Rrf0Ei0XrTOm3mxnpUaaAFFXOtOMzDs3X/0PDDvm2OEllcz7G2ZPalhto9jhA8hJmpgG9gW1rdAI5nteXM2MD0od7ya4+PN2TYdEbQe7z6aHBZpBLGdZ7hTw5a/7Vgkc/5QDGM7yCvZ/A0U2es10GqO44wPusy14L2mMI7wnw/kZttPc73+nYb3esUrcsI1gPlvcKcREREREZ3Tgh5ehlYp/PG8yxmzS2aeMPgLfRTagNZs5Oz1Yw0UPNiPlzRQkGMYhWSQvRooblB4H8cE9RENLPcjDe8HDwbWu04DyyAPzGdgGNO86zMSrdcL+4GiHLkhMOwt5mz7b5hjBN5ho1EDhR6gWMS4d3vIHcU2cjXibc8vXu6/1DikgW1s0og3Pd56bPsVj+08B/Fu13ssUjl/kGr+F2lgHhxrwDYe0bBdU0Hnw7af5nrFB0xYzlyvJj/8fHj3k4iIiIjonGYrrPHHN1qrrtLAH882ycwTlnhd002rHQqG6RooEFAwopUaRQKGTeGYCrQ8PqaBddta8NCy3x+J1uvn/VDB1pPAv//JQus19gHL49W0ZqPruOkWjGH/sU9le0G5o9izXWNB0xMdg3SxHYtUzx+kM/9kz0e86zXROSciIiIiOuf4C+tML6ohqHs6ureu1SjSQDfWBg201GEYxcHPNdD6hvB2g04G1oNuuuiSi2LK//C0VFtLjUTr9fMWOf6Cx7b/yUIe2Ad0HcYrxgH32KJrsQlvq2yq24uXeyoGaz2psh2LVM8fpCv/VM5HvOs13jknIiIiIjoneQtrtGbh/kncHxpUMCczT5iQH+4TtXVPR5GCe1C9eaPwGamB5TCMrrun3eFkoVhC91isA2wtqSj0l2lgXsyHIieRZNbrhVZ2nBvcd4vAsLfl3bb/qdipscF9Bawb14EpFvHgK+9+pbK9eLljnTgG2A62F296vPUEyddI5bzYYBv+Y3GdRirnD1LNHw9fm62BeQH540FjNqmcD3O9ogD3Hhfbfvb3mBERERERDRvewhp/SF+sge7RpqsnWqfxR7t5SnYy8wy1Sg2Ty1YN5GgrHp7V+LoG5juq8VkNtE6jde6EBlqpUXik2rqMbeEeX7R44wnRmzX8cI8q1o0uuGg13K0RBPPggVJYzysa8dZr5n1VA/cbm/tfEas1zL23ELT/ycIxest9Bawb3eeRA9YJ5l5cCNqeN2dzvWBdQbnjFecVy2F78aYj4h0Dw+SAJ8PnuuOJzouB823L338sUOAmui78ks3fwAdAeJjarzWwXXQ7/6aGje18jNGwMdfrf2l4j4ttP73nnIiIiIjonISunPgDGa+ZJBNzNvAhBL6y6UaNVFrGz0VoLcWTp/HhjVfQdBp8g3G9dmrkaJhiPEzMxa5DI08DOYWto7GxMTsrK/xf8dOnT5fOzk6co0gcF42onKOzGujthZzCFqVczmicp4GcwhalXN7XGK2BnMKGXonojYWcwhalXPBVtR/UQE5hi1IupzQ+pIGcwhalXN7T+LAGcgpTVPKAdzU+GvRUcBpc6C6LP54RaIlEyyKLaooqXK/4491cr/+qweuViIiIiCiAabEmIiIiIiIiotSNdgrruhOZVVtXjM2STMuZiMI3Mz9bdrR3SBS6GUcrlxzN5YzmEn4nppkFmssxzSU7/FxmaS61mks2c+llVmGu1B45Ldk56CUfrijlMntcnmxvPSU5uXh0R7iilMuccSNkW8u7kpuHOxnCNadopGw79I7mMsKdEp4o5XL5+FHyw4N/kbwRuKsiXFHKZW7xefLK7/8sI0biucjhilQuJR+QV377JxkxCnebhOcKzeMlzWNkyHnAFRNGy+lT741mV3AiIiIiIiKiAWBhTURERERERDQAmV1YNy5xuoX7Y13cby6ulXVjl8iB7tdU6DJffMx5mlP/9We78R1Yjv0uk5eP9h4mIiIiIiKi9Mvswrp8vXOvdd2J12SuLJYHneEuWVbuvh9Jc2TZifUyyR0buFpp3ox9b5IvF3mH3beJiIiIiIgorYZ3V3BPi/bS6hZ3Yl8nq8vc+ZbIuuU9rb2x1t+e5Q8sv1y2v7lMKpfXOu/3LBfQSt69fW8Lcu8Wa+u2jz4mS5fruLvuCnd7tv1xcpIn5G5n+Z7hwWwRJyIiIiIiomDDt7BGcbpA3Fbs12T8qkp792gtViu3zZMazNf0KTmy2Z2uy/9AXnNbxA/J1G2VcvzW12TuReuk5pE5zvuPrLrQXf8hKVzXt/v1gR2/kVub9P1NF8ruOkthH7Rt0OFSd923/v4BebnRvj+THjGt9etlmWd48FrEiYiIiIiIKJ5hW1ifrNsisuoOt8CcI/NWibW4Pd76G5m7bKmMwUjRUvnqDc5kZ/gxFNABeq9/gnzhSpG2w86IR3NsWvl6eaxqQmySx8mgbcMNV3WvO/+Tuu4dye0PERERERERDa1h3RV8fElPMTum5EJ3qLe2lmZ3yAKt3k7X64ny/TfdaR6/WzWxu2t25apmOdLau9BFa7IswPv2h4kdj7dti2T2h4iIiIiIiIbWsC6svYUuWodtCieUukM+uJ/5dpHlpjv2Re50j7mb8F5P9G2VxoPK9L2mebL79r5PE88P2naAZPaHiIiIiIiIhtawLazHVMwTWbXWfYhXrWxZJTK1om937PySC2X7OrfoxX3V7n3OKFw/deXcWDdtC6z/iFlO4UFnvR9g1iIvf9HTUv3J8/usC63Otm3bFM5Kbn+IiIiIiIhoaA3fFuuipbJ81W/kbqer9uUimwK+gqp8vdRcuUUqMd/tWqy69zmPqbpHxnd39a6U3c790hOlUJZJJb7LGus3y2ncLa/5vuZrgnx52YXy/TJ9v2yLTL3Vcr92wLatipPcHyIiIiIiIhpSWRpd6MacSVDIpidnfBXWq1IaylO1w9w20blhZn627GjvkKws/OoLV7RyydFczmgu4X/WOrNAczmmuWSHn8sszaVWc8lmLr3MKsyV2iOnJTsnx50SnijlMntcnmxvPSU5ubnulPBEKZc540bItpZ3JTcvz50SnjlFI2XboXc0lxHulPBEKZfLx4+SHx78i+SNGOlOCU+UcplbfJ688vs/y4iRo9wp4YlULiUfkFd++ycZMeo8d0o4rtA8XtI8RoacB1wxYbScPvXe6OHbYp0sz3dDx1qCh7CwDXPbRERERERENCicFuvYIBERERERERGlaHSssL74mtgoRdcbL0pkzhNzsWMudszFLlK5bNVcvqID4XdLZy4Bfqa5XKS5RODWAeYSgLnY/ewlzeUfNZcIdJJkLnZRyuVNzeVzmksEbnuRN1/WXL6kuYR/qwlzsYjaMensYFdwIiIiIiIiooFgYU1EREREREQ0AAGF9ThZ/Og66TqwRWOdvDbXnWxzwfVyyJnPRIL5E3HWt07WXeCOExEREREREUWYvbCeWyZ3TBF5bME8ybr/hMy57w5Z7L5ldzI276R5UvZMMvPHcfBZmThpmSw76I4TERERERERRZi9sN7eU9yWjh/rTkxO8+P7pVYulqs8rdalt93htmr3bs1efJunVfy2cbGJvhZr03J+SF+xDmf5uXfotDvkNdOqvvV6KY3NTkRERERERDSk4t5jXaqFb9ONIrX3b5En3GmJtctbbSITx/cUyjU3jpXt3a3fbtGs0+/QdXe3it84r28rtxbQ692W84k7T8gEd3LMxSI7l0nWglelpfAquWcg3c+JiIiIiIiI+iluYd38uBauTjH8zZTveZ5QVOC8llZMkgltB2QLunZvR2v2GDm/u0IeI0sfvF4Wt6yVrElr+xTvTmt5r2W93pBXt+vLwTY5FJtARERERERENOTiFtaOPsVwai4sGiNSeJU0OV2+b5c5Os1pzT74rKzdc9J5b/2mZLpzx1rCiYiIiIiIiKIkcWHdT7U79zmvvzmqxXPbq1I2KfZwM8TEx4857z3xrWWxB57d/4ZTYMfvzl0g5xe6g0REREREREQRYS2sS92Hgy1G9++5l8gc0+06ia/CKp07T5YWuvOr5iMntGieJPPc+6q7l3e2ERtu7tPNO6bXsk4eRERERERERNFiLaybt2+Rx/aMjXXRvm+s1N7f9/7n3sbIUsx7YIs03YSHjXnm377W+QquuXh/0yQ59My/xL5Ky5ku7nK3y8Q9/yqXu8V4N51nyZ7YPIemibX4JiIiIiIiIgpTQFfwY7LM7aadNWlZT8Fr+45pZ1pPN++sq9f2+Q7q5sfXuvPoutxu4OA8HM1dbuK3Yl3H/dsw3cUnVp/QsZPyVou+aMHd87CzfXK5vt+nKCciIiIiIiIaAmm7x3pQOF3HYy3hXZuukol7tvYp2omIiIiIiIjClKXRFRskIiIiIiIiohSNNoU1XjNJJuZM6RGlayFKuXRq5GhE4YMz5mIXpVw6NPI0kFPYIpVLQ0NDtnJHwzN9+nTp7OzE9RKF43JWY6QGzlXYopTLGY3zNJBT2KKUy/saozWQU9hOa/ytBnIKW5Ry+W+ND2ogp7BFKZdTGh/SQE5hi1Iu72l8WAM5hSkqecC7Gh+NdldwIiIiIiIioohjYU1EREREREQ0AP7CukYD3RL/qPE5TAjwNxp4KPfHnbHwYPvIA/n4fVcj3j4EibdOG8zfqoHj9k+YYIE8cEwxjwkcaz+sq859TYaZH+s3Oae6DpsrNEyeia4FiLdNTBvM3IiIiIiIiCLFW1ijmALcI/ppje9o2AogFEivakx3xuh6jaUaYzRmawQVjQ0auJcGx9fch2uOufEHjQr3NRlm/redsZhU1+GH/M3+IE+sa73GYBTDA82NiIiIiIgocryF9Y80KmOD8o7Gf2p8zBnrYYrqvRooFKMGLcZoZUUL8lhMcJnpCG8xa1roEaa1+WGNKo3vOWPBy/rhmB2JDSblRY0LNLD+Jg3kjJZhb4uut+XY5Geb/xkNkzOWxbRHNcyy/uXNNNv+4Jz/SsMUv7/QwPk214ItJwP5oKeAgeFdGv7c8GpbD5Z/XsP0ALC16hMREREREUVK0D3WE93XQ+6r8VeNGRre4ikqUJRN0kCr8NXuOOD1Wg20wOK9Be40BLo5o1UW07Espt2lUa3xDXfctqxXowbmxSu+ZTvZ1thrNMy3crdolGh4W56xnZUa2DYCeZht++e/U8PkbOAcmX3booH8ktkfrPMqDW/RjGEU2PFyCvJNDX9u8dZTrDFZA/mN0ki0fiIiIiIiolDZCmu0Ev5c44AGCulMUa6xSQM5owhECzxg+gsaKHjxHvYLrdmYx9/i6he0rBfmQRfw32vE+8ABXefRqm1aacHkiBZiP++2ERjGNLDNH2SJBvLG/iazP3gPRftnNEyupmU7Xk6piLcetI5jGvI7jglERERERERRZius0R0cLZ0orGxdhTORt1s0htEFG9AailZrFLxB94wHLQs4PnM00LUZBep1GigSba2s/nusTbf7eEyLNniHk4U80BKPe6SNePvjZa4D5LxMw1wLA83JGKz1EBERERERhSqoKziYe4CHgys1TEGLQMsyCsW1GkUaKB6D7hm3LWvg+KzTQPdpdKt+UANfVO7vQt9f3uOf6rnA/fDo1o57xtH6a8TbH0ArvvcDFSyLfTTbH0hOXoO1HiIiIiIiolB5C2sUU96u0d57gDMB7iFGcYuCEi21pjj0Tgd0dcd7KOZqNbxFp1/QsgaOD1pzzfuDCdvGvcdoDUdgGNOS5e0CbiTaH/DPA+ZaSCanfA0s6z0Hfsmsh4iIiIiIKCN4C2vc7+u9rxb38WIaCp9E3+uczDzphgIShSS6dW91x8E7HfsF2K9nNb6ugWlHNT6rge7cmA8P0MLTz9HybFvWwPAJDbz/aw08NA3jKGoHCnmjW/lJN1a702zw4YDJGefggxpomfZ2+0YRHXQsvDAP7lU38yDQewHzJcoJw/+tgWXRG2C3O+zNDRKth4iIiIiIKGOgKzAKJ7xmkkzMmdIjStdClHLp1MjRQE5hYy52UcqlQyNPAzmFLVK5NDQ0ZCt3NDzTp0+Xzs5OXC9ROC5nNUZq4FyFLUq5nNE4TwM5hS1KubyvMVoDOYXttAZu/0NOYYtSLmgUQaMMcgpblHI5pfEhDeQUtijl8p4Gbn1FTmGKSh7wrsZHw/9rgYiIiIiIiCiDmRZrIiIiIiIiIkrdaFNYZ1q36kzMmWgoscuzHXOxY1dwO3ZLt3C7pefqILuC98au4HbsCm7HruB27Apux67gfbErOBEREREREdFwwsKaiIiIiIiIaAD8hTW+kgndEv+oge8htsF3XWMehPd7r8OCr3Cq1zA5BX13cqq+qxF0DIIEfe0Y1oNjanJE4FgDlqnTwDx4xbjNYH+lmW3/TC5BOURJqscjXfuWSceMiIiIiIjSwFtYm4IU9y5/WuM7Gv5iAYXYJA3cE4KYozFYhWx/oKjC9yOv00DeYzRWaqRaEA+FBg0cM+Rp7g/HsfuDRoXG25gQMpMLXik5PGZEREREROc4b2H9I43K2KC8o/GfGh9zxnqUaxzQ+KsbtRoXaITlMo0TGsgdUNy8oIE8DRSvppXYtLCj8H5eo1XD23psWuMxfSwmKMyL1l3D29KLV9MSjVbzxzWqNL6nkciLGjh2psXTe6xtOT+sYVu36WXgnTeV/fMyuVyuYVse/PuMDzds+eK1SQPrwHr9OZn5IJnl/fvpPx6YZt7H+uIJmte/DX8OtuOazDEz28N7mAfrMfscr3cIERERERFlgKB7rCe6r4fcVwNFpbfI/IzGwdhgKFCYokD18uaIggUt2GjJRlzrToNijckaaEUepXGLhmmNv1ojUbGDgmq9Blor0QKNDxmOaFRrfEMjkWs0bMcuKOe7NPzrxnQUZtg+8kb+g7V//uUxv22fN2gEHeMWjRIN05qL6di2N1dEouXxoYN/P/EBijkemB/LYXm8v8CdZhM0L8K/jYs1/PtgOy6G7T0U0OjZgWne4z5N4/MaCzW8HwQREREREVGGsRXWaGn7uYZpmQ6CVji0eu5yxqIJBQsKMBRF/tbsvRqYhn08roFicZM7/gsN0woe5CINrA/zgv9DB7/pGugJgFZKBNi2ES9nP2wb58FmoPvnXx5s+/yGRlC+v3JfjV9q4MMarBO5YL54+2uWj7ef4F0H1o1r19YiD0HzBm3Dvw+242LY3sOHP7hVAdO8x/0jGtguxuNdN0REREREFHG2whrdwdFqh9booC61KEDQCneVBgqGMCXqiu5tFQ6zdd1/j7Xpdm+TSs6mpRVFO4r3MCSbL4pN2/WSzPKJ9vNRDfOhBYbjXRdB86bjWOLnyAY9EB7TwPZMKzYREREREWWgoK7gYO4B9otSUd2ogS69XvgwwHt/q3cfEhXhUZFsztjXtRpFGijaUbyHYaDHONHyyeznlRrmQwtEvFZg27zpOpb+Fm8DLdvoYo6eBCiyB+tp70RERERENMS8hTUKC29XWNs9wGhZw/2puC817KIa0K347zWQO+AeYNyvi663gMIb+WI6AsOYZoMHUGG/UOBgP806IV/DP/1NjdkaWC9g+jOxwQFJJWcUobjPOZlzEW//kmXb58UayeaL+bFt5IBcMF8y+5toPzG/2TfABytB+xc0byrHMhX4GVqm4T3uGEZ3dIxDUEs+ERERERFlAG9hjXs90W3VdJFFSxumodgx3xeMAgEPdDqpYeZDMe6dZyihGEGRhC61yAV5rdYw9wDjFQUMpvvf8zP3laMb8FYN7zr+WwPT0aK5WwPQ4ninxq81sG3k8HUNPMAKXwHW32MRlDO271/3sxrYJrZ/VOOzGkH3FgftXyps+4wnsyd7jDEd20YOyAXjiETL2/bz7zTM8cAHLGbfMA8E3UOOddvmtW2jQGOgsG4U7NieuX5w3eIec5wTfOCxWYOIiIiIiDIUusGikMBrJsnEnM91aJ29QcP2gLBzBT6AQq+GGzXwIUU6dWrkaJgPD8LEXOyilEuHRp4Gcgobc7HraGhoyFbuaHimT58unZ2duTqI4xO2sxojNaKQyxmN8zSQU9iilMv7GqM1kFPYTmvgdi/kFLYo5YIGpA9qIKewRSmXUxof0kBOYYtSLu9pfFgDOYUpKnnAuxofDf9faKLhDV2/UTgh0CKPVv50F9VERERERDSETIs1EREREREREaVuNLuCEw2eKF2X7PJsx1zs2P3ajrnYnW1oaMiJQrf0GTNmSEdHR1S6pbMruB27gtuxK7gdu4LbsSt4X+wKTkRERERERDScsLAmIiIiIiIiGgAW1kREREREREQD4C+sazRwv98fNfD1SDbJzDNUsH3kgXxMJPo6J3zlEb47GMviFeNe39Xw79dgfU+32bZ/m+mSKG/v+wPNrT/nIhW280JERERERBQ6b2GNrwUCPHzp0xrf0fAXWcnMM9QaNPDwB+Q0RmO2Rryc8FVHFRpvO2NkmOMykK+CwocuOA/mXFyrwWKYiIiIiIiGNW9h/SONytigvKPxnxofc8Z6JDNPmFAU/koDOaGgQyunYVo8TcusN2+0rKKFtVVjLCbEgXU8r4F5TausacWv10Drr20eP7NNhPnAIpl1QzLLYrmHNao0vqcBZl0IrMP7vjkuePV+97LJ3bb+eHAufq/hPZ629YI/L8PsJ7Zp1pPMMbKtL5lzQkRERERElLKge6wnuq+H3FebZOYZaigK/0vjF85YclBwTdJAq/fV7ngixRqTNdAq+3WNFzWw/J80zHHBerA+TMf6vevFMFpzsTzeX+BOg0TrTmZZTB+l8YJGtcY3NDAPumqjNdnk5H3fwHwrNbB+hLfV2b9+M90G5+KTGiecseD1Ivx5melB5yXeMcJ6besDvAadEyIiIiIion6xFdZo7fu5xgGNv2KCRTLzDJXpGmg9RyvkSY1LNYLuKbYp19ikgf1AQY5W+UT2aqBFFttFV/Q3NbA8vlvOtKz+UgMfOmA61o/tGBhGUYt14H0cR7NconUnsyymH8cED+xbMq203vUjMGxyj7d+QG8G01KMc4FlzYccQesNygvvBZ2XeMfoPzSC9jPeOSEiIiIiIuoXW2GN4gitfZ/RMN2M/ZKZZ6h477HGK1zmvoYJhScKuCCPapgiFMMXaCSrv8uihRatuShI8YFEkIPuK3iHE8EHLjgPn9fYorFewytovcnmlayg9SU6J0RERERERCkL6goO6F6bqGBLZp6hhKKpNjYYeVdqoAg14b0fPJH+LIsPQNZqFGngAwh8IBHEe077c37RwoyWdP8HHLb1ppJXMnBsBnN9REREREREcXkLaxQ43i6012j4WyuTmSdM6AKOe2fNfb35GuZhYkEt640auE850XypwnqwPqwX68d2DO82AS29yW63v8uikMWHDolabLF+3KeMe6QRGPbmnqxnNb6oYfIMWm9QXt79TOW8XKgRtJ/xzgkREREREVG/eAtr3MOKrt2mizGero1pKILMdx0nM89Q895jjVe0lKLFFIF7bjENLZi7NWxM6yrm2+qODwasB+vz5mR4t4m8wXsPcTypLIt58KCvVzX+jwYe9IVljmp8VuPvNMz75txh/bj/GfdII1a701KFe6DxocsSZyx4vSjA/XnhnnHvfqZyXp7WsK0PsI6gc0JERERERNQv6EaMAgSvmSTqOaNV9AaNZB4WRkNjKM5JlK7LTo0cDeQUNuZiF6VcOjTyNJBT2JiLXZRyOdvQ0JCTnR3vbrKhMWPGDOno6MjVQRyfsJ3ROE/jrDMWrijl8r7GaA3kFLbTGrhNDDmFLUq5oCHqgxrIKWxRyuWUxoc0kFPYopTLexof1kBOYYpKHvCuxkdNYU1EREREREREqRvtFNZ1JzKrtq4YmyWZljMRhW9mfrbsaO+QrKzwOxZEK5cczeWM5hJ+C+TMAs3lmOYSgdbQWZpLreYShZbZSOVSmCu1R05Ldg46XIQrSrnMHpcn21tPSU4uGtDDFaVc5owbIdta3pXcPHS4CNecopGy7dA7mssId0p4opTL5eNHyQ8P/kXyRox0p4QnSrnMLT5PXvn9n2XEyFHulPBEKpeSD8grv/2TjBiFTjHhuULzeEnzGBlyHnDFhNFy+tR7o8P/F5qIiIiIiIgog7GwJiIiIiIiIhoAFtZEREREREREA5DZhXXjEud+a3+si/vtxLWybuwSOdD9mgpd5ouPOd8V1X/92W58B5Zjv8vk5aO9h4mIiIiIiCj9MruwLl/vPMSs7sRrMlcWy4POcJcsK3ffj6Q5suzEepnkjg1crTRvxr43yZeLvMPu20RERERERJRWw7sruKdFe2l1izuxr5PVZe58S2Td8p7W3ljrb8/yB5ZfLtvfXCaVy2ud93uWC2gl796+twW5d4u1ddtHH5Oly3XcXXeFuz3b/jg5yRNyt7N8z/BgtogTERERERFRsOFbWKM4XSBuK/ZrMn5Vpb17tBarldvmSQ3ma/qUHNnsTtflfyCvuS3ih2Tqtko5futrMveidVLzyBzn/UdWXeiu/5AUruvb/frAjt/IrU36/qYLZXedpbAP2jbocKm77lt//4C83Gjfn0mPmNb69bLMMzx4LeJEREREREQUz7AtrE/WbRFZdYdbYM6ReavEWtweb/2NzF22VMZgpGipfPUGZ7Iz/BgK6AC91z9BvnClSNthZ8SjOTatfL08VjUhNsnjZNC24Yaruted/0ld947k9oeIiIiIiIiG1rDuCj6+pKeYHVNyoTvUW1tLsztkgVZvp+v1RPn+m+40j9+tmtjdNbtyVbMcae1d6KI1WRbgffvDxI7H27ZFMvtDREREREREQ2tYF9beQhetwzaFE0rdIR/cz3y7yHLTHfsid7rH3E14ryf6tkrjQWX6XtM82X1736eJ5wdtO0Ay+0NERERERERDa9gW1mMq5omsWus+xKtWtqwSmVrRtzt2fsmFsn2dW/Tivmr3PmcUrp+6cm6sm7YF1n/ELKfwoLPeDzBrkZe/6Gmp/uT5fdaFVmfbtm0KZyW3P0RERERERDS0hm+LddFSWb7qN3K301X7cpFNAV9BVb5eaq7cIpWY73YtVt37nMdU3SPju7t6V8pu537piVIoy6QS32WN9ZvlNO6W13xf8zVBvrzsQvl+mb5ftkWm3mq5Xztg21bFSe4PERERERERDaksjS50Y84kKGTTkzO+CutVKQ3lqdphbpvo3DAzP1t2tHdIVhZ+9YUrWrnkaC5nNJfwP2udWaC5HNNcssPPZZbmUqu5ZDOXXmYV5krtkdOSnZPjTglPlHKZPS5PtreekpzcXHdKeKKUy5xxI2Rby7uSm5fnTgnPnKKRsu3QO5rLCHdKeKKUy+XjR8kPD/5F8kaMdKeEJ0q5zC0+T175/Z9lxMhR7pTwRCqXkg/IK7/9k4wYdZ47JRxXaB4vaR4jQ84DrpgwWk6fem/08G2xTpbnu6FjLcFDWNiGuW0iIiIiIiIaFE6LdWyQiIiIiIiIiFI0OlZYX3xNbJSi640XJTLnibnYMRc75mIXqVy2ai5f0YHwu6UzlwA/01wu0lwicOsAcwnAXOx+9pLm8o+aSwQ6STIXuyjl8qbm8jnNJQK3vcibL2suX9Jcwr/VhLlYRO2YdHawKzgRERERERHRQLCwJiIiIiIiIhqAhIX14ke3SNejk90xiwuul0MHdJ7uWCevzXXf6y9nnetk3QXuOBEREREREVFExS+s594h66e4w3GdlMcWzJOsSfOk7JkTMue+O2Sx+w4RERERERHRcBansB4n62662B1OXvPj+6VWLparPK3Wpbfd4bZqe1qztWjvOnCHvPboOqel+1BAq3ipzte97G3j3Kma21Zdxh1P2KpORERERERElCbBhfXcebL06L/Kkj3ueNLa5a02kYnj3SL4guul5saxsh0t2vejNdvbxVsL953/IlkLXhWZcnvfLuQTdNn73GUXHJCJN37TXfaY/O6ovl1UoMPj5FNFIi1H2/EGERERERER0ZAKKKwny2ta0D5Wvc8dT12s6BUprZgkE9oOyJaDOrIdrdlj5PwJzlvqDXl1+zGRg02yXYvxOdN6tzqfP82zrDPPGJlbESvYn9j5hhbjl8hiKZDzC0/K9jpdDxEREREREdEQsxbWpbddLXP2bJVlKGgH6MKiMSKFV0mT0537dpmj07pbs7vFWqDj87ZSK6dIHyufmlsoE+WE/G4QciUiIiIiIiJKlaWwHifzLtNieMrtzr3PzsPLMLz1eimNzZCU2p2x1u7fHD0p0vaqlE2KPdwMMfFxf+tyrDt3fP4u3+hyPkbm3jRJJuzZL0+4U4mIiIiIiIiGkqWwPibLru4pgp17rPf8q2Rd/aw0J/E1WKW4N7sQXbxj481HTogUTpJ5WKbP8njI2TidXiZzC3uKceOtnQekpXtZzOPt8n1Mtuw6KRMKx/D+aiIiIiIiIgpN8MPLUjJGlm5CV+8t0nSTyGML1va0IG9f63wF11y8v2mSHHrmXzxdzN8QmfZNnX6VU7xf7hbj3Vqelcr7g5Z1i3Z16AjvryYiIiIiIqJwJCysn/jWPMn6ltuSfPBZmThpWe97r51pPS3cWVev7XNvdvPja915lsnlvm7gr35rmbPcRLMN8GynWQvzoGVjelrHiYiIiIiIiIbaILVYD73S29ZJ130XS8szW3h/NREREREREYUmS6MrNkhEREREREREKRptCmu8ZpJMzJloKHVq5GhE4YMz5mIXpVw6NPI0kFPYmItdlHI5qzFSAzmF7Wx9fX2OckfDM2PGDNmxY4cwl94qKiqktrZWcnNz3SnhQS5nz57Ftft+bEqoTmv8rUYUcvlvjQ9qIKewRSmXUxof0kBOYYtSLu9pfFgDOYUpKnnAuxofzdiu4ERERERERERRwMKaiIiIiIiIaACCCusrNP4pNmj1Nxp4ZtjHnbHwfE7jjxroSukN5J8u2GfsO45BIt55ket3NfqjRgP7iXXYYDt1Gngfr4N9Xsz6B3u9Bo5L0L4FiWJOXonyw3RzbaR7X4iIiIiIKI1shTX+uH8sNmiFQuBVjenOWPgaNHCPCu65NvEjjeEC52OMxqc1foEJ5PiDRoX7mumG074QEREREZ1zbIX19Rpvxwb7MEX1Xg0UtFGGVl7T6o5XjAOGbS3baJ00rd/1GrZWZgzv0qjS+B4mqKD1wcMa3nnHarRqYF6TDyRaxwwNfNE3imxbTvFaVrE+rNfW4m3bZ+RlcjHHzyteroD3mzSwn8g3aH4zHfPhuBi2+W37gHWbVl7vup7XwDwIDKdyvINyMmx5gJmOwDq8MJ/tfHmvDe++2NYVb1+IiIiIiChk/sIaf8Bfq/G0M9bXXzVQ5HkLhai6S2O2BvYJrxg3+4cWYLRyL3CnoaBZr4FWQ7R412os0bD5pka1xjc0gtZnYJtmXsB7V2tg3lHueDLrQNE7WaM/LZrTND6vsVCjHBNctn3eoIGiEePIZZKGN5dEuRotGiUaH9OwzY/AujENx8OsI2j9QfsAczXmaPjXBcUaOG54L9HxRthy8rLlgflWamB9CKzbtqyf/9qAeOuy7QsREREREUWAv7BepvGCRlCLdRShS/o7GqaVD616KBpRhP5Y4+fuK8ZRDGH/MIwPCQ5ooGXyIg1MN12t8cFBMh8eBK0vCLqoYxuY9zgmqFTXkaqPaGB92LZ3n2z7fJ2Gv8XVK9lcf+W+Bs2P6Zvcadi+6bofNH/QPsAnNNZp+NcF6Flh1pXoeAfl5GXLw7s+BIYxrT/ircu2L0REREREFAHewhotYGgJQytmJvHfY42WUhQg0KjxlvtqPKphinAMX6AxEIOxvsHOyQsto7hn3tYV3AbzYF58WGG7jz7VXAdj/nj78PfuaypSzckIyuOg+wre4f4YzHUREREREdEQ8BbWaBmbp4GCapsGCo54rZeZAC3wuCcar8aVGqYIRyTTMh3PYKxvsHPywocM+LABXb5RGOI+6iC4v3etRpEGPqyw3Uefaq6DMX+8ffh/3ddU9Pd4B+XhLcyTLdKDDOa6iIiIiIhoCHgLaxQXptBA4fEtd1qmMi3w97mvGEfLNe6pNQURHgKFYvJNDdyHjS7kgGnmAVH5Gpgfy2O6V9D6UtGfdcTLyQvzoDuxaV1FF2J0JQbbPuMDFdxrbebxSzXXoPm90737YJsf3dOD9gH+XQMfnPjXFSTVnAxMt+WB5XAvNI4jAsOY5pXs+UpmXUREREREFDH+e6xt8Ad+ou9tTmaedPHfY41AMY2WV9wzi/vF8YrxQxq4p9bMD7hfFi2Rd2r8WgPT0d0XLZK41/a/NTA/lt/tDuNBUng6etD6DO+8QccG24i3Dj9bTkFQ+GHfcZ85njq9WcOw7TMezPV1d/yoxmc1cE+x0Z9cbfN7p291x8E2P56GHbQPsF0DHwYkczwg1ZyMoGOJ+VBwn3RjtTvNwLDtfGHcf20kWhcREREREUUQWqdRXOA1k2RizpR++IDnGY0bNfDBwbmsUyNHw3x4ECbmYhelXDo08jSQU9iYi12UcjmrMVIDOYXtbH19fY5yR8MzY8YM2bFjhzCX3ioqKqS2tlZyc3PdKeFBLmfPnsW1+35sSqhOa+C2uyjkggaAD2ogp7BFKZdTGh/SQE5hi1Iu72l8WAM5hSkqecC7Gh9NpsWaKMrQtRqFCQKtvGh5P9eLaiIiIiIiGkKmxZqIiIiIiIiIUjeaXcGJBk+UrssodTNmLnZRyoVdnu2Yi12kuoJrRCWXMxrnaSCnsEUpF3R1Hq2BnMJ2uq6ubkQUuqXPnDlTtm/fLnl5+LEOF3OxmzVrlrz//vv4OWJX8N7YFbwvdgUnIiIiIiIiGigW1kREREREREQDEFRY44FQ/xQb7APT0XURETTPUPI+vOqPGuZ7hvGaad/Dja9dqtcw+xPvO4+DhPXVZ2FsN8yveSMiIiIiInLYCmsUK3iysg2K1Uka+HoAxByN/hR/gwW5LtUYo4F7Wys01mtgeqZBcYjvNF6ngX3BPq3UMB8UEBERERERUQTZCuvrNd6ODfZRrnFA469u1GpcoBGWj2n8SsN8vdIvNPZqYDqM1WjVQOtvDSa4vK3caHVHUYuWTxTkCOwjCloMmxZRjKNFHMugVRnTsE7vesCs29t6Dt6WftuHEZdpnND4kTMW26cXNHDMsR5v6zuGMc22rYc1qjS+54z13VfAvM9rmGOD6WZfzL6BLWdMa9LAskEfYCSzfts8hu24Yn7/8ffvKxERERER0ZDzF9YoXq7VeNoZ6wsFnbfA+4zGwdhgKPABwFUa3qIMwyiwAftztQZa10e54wi0BKNFGIH9najxjgYKckSxBopyDGM6lkdLOFrE0ZqMDxQ2aKDQwzjeR0s+1j1N4/MaCzVQFIM5rtge5l3gTvPCBxQvxga7+Y+3n21bd2lUa3xDw7avZrvYx8kamP51DWwbuf1JA8cjXs4tGiUa8b4vOtH6Aesz58ccP4T/uF6u4T/+SzS8+0pERERERBQKf2G9TAOtpEEt1l4oYFF87nLGwoHCDgUeCnzTwultDUbrL4pstK4fxwSFAhT7iGW9rcI73Vfs00saKHQxfFLjIg3MZwp2FLvXaXgLeuMjGlgO2zZFsXebyAUt4phnoGzb8graV0DLPqbhg4MGjTc1kBse4491xssZvQQSSbR++KXGIQ1M36SBbeIY+4+r7fjH+8CBiIiIiIhoyHgLa7QUolUXLYOJoPDB/dVoLUZRFLZKDdPCiQ8HbF2tvbyt7GYY3bDRuopWahSRGEaLcKNGENO6iuJxOiYotKLiHnVv92x4VMMU/xi2daFPtVt90La8bPuarGRyHgh82GG7fmzHlYiIiIiIKJK8hTVaC+dpoJjZpoFCytYiG6WiGrl4i2jkg4d/JSoAve+bYbTSozDH+M810KqKCGq9x3bXahRpYDm0ygJaadGKjm7LKHzN/cpXaqD4N+FvcUUBj2LeC9vw3hvuF7QtL9u+JitRzukQdFyJiIiIiIgiyVtYo2gyBRQKqm+507zQkoj7bnG/bRRaqlGMIhdvQXmNRryWWSyDfTAPKsMwpqFIHamBfcQwulmfdofRjXm2hnlYF4o/fPiAe329xwF5oMuyaT02LbL+PFEsez8QAHSJ/nsNMx3bwv3R+KAA8jWwPNaNeYK25RW0r8lIJueBwvqQP7aBbWGbKP79x9V2/ON94EBERERERDRk/PdY26CYMU/GRjfrizVw37HpIoxWY+88Qwn33OLeXLSym3zwkCzzZG0bLIOCFPuAWO1OA9w7jC7haKVGcWfuJUZxfafGrzWwDXS/xkPD8FAujB/V+KzGBzWQD1q86zQ2awDWj+7lJk/w54hCEsUl1o15vLkhcG8ylkdr7m4NzG/bFubBg8Pw1V0o1oP2NZFkch4obGOrBraBbWH8WQ3/ccV16j/+aKH37utQX3tEREREREQOtE6jUMFrJsnEnKk3tFTfoGG73SBTRem67NTI0UBOYWMudlHKpUMjTwM5hY252EUpl7Ma6OGFnMIWpVzOaJyngZzCFqVc3tcYrYGcwna6rq5uRG5urjsanpkzZ8r27dslLw8/1uFiLnazZs2S999/Hz9HaNwK2ymND2lEIZf3ND6sgZzCFJU84F2NjybTYk1EREREREREAUyLNRERERERERGlbjS7glOmi9K1EKVcotTNmLnYRSkXdnm2Yy527Apux67gdpHqCq6BbxxBTmGLUi7oXoznBCGnsEUpl1M7duwYNWLECHc0POiWvm3bNolCLrNnz5Yf/vCHMnIkfvWGJyp5AHI5ffr0aHYFJyIiIiIiIhoAFtZEREREREREAxBUWON7goOe1ozvD0bXxT9qmO9QDstgfc0X1oOvrDLfk5xu8fLGscfxHcgxTnRcUtlfbB95mJwQ5jukU1kPERERERHRsGQrrFEk4XuCbVD0Ae4j/bTGdzRYVA0eHMulGmM0cIwrNNZrDPYxxvdyY914TUaDBu4DQk7mHmJzLRAREREREZ3TbIX19Rpvxwb7+JFGZWxQ3tH4T42POWPhQ8vq8xqtGmhVRYu7aV2v10DrrW0eP0wzLbOmeExm3ZDMsljuYY0qje9peOFY/krDFLy/0NirgelYz3c1DAzfq4F1+lu2/es3uSKQIwp1tDRfruHPLRkvalwQG+zm34Ztv4mIiIiIiIYdf2GNYuhajaedsfgmuq+H3NcoKNaYrIEW369roABES+ufNEy+2MerNTB9kjtumP3H8nh/gTsNEq07mWUxfZTGCxrVGt/Q8MIHGldpoDA1MIwC22a2xuc1FmqUY4LrLg2zfuSAwhstzbZ99ufmfS/INRoHY4MO2zaQV3/WTURERERElFH8hfUyDRR9QS3WBloff65xQOOvmBARaN1Fay9a09F9+U0N5IdH94/VgF9q4MMATN+k4S1IMYz9xzrwPvbPLJdo3cksi+nHMSEA5inR+IyGaf2N1+X6IxrYBnoSeFuzvVCUewt1v2Rym66B/TY5AbZpBG0j2f0mIiIiIiLKWN7CGq2JaFXEPb2JoDs4WidRAGbavbYo8FDoBXlUwxSQGPZ3eY5nIMt6meOLll582BF0jL+pgfvhEz3kzLQoozhGkZwq/z3W5nYAr4Fug4iIiIiIKCN5C2u0uM7TQGG0TQOFYbyWTrDda5vprtQwBSQiqCXYZiDLAo63t4jGBwDrNIKOsWnhxoPI0P076CnjazWKNFAco0gebHM10r0NIiIiIiKiSPIW1igCTUGIAvFb7jQvFGneYtt/r20mwD6gdRVFKO6DbtQwMIxppkBFl/eg1mK/gSxr+NcB3mOcr4H3kD9ajfEAMtNSHdQSj6K8ViNeK/1AfUIj3dsgIiIiIiKKJP891jZ4grT5TmTcV+u9/xdPsMY07zxRh/uBt2qgZR73QXsfDIZhTDP3E4P3XuJ4UlkW8+DBXq9qeI8Z1oH7vs06EOgVgPXgPdzPjffQOvyyBrqB4153FNibNQzv+v+PBh62hnUd1fisBh6wNph+oJHubRAREREREUUSWqdRDOE1k/Q3Z7Tu3qCRqIs7ZY4oXb9RyqVTI0cDOYWNudhFKZcOjTwN5BQ25mIXpVzOaozUQE5hi1IuZzTO00BOYYtSLu9rjNZATmE7rYFb1pBT2KKUCxpuPqiBnMIWpVxO7dixY9SIESPc0fDMmjVLtm3bJlHIZfbs2fLDH/5QRo7Er97wRCUPQC6nT58enUyLNREREREREREFMC3WRERERERERJS60U5hXXcis2rrirFZkmk5E1H4ZuZny472DsnKCr/HfrRyydFczmgu4XdimlmguRzTXLLDz2WW5lKruWQzl15mFeZK7ZHTkp2DOxnCFaVcZo/Lk+2tpyQnN9edEp4o5TJn3AjZ1vKu5ObhToZwzSkaKdsOvaO5hN+dNkq5XD5+lPzw4F8kb0T4XWqjlMvc4vPkld//WUaMxLcRhytSuZR8QF757Z9kxCjcbRKeKzSPlzSPkSHnAVdMGC2nT73HruBEREREREREA8HCmoiIiIiIiGgAWFgTERERERERDUBmF9aNS5z7rf2xrtF936pW1o1dIge6X1Ohy3zxMTnpjvVPf7Yb34Hl2O8yeflo72EiIiIiIiJKv8wurMvXOw8xqzvxmsyVxfKgM9wly8rd9yNpjiw7sV4muWMDVyvNm7HvTfLlIu+w+zYRERERERGl1fDuCu5p0V5a3eJO7OtkdZk73xJZt7yntTfW+tuz/IHll8v2N5dJ5fJa5/2e5QJaybu3721B7t1ibd320cdk6XIdd9dd4W7Ptj9OTvKE3O0s3zM8mC3iREREREREFGz4FtYoTheI24r9moxfVWnvHq3FauW2eVKD+Zo+JUc2u9N1+R/Ia26L+CGZuq1Sjt/6msy9aJ3UPDLHef+RVRe66z8khev6dr8+sOM3cmuTvr/pQtldZynsg7YNOlzqrvvW3z8gLzfa92fSI6a1fr0s8wwPXos4ERERERERxTNsC+uTdVtEVt3hFphzZN4qsRa3x1t/I3OXLZUxGClaKl+9wZnsDD+GAjpA7/VPkC9cKdJ22BnxaI5NK18vj1VNiE3yOBm0bbjhqu51539S170juf0hIiIiIiKioTWsu4KPL+kpZseUXOgO9dbW0uwOWaDV2+l6PVG+/6Y7zeN3qyZ2d82uXNUsR1p7F7poTZYFeN/+MLHj8bZtkcz+EBERERER0dAa1oW1t9BF67BN4YRSd8gH9zPfLrLcdMe+yJ3uMXcT3uuJvq3SeFCZvtc0T3bf3vdp4vlB2w6QzP4QERERERHR0Bq2hfWYinkiq9a6D/GqlS2rRKZW9O2OnV9yoWxf5xa9uK/avc8Zheunrpwb66ZtgfUfMcspPOis9wPMWuTlL3paqj95fp91odXZtm2bwlnJ7Q8RERERERENreHbYl20VJav+o3c7XTVvlxkU8BXUJWvl5ort0gl5rtdi1X3PucxVffI+O6u3pWy27lfeqIUyjKpxHdZY/1mOY275TXf13xNkC8vu1C+X6bvl22Rqbda7tcO2LZVcZL7Q0REREREREMqS6ML3ZgzCQrZ9OSMr8J6VUpDeap2mNsmOjfMzM+WHe0dkpWFX33hilYuOZrLGc0l/M9aZxZoLsc0l+zwc5mludRqLtnMpZdZhblSe+S0ZOfkuFPCE6VcZo/Lk+2tpyQnN9edEp4o5TJn3AjZ1vKu5ObluVPCM6dopGw79I7mMsKdEp4o5XL5+FHyw4N/kbwRI90p4YlSLnOLz5NXfv9nGTFylDslPJHKpeQD8spv/yQjRp3nTgnHFZrHS5rHyJDzgCsmjJbTp94b7RTWsUlERERERERElKLR7isRERERERERpU7k/wfrdnSwj6qrxQAAAABJRU5ErkJggg=="/>
          <p:cNvSpPr>
            <a:spLocks noChangeAspect="1" noChangeArrowheads="1"/>
          </p:cNvSpPr>
          <p:nvPr/>
        </p:nvSpPr>
        <p:spPr bwMode="auto">
          <a:xfrm>
            <a:off x="36512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Picture 10"/>
          <p:cNvPicPr>
            <a:picLocks noChangeAspect="1"/>
          </p:cNvPicPr>
          <p:nvPr/>
        </p:nvPicPr>
        <p:blipFill>
          <a:blip r:embed="rId2"/>
          <a:stretch>
            <a:fillRect/>
          </a:stretch>
        </p:blipFill>
        <p:spPr>
          <a:xfrm>
            <a:off x="457200" y="1752600"/>
            <a:ext cx="11006418" cy="3824849"/>
          </a:xfrm>
          <a:prstGeom prst="rect">
            <a:avLst/>
          </a:prstGeom>
        </p:spPr>
      </p:pic>
    </p:spTree>
    <p:extLst>
      <p:ext uri="{BB962C8B-B14F-4D97-AF65-F5344CB8AC3E}">
        <p14:creationId xmlns:p14="http://schemas.microsoft.com/office/powerpoint/2010/main" val="401330987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4"/>
          </p:nvPr>
        </p:nvSpPr>
        <p:spPr>
          <a:xfrm>
            <a:off x="1143000" y="1676400"/>
            <a:ext cx="9932949" cy="1289051"/>
          </a:xfrm>
        </p:spPr>
        <p:txBody>
          <a:bodyPr/>
          <a:lstStyle/>
          <a:p>
            <a:pPr defTabSz="904946">
              <a:lnSpc>
                <a:spcPct val="200000"/>
              </a:lnSpc>
              <a:spcBef>
                <a:spcPct val="0"/>
              </a:spcBef>
              <a:defRPr/>
            </a:pPr>
            <a:r>
              <a:rPr lang="en-US" sz="3600" b="1" dirty="0"/>
              <a:t>DIAGNOSE</a:t>
            </a:r>
            <a:endParaRPr lang="en-US" altLang="en-US" sz="3600" dirty="0">
              <a:latin typeface="Calibri" panose="020F0502020204030204" pitchFamily="34" charset="0"/>
              <a:ea typeface="ＭＳ Ｐゴシック" pitchFamily="34" charset="-128"/>
              <a:cs typeface="Times New Roman" pitchFamily="18" charset="0"/>
            </a:endParaRPr>
          </a:p>
        </p:txBody>
      </p:sp>
    </p:spTree>
    <p:extLst>
      <p:ext uri="{BB962C8B-B14F-4D97-AF65-F5344CB8AC3E}">
        <p14:creationId xmlns:p14="http://schemas.microsoft.com/office/powerpoint/2010/main" val="37129494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3"/>
          <p:cNvSpPr txBox="1">
            <a:spLocks/>
          </p:cNvSpPr>
          <p:nvPr/>
        </p:nvSpPr>
        <p:spPr>
          <a:xfrm>
            <a:off x="533400" y="1223610"/>
            <a:ext cx="11263493" cy="533400"/>
          </a:xfrm>
          <a:prstGeom prst="rect">
            <a:avLst/>
          </a:prstGeom>
        </p:spPr>
        <p:txBody>
          <a:bodyPr anchor="ctr"/>
          <a:lstStyle>
            <a:lvl1pPr marL="0">
              <a:defRPr sz="2200">
                <a:solidFill>
                  <a:srgbClr val="063161"/>
                </a:solidFill>
                <a:latin typeface="Georgia" panose="02040502050405020303"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nSpc>
                <a:spcPct val="150000"/>
              </a:lnSpc>
              <a:defRPr/>
            </a:pPr>
            <a:endParaRPr lang="en-US" altLang="ja-JP" sz="1050" i="1" dirty="0">
              <a:solidFill>
                <a:srgbClr val="002060"/>
              </a:solidFill>
              <a:latin typeface="Calibri" panose="020F0502020204030204" pitchFamily="34" charset="0"/>
            </a:endParaRPr>
          </a:p>
        </p:txBody>
      </p:sp>
      <p:sp>
        <p:nvSpPr>
          <p:cNvPr id="8" name="Text Placeholder 2"/>
          <p:cNvSpPr txBox="1">
            <a:spLocks/>
          </p:cNvSpPr>
          <p:nvPr/>
        </p:nvSpPr>
        <p:spPr>
          <a:xfrm>
            <a:off x="1849368" y="1500"/>
            <a:ext cx="7235456" cy="533400"/>
          </a:xfrm>
          <a:prstGeom prst="rect">
            <a:avLst/>
          </a:prstGeom>
        </p:spPr>
        <p:txBody>
          <a:bodyPr anchor="ctr"/>
          <a:lstStyle>
            <a:lvl1pPr marL="0">
              <a:defRPr sz="3000">
                <a:solidFill>
                  <a:srgbClr val="063161"/>
                </a:solidFill>
                <a:latin typeface="Georgia" panose="02040502050405020303"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1800" b="1" kern="0" dirty="0">
                <a:latin typeface="+mj-lt"/>
              </a:rPr>
              <a:t>Process Map</a:t>
            </a:r>
          </a:p>
        </p:txBody>
      </p:sp>
      <p:sp>
        <p:nvSpPr>
          <p:cNvPr id="14" name="AutoShape 8"/>
          <p:cNvSpPr>
            <a:spLocks noChangeArrowheads="1"/>
          </p:cNvSpPr>
          <p:nvPr/>
        </p:nvSpPr>
        <p:spPr bwMode="auto">
          <a:xfrm>
            <a:off x="0" y="70773"/>
            <a:ext cx="1814732" cy="416569"/>
          </a:xfrm>
          <a:prstGeom prst="chevron">
            <a:avLst>
              <a:gd name="adj" fmla="val 40576"/>
            </a:avLst>
          </a:prstGeom>
          <a:solidFill>
            <a:srgbClr val="EB3846"/>
          </a:solidFill>
          <a:ln>
            <a:noFill/>
          </a:ln>
          <a:effectLst/>
        </p:spPr>
        <p:txBody>
          <a:bodyPr wrap="none" anchor="ctr"/>
          <a:lstStyle>
            <a:lvl1pPr defTabSz="973138" eaLnBrk="0" hangingPunct="0">
              <a:tabLst>
                <a:tab pos="1374775" algn="l"/>
              </a:tabLst>
              <a:defRPr sz="1200">
                <a:solidFill>
                  <a:schemeClr val="tx1"/>
                </a:solidFill>
                <a:latin typeface="Arial" charset="0"/>
                <a:ea typeface="ＭＳ Ｐゴシック" pitchFamily="34" charset="-128"/>
              </a:defRPr>
            </a:lvl1pPr>
            <a:lvl2pPr marL="742950" indent="-285750" defTabSz="973138" eaLnBrk="0" hangingPunct="0">
              <a:tabLst>
                <a:tab pos="1374775" algn="l"/>
              </a:tabLst>
              <a:defRPr sz="1200">
                <a:solidFill>
                  <a:schemeClr val="tx1"/>
                </a:solidFill>
                <a:latin typeface="Arial" charset="0"/>
                <a:ea typeface="ＭＳ Ｐゴシック" pitchFamily="34" charset="-128"/>
              </a:defRPr>
            </a:lvl2pPr>
            <a:lvl3pPr marL="1143000" indent="-228600" defTabSz="973138" eaLnBrk="0" hangingPunct="0">
              <a:tabLst>
                <a:tab pos="1374775" algn="l"/>
              </a:tabLst>
              <a:defRPr sz="1200">
                <a:solidFill>
                  <a:schemeClr val="tx1"/>
                </a:solidFill>
                <a:latin typeface="Arial" charset="0"/>
                <a:ea typeface="ＭＳ Ｐゴシック" pitchFamily="34" charset="-128"/>
              </a:defRPr>
            </a:lvl3pPr>
            <a:lvl4pPr marL="1600200" indent="-228600" defTabSz="973138" eaLnBrk="0" hangingPunct="0">
              <a:tabLst>
                <a:tab pos="1374775" algn="l"/>
              </a:tabLst>
              <a:defRPr sz="1200">
                <a:solidFill>
                  <a:schemeClr val="tx1"/>
                </a:solidFill>
                <a:latin typeface="Arial" charset="0"/>
                <a:ea typeface="ＭＳ Ｐゴシック" pitchFamily="34" charset="-128"/>
              </a:defRPr>
            </a:lvl4pPr>
            <a:lvl5pPr marL="2057400" indent="-228600" defTabSz="973138" eaLnBrk="0" hangingPunct="0">
              <a:tabLst>
                <a:tab pos="1374775" algn="l"/>
              </a:tabLst>
              <a:defRPr sz="1200">
                <a:solidFill>
                  <a:schemeClr val="tx1"/>
                </a:solidFill>
                <a:latin typeface="Arial" charset="0"/>
                <a:ea typeface="ＭＳ Ｐゴシック" pitchFamily="34" charset="-128"/>
              </a:defRPr>
            </a:lvl5pPr>
            <a:lvl6pPr marL="25146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6pPr>
            <a:lvl7pPr marL="29718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7pPr>
            <a:lvl8pPr marL="34290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8pPr>
            <a:lvl9pPr marL="38862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9pPr>
          </a:lstStyle>
          <a:p>
            <a:pPr eaLnBrk="1" hangingPunct="1">
              <a:buClr>
                <a:srgbClr val="905500"/>
              </a:buClr>
            </a:pPr>
            <a:r>
              <a:rPr lang="en-US" altLang="en-US" sz="1800" b="1" dirty="0">
                <a:solidFill>
                  <a:schemeClr val="bg1"/>
                </a:solidFill>
              </a:rPr>
              <a:t>Diagnose </a:t>
            </a:r>
          </a:p>
          <a:p>
            <a:pPr eaLnBrk="1" hangingPunct="1">
              <a:buClr>
                <a:srgbClr val="905500"/>
              </a:buClr>
            </a:pPr>
            <a:r>
              <a:rPr lang="en-US" altLang="en-US" sz="1100" b="1" dirty="0">
                <a:solidFill>
                  <a:schemeClr val="bg1"/>
                </a:solidFill>
              </a:rPr>
              <a:t>using Process…</a:t>
            </a:r>
          </a:p>
        </p:txBody>
      </p:sp>
      <p:pic>
        <p:nvPicPr>
          <p:cNvPr id="2" name="Picture 1"/>
          <p:cNvPicPr>
            <a:picLocks noChangeAspect="1"/>
          </p:cNvPicPr>
          <p:nvPr/>
        </p:nvPicPr>
        <p:blipFill>
          <a:blip r:embed="rId2"/>
          <a:stretch>
            <a:fillRect/>
          </a:stretch>
        </p:blipFill>
        <p:spPr>
          <a:xfrm>
            <a:off x="1304671" y="547286"/>
            <a:ext cx="9472186" cy="5984143"/>
          </a:xfrm>
          <a:prstGeom prst="rect">
            <a:avLst/>
          </a:prstGeom>
        </p:spPr>
      </p:pic>
    </p:spTree>
    <p:extLst>
      <p:ext uri="{BB962C8B-B14F-4D97-AF65-F5344CB8AC3E}">
        <p14:creationId xmlns:p14="http://schemas.microsoft.com/office/powerpoint/2010/main" val="138262544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2"/>
          </p:nvPr>
        </p:nvSpPr>
        <p:spPr/>
        <p:txBody>
          <a:bodyPr/>
          <a:lstStyle/>
          <a:p>
            <a:endParaRPr lang="en-US" dirty="0"/>
          </a:p>
          <a:p>
            <a:endParaRPr lang="en-US" dirty="0"/>
          </a:p>
        </p:txBody>
      </p:sp>
      <p:sp>
        <p:nvSpPr>
          <p:cNvPr id="8" name="Text Placeholder 3"/>
          <p:cNvSpPr txBox="1">
            <a:spLocks/>
          </p:cNvSpPr>
          <p:nvPr/>
        </p:nvSpPr>
        <p:spPr>
          <a:xfrm>
            <a:off x="421966" y="916408"/>
            <a:ext cx="11263493" cy="533400"/>
          </a:xfrm>
          <a:prstGeom prst="rect">
            <a:avLst/>
          </a:prstGeom>
        </p:spPr>
        <p:txBody>
          <a:bodyPr anchor="ctr"/>
          <a:lstStyle>
            <a:lvl1pPr marL="0">
              <a:defRPr sz="2200">
                <a:solidFill>
                  <a:srgbClr val="063161"/>
                </a:solidFill>
                <a:latin typeface="Georgia" panose="02040502050405020303"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en-US" sz="1000" kern="0" dirty="0"/>
          </a:p>
        </p:txBody>
      </p:sp>
      <p:sp>
        <p:nvSpPr>
          <p:cNvPr id="9" name="Text Placeholder 2"/>
          <p:cNvSpPr txBox="1">
            <a:spLocks/>
          </p:cNvSpPr>
          <p:nvPr/>
        </p:nvSpPr>
        <p:spPr>
          <a:xfrm>
            <a:off x="1832344" y="1941"/>
            <a:ext cx="7235456" cy="533400"/>
          </a:xfrm>
          <a:prstGeom prst="rect">
            <a:avLst/>
          </a:prstGeom>
        </p:spPr>
        <p:txBody>
          <a:bodyPr anchor="ctr"/>
          <a:lstStyle>
            <a:lvl1pPr marL="0">
              <a:defRPr sz="3000">
                <a:solidFill>
                  <a:srgbClr val="063161"/>
                </a:solidFill>
                <a:latin typeface="Georgia" panose="02040502050405020303"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1800" b="1" kern="0" dirty="0">
                <a:latin typeface="+mj-lt"/>
              </a:rPr>
              <a:t>Fish Bone Analysis</a:t>
            </a:r>
          </a:p>
        </p:txBody>
      </p:sp>
      <p:grpSp>
        <p:nvGrpSpPr>
          <p:cNvPr id="12" name="Group 11"/>
          <p:cNvGrpSpPr/>
          <p:nvPr/>
        </p:nvGrpSpPr>
        <p:grpSpPr>
          <a:xfrm>
            <a:off x="1828800" y="1320414"/>
            <a:ext cx="8483599" cy="5049186"/>
            <a:chOff x="355601" y="1386103"/>
            <a:chExt cx="8597899" cy="4097661"/>
          </a:xfrm>
        </p:grpSpPr>
        <p:sp>
          <p:nvSpPr>
            <p:cNvPr id="13" name="Rectangle 12"/>
            <p:cNvSpPr/>
            <p:nvPr/>
          </p:nvSpPr>
          <p:spPr>
            <a:xfrm>
              <a:off x="1204054" y="1399960"/>
              <a:ext cx="1305115" cy="174843"/>
            </a:xfrm>
            <a:prstGeom prst="rect">
              <a:avLst/>
            </a:prstGeom>
            <a:solidFill>
              <a:srgbClr val="073262"/>
            </a:solidFill>
            <a:ln w="9525" algn="ctr">
              <a:solidFill>
                <a:srgbClr val="41414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defTabSz="910331">
                <a:defRPr/>
              </a:pPr>
              <a:r>
                <a:rPr lang="en-US" sz="800" kern="0" dirty="0">
                  <a:solidFill>
                    <a:srgbClr val="FFFFFF"/>
                  </a:solidFill>
                  <a:latin typeface="+mj-lt"/>
                  <a:ea typeface="ＭＳ Ｐゴシック"/>
                </a:rPr>
                <a:t>People</a:t>
              </a:r>
            </a:p>
          </p:txBody>
        </p:sp>
        <p:sp>
          <p:nvSpPr>
            <p:cNvPr id="14" name="Rectangle 13"/>
            <p:cNvSpPr/>
            <p:nvPr/>
          </p:nvSpPr>
          <p:spPr>
            <a:xfrm>
              <a:off x="3188483" y="1386103"/>
              <a:ext cx="1427018" cy="174843"/>
            </a:xfrm>
            <a:prstGeom prst="rect">
              <a:avLst/>
            </a:prstGeom>
            <a:solidFill>
              <a:srgbClr val="073262"/>
            </a:solidFill>
            <a:ln w="9525" algn="ctr">
              <a:solidFill>
                <a:srgbClr val="41414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defTabSz="910331">
                <a:defRPr/>
              </a:pPr>
              <a:r>
                <a:rPr lang="en-US" sz="800" kern="0" dirty="0">
                  <a:solidFill>
                    <a:srgbClr val="FFFFFF"/>
                  </a:solidFill>
                  <a:latin typeface="+mj-lt"/>
                  <a:ea typeface="ＭＳ Ｐゴシック"/>
                </a:rPr>
                <a:t>Users/business</a:t>
              </a:r>
            </a:p>
          </p:txBody>
        </p:sp>
        <p:sp>
          <p:nvSpPr>
            <p:cNvPr id="15" name="Rectangle 14"/>
            <p:cNvSpPr/>
            <p:nvPr/>
          </p:nvSpPr>
          <p:spPr>
            <a:xfrm>
              <a:off x="5346153" y="1413304"/>
              <a:ext cx="1427018" cy="215444"/>
            </a:xfrm>
            <a:prstGeom prst="rect">
              <a:avLst/>
            </a:prstGeom>
            <a:solidFill>
              <a:srgbClr val="073262"/>
            </a:solidFill>
            <a:ln w="9525" algn="ctr">
              <a:solidFill>
                <a:srgbClr val="41414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defTabSz="910331">
                <a:defRPr/>
              </a:pPr>
              <a:r>
                <a:rPr lang="en-US" sz="800" kern="0" dirty="0">
                  <a:solidFill>
                    <a:srgbClr val="FFFFFF"/>
                  </a:solidFill>
                  <a:latin typeface="+mj-lt"/>
                  <a:ea typeface="ＭＳ Ｐゴシック"/>
                </a:rPr>
                <a:t>Process</a:t>
              </a:r>
            </a:p>
          </p:txBody>
        </p:sp>
        <p:sp>
          <p:nvSpPr>
            <p:cNvPr id="16" name="Rectangle 15"/>
            <p:cNvSpPr/>
            <p:nvPr/>
          </p:nvSpPr>
          <p:spPr>
            <a:xfrm>
              <a:off x="1033330" y="5295067"/>
              <a:ext cx="1427018" cy="174843"/>
            </a:xfrm>
            <a:prstGeom prst="rect">
              <a:avLst/>
            </a:prstGeom>
            <a:solidFill>
              <a:srgbClr val="073262"/>
            </a:solidFill>
            <a:ln w="9525" algn="ctr">
              <a:solidFill>
                <a:srgbClr val="41414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defTabSz="910331">
                <a:defRPr/>
              </a:pPr>
              <a:r>
                <a:rPr lang="en-US" sz="800" kern="0" dirty="0">
                  <a:solidFill>
                    <a:srgbClr val="FFFFFF"/>
                  </a:solidFill>
                  <a:latin typeface="+mj-lt"/>
                  <a:ea typeface="ＭＳ Ｐゴシック"/>
                </a:rPr>
                <a:t>Suppliers</a:t>
              </a:r>
            </a:p>
          </p:txBody>
        </p:sp>
        <p:sp>
          <p:nvSpPr>
            <p:cNvPr id="17" name="Rectangle 16"/>
            <p:cNvSpPr/>
            <p:nvPr/>
          </p:nvSpPr>
          <p:spPr>
            <a:xfrm>
              <a:off x="3083803" y="5308920"/>
              <a:ext cx="1427018" cy="174843"/>
            </a:xfrm>
            <a:prstGeom prst="rect">
              <a:avLst/>
            </a:prstGeom>
            <a:solidFill>
              <a:srgbClr val="073262"/>
            </a:solidFill>
            <a:ln w="9525" algn="ctr">
              <a:solidFill>
                <a:srgbClr val="41414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defTabSz="910331">
                <a:defRPr/>
              </a:pPr>
              <a:r>
                <a:rPr lang="en-US" sz="800" kern="0" dirty="0">
                  <a:solidFill>
                    <a:srgbClr val="FFFFFF"/>
                  </a:solidFill>
                  <a:latin typeface="+mj-lt"/>
                  <a:ea typeface="ＭＳ Ｐゴシック"/>
                </a:rPr>
                <a:t>System</a:t>
              </a:r>
            </a:p>
          </p:txBody>
        </p:sp>
        <p:sp>
          <p:nvSpPr>
            <p:cNvPr id="18" name="Rectangle 17"/>
            <p:cNvSpPr/>
            <p:nvPr/>
          </p:nvSpPr>
          <p:spPr>
            <a:xfrm>
              <a:off x="5300533" y="5308921"/>
              <a:ext cx="1427018" cy="174843"/>
            </a:xfrm>
            <a:prstGeom prst="rect">
              <a:avLst/>
            </a:prstGeom>
            <a:solidFill>
              <a:srgbClr val="073262"/>
            </a:solidFill>
            <a:ln w="9525" algn="ctr">
              <a:solidFill>
                <a:srgbClr val="41414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defTabSz="910331">
                <a:defRPr/>
              </a:pPr>
              <a:r>
                <a:rPr lang="en-US" sz="800" kern="0" dirty="0">
                  <a:solidFill>
                    <a:srgbClr val="FFFFFF"/>
                  </a:solidFill>
                  <a:latin typeface="+mj-lt"/>
                  <a:ea typeface="ＭＳ Ｐゴシック"/>
                </a:rPr>
                <a:t>Process</a:t>
              </a:r>
            </a:p>
          </p:txBody>
        </p:sp>
        <p:sp>
          <p:nvSpPr>
            <p:cNvPr id="36" name="Rectangle 3145"/>
            <p:cNvSpPr>
              <a:spLocks noChangeArrowheads="1"/>
            </p:cNvSpPr>
            <p:nvPr/>
          </p:nvSpPr>
          <p:spPr bwMode="auto">
            <a:xfrm>
              <a:off x="7414718" y="3347120"/>
              <a:ext cx="1538782" cy="174843"/>
            </a:xfrm>
            <a:prstGeom prst="rect">
              <a:avLst/>
            </a:prstGeom>
            <a:solidFill>
              <a:srgbClr val="073262"/>
            </a:solidFill>
            <a:ln w="9525">
              <a:solidFill>
                <a:srgbClr val="41414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defTabSz="910331">
                <a:defRPr/>
              </a:pPr>
              <a:r>
                <a:rPr lang="en-US" sz="800" kern="0" dirty="0">
                  <a:solidFill>
                    <a:srgbClr val="FFFFFF"/>
                  </a:solidFill>
                  <a:latin typeface="+mj-lt"/>
                  <a:ea typeface="ＭＳ Ｐゴシック"/>
                </a:rPr>
                <a:t>Increasing POT</a:t>
              </a:r>
            </a:p>
          </p:txBody>
        </p:sp>
        <p:sp>
          <p:nvSpPr>
            <p:cNvPr id="37" name="Line 3196"/>
            <p:cNvSpPr>
              <a:spLocks noChangeShapeType="1"/>
            </p:cNvSpPr>
            <p:nvPr/>
          </p:nvSpPr>
          <p:spPr bwMode="auto">
            <a:xfrm>
              <a:off x="355601" y="3428999"/>
              <a:ext cx="7059118" cy="41"/>
            </a:xfrm>
            <a:prstGeom prst="line">
              <a:avLst/>
            </a:prstGeom>
            <a:noFill/>
            <a:ln w="25400">
              <a:solidFill>
                <a:srgbClr val="00008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0331">
                <a:defRPr/>
              </a:pPr>
              <a:endParaRPr lang="en-US" sz="800" kern="0" dirty="0">
                <a:solidFill>
                  <a:srgbClr val="414141"/>
                </a:solidFill>
                <a:latin typeface="+mj-lt"/>
                <a:ea typeface="ＭＳ Ｐゴシック"/>
              </a:endParaRPr>
            </a:p>
          </p:txBody>
        </p:sp>
        <p:grpSp>
          <p:nvGrpSpPr>
            <p:cNvPr id="38" name="Group 3197"/>
            <p:cNvGrpSpPr>
              <a:grpSpLocks/>
            </p:cNvGrpSpPr>
            <p:nvPr/>
          </p:nvGrpSpPr>
          <p:grpSpPr bwMode="auto">
            <a:xfrm>
              <a:off x="1884363" y="1630363"/>
              <a:ext cx="767600" cy="3584147"/>
              <a:chOff x="747" y="931"/>
              <a:chExt cx="516" cy="2765"/>
            </a:xfrm>
          </p:grpSpPr>
          <p:sp>
            <p:nvSpPr>
              <p:cNvPr id="45" name="Line 3128"/>
              <p:cNvSpPr>
                <a:spLocks noChangeShapeType="1"/>
              </p:cNvSpPr>
              <p:nvPr/>
            </p:nvSpPr>
            <p:spPr bwMode="auto">
              <a:xfrm flipH="1" flipV="1">
                <a:off x="755" y="931"/>
                <a:ext cx="508" cy="1373"/>
              </a:xfrm>
              <a:prstGeom prst="line">
                <a:avLst/>
              </a:prstGeom>
              <a:noFill/>
              <a:ln w="25400">
                <a:solidFill>
                  <a:srgbClr val="000080"/>
                </a:solidFill>
                <a:round/>
                <a:headEnd/>
                <a:tailEnd/>
              </a:ln>
              <a:extLst>
                <a:ext uri="{909E8E84-426E-40DD-AFC4-6F175D3DCCD1}">
                  <a14:hiddenFill xmlns:a14="http://schemas.microsoft.com/office/drawing/2010/main">
                    <a:noFill/>
                  </a14:hiddenFill>
                </a:ext>
              </a:extLst>
            </p:spPr>
            <p:txBody>
              <a:bodyPr/>
              <a:lstStyle/>
              <a:p>
                <a:pPr defTabSz="910331">
                  <a:defRPr/>
                </a:pPr>
                <a:endParaRPr lang="en-US" sz="800" kern="0" dirty="0">
                  <a:solidFill>
                    <a:srgbClr val="414141"/>
                  </a:solidFill>
                  <a:latin typeface="+mj-lt"/>
                  <a:ea typeface="ＭＳ Ｐゴシック"/>
                </a:endParaRPr>
              </a:p>
            </p:txBody>
          </p:sp>
          <p:sp>
            <p:nvSpPr>
              <p:cNvPr id="46" name="Line 3129"/>
              <p:cNvSpPr>
                <a:spLocks noChangeShapeType="1"/>
              </p:cNvSpPr>
              <p:nvPr/>
            </p:nvSpPr>
            <p:spPr bwMode="auto">
              <a:xfrm flipH="1">
                <a:off x="747" y="2299"/>
                <a:ext cx="516" cy="1397"/>
              </a:xfrm>
              <a:prstGeom prst="line">
                <a:avLst/>
              </a:prstGeom>
              <a:noFill/>
              <a:ln w="25400">
                <a:solidFill>
                  <a:srgbClr val="000080"/>
                </a:solidFill>
                <a:round/>
                <a:headEnd/>
                <a:tailEnd/>
              </a:ln>
              <a:extLst>
                <a:ext uri="{909E8E84-426E-40DD-AFC4-6F175D3DCCD1}">
                  <a14:hiddenFill xmlns:a14="http://schemas.microsoft.com/office/drawing/2010/main">
                    <a:noFill/>
                  </a14:hiddenFill>
                </a:ext>
              </a:extLst>
            </p:spPr>
            <p:txBody>
              <a:bodyPr/>
              <a:lstStyle/>
              <a:p>
                <a:pPr defTabSz="910331">
                  <a:defRPr/>
                </a:pPr>
                <a:endParaRPr lang="en-US" sz="800" kern="0" dirty="0">
                  <a:solidFill>
                    <a:srgbClr val="414141"/>
                  </a:solidFill>
                  <a:latin typeface="+mj-lt"/>
                  <a:ea typeface="ＭＳ Ｐゴシック"/>
                </a:endParaRPr>
              </a:p>
            </p:txBody>
          </p:sp>
        </p:grpSp>
        <p:grpSp>
          <p:nvGrpSpPr>
            <p:cNvPr id="39" name="Group 3197"/>
            <p:cNvGrpSpPr>
              <a:grpSpLocks/>
            </p:cNvGrpSpPr>
            <p:nvPr/>
          </p:nvGrpSpPr>
          <p:grpSpPr bwMode="auto">
            <a:xfrm>
              <a:off x="3944100" y="1655763"/>
              <a:ext cx="767600" cy="3584147"/>
              <a:chOff x="747" y="931"/>
              <a:chExt cx="516" cy="2765"/>
            </a:xfrm>
          </p:grpSpPr>
          <p:sp>
            <p:nvSpPr>
              <p:cNvPr id="43" name="Line 3128"/>
              <p:cNvSpPr>
                <a:spLocks noChangeShapeType="1"/>
              </p:cNvSpPr>
              <p:nvPr/>
            </p:nvSpPr>
            <p:spPr bwMode="auto">
              <a:xfrm flipH="1" flipV="1">
                <a:off x="755" y="931"/>
                <a:ext cx="508" cy="1373"/>
              </a:xfrm>
              <a:prstGeom prst="line">
                <a:avLst/>
              </a:prstGeom>
              <a:noFill/>
              <a:ln w="25400">
                <a:solidFill>
                  <a:srgbClr val="000080"/>
                </a:solidFill>
                <a:round/>
                <a:headEnd/>
                <a:tailEnd/>
              </a:ln>
              <a:extLst>
                <a:ext uri="{909E8E84-426E-40DD-AFC4-6F175D3DCCD1}">
                  <a14:hiddenFill xmlns:a14="http://schemas.microsoft.com/office/drawing/2010/main">
                    <a:noFill/>
                  </a14:hiddenFill>
                </a:ext>
              </a:extLst>
            </p:spPr>
            <p:txBody>
              <a:bodyPr/>
              <a:lstStyle/>
              <a:p>
                <a:pPr defTabSz="910331">
                  <a:defRPr/>
                </a:pPr>
                <a:endParaRPr lang="en-US" sz="800" kern="0" dirty="0">
                  <a:solidFill>
                    <a:srgbClr val="414141"/>
                  </a:solidFill>
                  <a:latin typeface="+mj-lt"/>
                  <a:ea typeface="ＭＳ Ｐゴシック"/>
                </a:endParaRPr>
              </a:p>
            </p:txBody>
          </p:sp>
          <p:sp>
            <p:nvSpPr>
              <p:cNvPr id="44" name="Line 3129"/>
              <p:cNvSpPr>
                <a:spLocks noChangeShapeType="1"/>
              </p:cNvSpPr>
              <p:nvPr/>
            </p:nvSpPr>
            <p:spPr bwMode="auto">
              <a:xfrm flipH="1">
                <a:off x="747" y="2299"/>
                <a:ext cx="516" cy="1397"/>
              </a:xfrm>
              <a:prstGeom prst="line">
                <a:avLst/>
              </a:prstGeom>
              <a:noFill/>
              <a:ln w="25400">
                <a:solidFill>
                  <a:srgbClr val="000080"/>
                </a:solidFill>
                <a:round/>
                <a:headEnd/>
                <a:tailEnd/>
              </a:ln>
              <a:extLst>
                <a:ext uri="{909E8E84-426E-40DD-AFC4-6F175D3DCCD1}">
                  <a14:hiddenFill xmlns:a14="http://schemas.microsoft.com/office/drawing/2010/main">
                    <a:noFill/>
                  </a14:hiddenFill>
                </a:ext>
              </a:extLst>
            </p:spPr>
            <p:txBody>
              <a:bodyPr/>
              <a:lstStyle/>
              <a:p>
                <a:pPr defTabSz="910331">
                  <a:defRPr/>
                </a:pPr>
                <a:endParaRPr lang="en-US" sz="800" kern="0" dirty="0">
                  <a:solidFill>
                    <a:srgbClr val="414141"/>
                  </a:solidFill>
                  <a:latin typeface="+mj-lt"/>
                  <a:ea typeface="ＭＳ Ｐゴシック"/>
                </a:endParaRPr>
              </a:p>
            </p:txBody>
          </p:sp>
        </p:grpSp>
        <p:grpSp>
          <p:nvGrpSpPr>
            <p:cNvPr id="40" name="Group 3197"/>
            <p:cNvGrpSpPr>
              <a:grpSpLocks/>
            </p:cNvGrpSpPr>
            <p:nvPr/>
          </p:nvGrpSpPr>
          <p:grpSpPr bwMode="auto">
            <a:xfrm>
              <a:off x="6077700" y="1655763"/>
              <a:ext cx="767600" cy="3584147"/>
              <a:chOff x="747" y="931"/>
              <a:chExt cx="516" cy="2765"/>
            </a:xfrm>
          </p:grpSpPr>
          <p:sp>
            <p:nvSpPr>
              <p:cNvPr id="41" name="Line 3128"/>
              <p:cNvSpPr>
                <a:spLocks noChangeShapeType="1"/>
              </p:cNvSpPr>
              <p:nvPr/>
            </p:nvSpPr>
            <p:spPr bwMode="auto">
              <a:xfrm flipH="1" flipV="1">
                <a:off x="755" y="931"/>
                <a:ext cx="508" cy="1373"/>
              </a:xfrm>
              <a:prstGeom prst="line">
                <a:avLst/>
              </a:prstGeom>
              <a:noFill/>
              <a:ln w="25400">
                <a:solidFill>
                  <a:srgbClr val="000080"/>
                </a:solidFill>
                <a:round/>
                <a:headEnd/>
                <a:tailEnd/>
              </a:ln>
              <a:extLst>
                <a:ext uri="{909E8E84-426E-40DD-AFC4-6F175D3DCCD1}">
                  <a14:hiddenFill xmlns:a14="http://schemas.microsoft.com/office/drawing/2010/main">
                    <a:noFill/>
                  </a14:hiddenFill>
                </a:ext>
              </a:extLst>
            </p:spPr>
            <p:txBody>
              <a:bodyPr/>
              <a:lstStyle/>
              <a:p>
                <a:pPr defTabSz="910331">
                  <a:defRPr/>
                </a:pPr>
                <a:endParaRPr lang="en-US" sz="800" kern="0" dirty="0">
                  <a:solidFill>
                    <a:srgbClr val="414141"/>
                  </a:solidFill>
                  <a:latin typeface="+mj-lt"/>
                  <a:ea typeface="ＭＳ Ｐゴシック"/>
                </a:endParaRPr>
              </a:p>
            </p:txBody>
          </p:sp>
          <p:sp>
            <p:nvSpPr>
              <p:cNvPr id="42" name="Line 3129"/>
              <p:cNvSpPr>
                <a:spLocks noChangeShapeType="1"/>
              </p:cNvSpPr>
              <p:nvPr/>
            </p:nvSpPr>
            <p:spPr bwMode="auto">
              <a:xfrm flipH="1">
                <a:off x="747" y="2299"/>
                <a:ext cx="516" cy="1397"/>
              </a:xfrm>
              <a:prstGeom prst="line">
                <a:avLst/>
              </a:prstGeom>
              <a:noFill/>
              <a:ln w="25400">
                <a:solidFill>
                  <a:srgbClr val="000080"/>
                </a:solidFill>
                <a:round/>
                <a:headEnd/>
                <a:tailEnd/>
              </a:ln>
              <a:extLst>
                <a:ext uri="{909E8E84-426E-40DD-AFC4-6F175D3DCCD1}">
                  <a14:hiddenFill xmlns:a14="http://schemas.microsoft.com/office/drawing/2010/main">
                    <a:noFill/>
                  </a14:hiddenFill>
                </a:ext>
              </a:extLst>
            </p:spPr>
            <p:txBody>
              <a:bodyPr/>
              <a:lstStyle/>
              <a:p>
                <a:pPr defTabSz="910331">
                  <a:defRPr/>
                </a:pPr>
                <a:endParaRPr lang="en-US" sz="800" kern="0" dirty="0">
                  <a:solidFill>
                    <a:srgbClr val="414141"/>
                  </a:solidFill>
                  <a:latin typeface="+mj-lt"/>
                  <a:ea typeface="ＭＳ Ｐゴシック"/>
                </a:endParaRPr>
              </a:p>
            </p:txBody>
          </p:sp>
        </p:grpSp>
      </p:grpSp>
      <p:sp>
        <p:nvSpPr>
          <p:cNvPr id="47" name="Rectangle 2"/>
          <p:cNvSpPr>
            <a:spLocks noChangeArrowheads="1"/>
          </p:cNvSpPr>
          <p:nvPr/>
        </p:nvSpPr>
        <p:spPr bwMode="auto">
          <a:xfrm>
            <a:off x="3762289" y="615270"/>
            <a:ext cx="437968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sz="2000" dirty="0">
                <a:solidFill>
                  <a:srgbClr val="073262"/>
                </a:solidFill>
                <a:latin typeface="Trebuchet MS" pitchFamily="34" charset="0"/>
                <a:ea typeface="MS PGothic" pitchFamily="34" charset="-128"/>
              </a:rPr>
              <a:t>Cause and Effect diagram</a:t>
            </a:r>
          </a:p>
        </p:txBody>
      </p:sp>
      <p:sp>
        <p:nvSpPr>
          <p:cNvPr id="116" name="Oval 115"/>
          <p:cNvSpPr/>
          <p:nvPr/>
        </p:nvSpPr>
        <p:spPr>
          <a:xfrm>
            <a:off x="9160621" y="6148600"/>
            <a:ext cx="226636" cy="68580"/>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lIns="91033" tIns="45535" rIns="91033" bIns="45535" rtlCol="0" anchor="ctr"/>
          <a:lstStyle/>
          <a:p>
            <a:pPr algn="ctr" defTabSz="910331"/>
            <a:endParaRPr lang="en-US">
              <a:solidFill>
                <a:srgbClr val="FFFFFF"/>
              </a:solidFill>
            </a:endParaRPr>
          </a:p>
        </p:txBody>
      </p:sp>
      <p:sp>
        <p:nvSpPr>
          <p:cNvPr id="117" name="TextBox 116"/>
          <p:cNvSpPr txBox="1"/>
          <p:nvPr/>
        </p:nvSpPr>
        <p:spPr>
          <a:xfrm>
            <a:off x="9333978" y="6069435"/>
            <a:ext cx="1018414" cy="235229"/>
          </a:xfrm>
          <a:prstGeom prst="rect">
            <a:avLst/>
          </a:prstGeom>
          <a:noFill/>
        </p:spPr>
        <p:txBody>
          <a:bodyPr wrap="square" lIns="91033" tIns="45535" rIns="91033" bIns="45535" rtlCol="0">
            <a:spAutoFit/>
          </a:bodyPr>
          <a:lstStyle/>
          <a:p>
            <a:pPr defTabSz="910331"/>
            <a:r>
              <a:rPr lang="en-US" sz="900" dirty="0">
                <a:solidFill>
                  <a:srgbClr val="414141"/>
                </a:solidFill>
                <a:latin typeface=""/>
                <a:ea typeface="ＭＳ Ｐゴシック"/>
              </a:rPr>
              <a:t>Process Door</a:t>
            </a:r>
          </a:p>
        </p:txBody>
      </p:sp>
      <p:sp>
        <p:nvSpPr>
          <p:cNvPr id="118" name="TextBox 117"/>
          <p:cNvSpPr txBox="1"/>
          <p:nvPr/>
        </p:nvSpPr>
        <p:spPr>
          <a:xfrm>
            <a:off x="9356073" y="6217217"/>
            <a:ext cx="1018414" cy="235229"/>
          </a:xfrm>
          <a:prstGeom prst="rect">
            <a:avLst/>
          </a:prstGeom>
          <a:noFill/>
        </p:spPr>
        <p:txBody>
          <a:bodyPr wrap="square" lIns="91033" tIns="45535" rIns="91033" bIns="45535" rtlCol="0">
            <a:spAutoFit/>
          </a:bodyPr>
          <a:lstStyle/>
          <a:p>
            <a:pPr defTabSz="910331"/>
            <a:r>
              <a:rPr lang="en-US" sz="900" dirty="0">
                <a:solidFill>
                  <a:srgbClr val="414141"/>
                </a:solidFill>
                <a:latin typeface=""/>
                <a:ea typeface="ＭＳ Ｐゴシック"/>
              </a:rPr>
              <a:t>Data Door</a:t>
            </a:r>
          </a:p>
        </p:txBody>
      </p:sp>
      <p:sp>
        <p:nvSpPr>
          <p:cNvPr id="119" name="Oval 118"/>
          <p:cNvSpPr/>
          <p:nvPr/>
        </p:nvSpPr>
        <p:spPr>
          <a:xfrm>
            <a:off x="9166717" y="6288808"/>
            <a:ext cx="226636" cy="68580"/>
          </a:xfrm>
          <a:prstGeom prst="ellipse">
            <a:avLst/>
          </a:prstGeom>
          <a:solidFill>
            <a:srgbClr val="536947"/>
          </a:solidFill>
          <a:ln>
            <a:solidFill>
              <a:srgbClr val="073262"/>
            </a:solidFill>
          </a:ln>
        </p:spPr>
        <p:style>
          <a:lnRef idx="2">
            <a:schemeClr val="accent1">
              <a:shade val="50000"/>
            </a:schemeClr>
          </a:lnRef>
          <a:fillRef idx="1">
            <a:schemeClr val="accent1"/>
          </a:fillRef>
          <a:effectRef idx="0">
            <a:schemeClr val="accent1"/>
          </a:effectRef>
          <a:fontRef idx="minor">
            <a:schemeClr val="lt1"/>
          </a:fontRef>
        </p:style>
        <p:txBody>
          <a:bodyPr lIns="91033" tIns="45535" rIns="91033" bIns="45535" rtlCol="0" anchor="ctr"/>
          <a:lstStyle/>
          <a:p>
            <a:pPr algn="ctr" defTabSz="910331"/>
            <a:endParaRPr lang="en-US">
              <a:solidFill>
                <a:srgbClr val="073262"/>
              </a:solidFill>
            </a:endParaRPr>
          </a:p>
        </p:txBody>
      </p:sp>
      <p:sp>
        <p:nvSpPr>
          <p:cNvPr id="123" name="AutoShape 8"/>
          <p:cNvSpPr>
            <a:spLocks noChangeArrowheads="1"/>
          </p:cNvSpPr>
          <p:nvPr/>
        </p:nvSpPr>
        <p:spPr bwMode="auto">
          <a:xfrm>
            <a:off x="0" y="70773"/>
            <a:ext cx="1814732" cy="416569"/>
          </a:xfrm>
          <a:prstGeom prst="chevron">
            <a:avLst>
              <a:gd name="adj" fmla="val 40576"/>
            </a:avLst>
          </a:prstGeom>
          <a:solidFill>
            <a:srgbClr val="EB3846"/>
          </a:solidFill>
          <a:ln>
            <a:noFill/>
          </a:ln>
          <a:effectLst/>
        </p:spPr>
        <p:txBody>
          <a:bodyPr wrap="none" anchor="ctr"/>
          <a:lstStyle>
            <a:lvl1pPr defTabSz="973138" eaLnBrk="0" hangingPunct="0">
              <a:tabLst>
                <a:tab pos="1374775" algn="l"/>
              </a:tabLst>
              <a:defRPr sz="1200">
                <a:solidFill>
                  <a:schemeClr val="tx1"/>
                </a:solidFill>
                <a:latin typeface="Arial" charset="0"/>
                <a:ea typeface="ＭＳ Ｐゴシック" pitchFamily="34" charset="-128"/>
              </a:defRPr>
            </a:lvl1pPr>
            <a:lvl2pPr marL="742950" indent="-285750" defTabSz="973138" eaLnBrk="0" hangingPunct="0">
              <a:tabLst>
                <a:tab pos="1374775" algn="l"/>
              </a:tabLst>
              <a:defRPr sz="1200">
                <a:solidFill>
                  <a:schemeClr val="tx1"/>
                </a:solidFill>
                <a:latin typeface="Arial" charset="0"/>
                <a:ea typeface="ＭＳ Ｐゴシック" pitchFamily="34" charset="-128"/>
              </a:defRPr>
            </a:lvl2pPr>
            <a:lvl3pPr marL="1143000" indent="-228600" defTabSz="973138" eaLnBrk="0" hangingPunct="0">
              <a:tabLst>
                <a:tab pos="1374775" algn="l"/>
              </a:tabLst>
              <a:defRPr sz="1200">
                <a:solidFill>
                  <a:schemeClr val="tx1"/>
                </a:solidFill>
                <a:latin typeface="Arial" charset="0"/>
                <a:ea typeface="ＭＳ Ｐゴシック" pitchFamily="34" charset="-128"/>
              </a:defRPr>
            </a:lvl3pPr>
            <a:lvl4pPr marL="1600200" indent="-228600" defTabSz="973138" eaLnBrk="0" hangingPunct="0">
              <a:tabLst>
                <a:tab pos="1374775" algn="l"/>
              </a:tabLst>
              <a:defRPr sz="1200">
                <a:solidFill>
                  <a:schemeClr val="tx1"/>
                </a:solidFill>
                <a:latin typeface="Arial" charset="0"/>
                <a:ea typeface="ＭＳ Ｐゴシック" pitchFamily="34" charset="-128"/>
              </a:defRPr>
            </a:lvl4pPr>
            <a:lvl5pPr marL="2057400" indent="-228600" defTabSz="973138" eaLnBrk="0" hangingPunct="0">
              <a:tabLst>
                <a:tab pos="1374775" algn="l"/>
              </a:tabLst>
              <a:defRPr sz="1200">
                <a:solidFill>
                  <a:schemeClr val="tx1"/>
                </a:solidFill>
                <a:latin typeface="Arial" charset="0"/>
                <a:ea typeface="ＭＳ Ｐゴシック" pitchFamily="34" charset="-128"/>
              </a:defRPr>
            </a:lvl5pPr>
            <a:lvl6pPr marL="25146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6pPr>
            <a:lvl7pPr marL="29718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7pPr>
            <a:lvl8pPr marL="34290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8pPr>
            <a:lvl9pPr marL="38862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9pPr>
          </a:lstStyle>
          <a:p>
            <a:pPr eaLnBrk="1" hangingPunct="1">
              <a:buClr>
                <a:srgbClr val="905500"/>
              </a:buClr>
            </a:pPr>
            <a:r>
              <a:rPr lang="en-US" altLang="en-US" sz="1800" b="1" dirty="0">
                <a:solidFill>
                  <a:schemeClr val="bg1"/>
                </a:solidFill>
              </a:rPr>
              <a:t>Diagnose </a:t>
            </a:r>
          </a:p>
          <a:p>
            <a:pPr eaLnBrk="1" hangingPunct="1">
              <a:buClr>
                <a:srgbClr val="905500"/>
              </a:buClr>
            </a:pPr>
            <a:r>
              <a:rPr lang="en-US" altLang="en-US" sz="1100" b="1" dirty="0">
                <a:solidFill>
                  <a:schemeClr val="bg1"/>
                </a:solidFill>
              </a:rPr>
              <a:t>using Process…</a:t>
            </a:r>
          </a:p>
        </p:txBody>
      </p:sp>
      <p:sp>
        <p:nvSpPr>
          <p:cNvPr id="6" name="TextBox 5"/>
          <p:cNvSpPr txBox="1"/>
          <p:nvPr/>
        </p:nvSpPr>
        <p:spPr>
          <a:xfrm>
            <a:off x="2179466" y="2044718"/>
            <a:ext cx="1257970" cy="230832"/>
          </a:xfrm>
          <a:prstGeom prst="rect">
            <a:avLst/>
          </a:prstGeom>
          <a:noFill/>
        </p:spPr>
        <p:txBody>
          <a:bodyPr wrap="square" rtlCol="0">
            <a:spAutoFit/>
          </a:bodyPr>
          <a:lstStyle/>
          <a:p>
            <a:r>
              <a:rPr lang="en-US" sz="900" dirty="0"/>
              <a:t>1.Knowledge transfer</a:t>
            </a:r>
          </a:p>
        </p:txBody>
      </p:sp>
      <p:sp>
        <p:nvSpPr>
          <p:cNvPr id="130" name="TextBox 129"/>
          <p:cNvSpPr txBox="1"/>
          <p:nvPr/>
        </p:nvSpPr>
        <p:spPr>
          <a:xfrm>
            <a:off x="2445034" y="2334965"/>
            <a:ext cx="1247576" cy="230832"/>
          </a:xfrm>
          <a:prstGeom prst="rect">
            <a:avLst/>
          </a:prstGeom>
          <a:noFill/>
        </p:spPr>
        <p:txBody>
          <a:bodyPr wrap="square" rtlCol="0">
            <a:spAutoFit/>
          </a:bodyPr>
          <a:lstStyle/>
          <a:p>
            <a:r>
              <a:rPr lang="en-US" sz="900" dirty="0"/>
              <a:t>2.Lack of training</a:t>
            </a:r>
          </a:p>
        </p:txBody>
      </p:sp>
      <p:sp>
        <p:nvSpPr>
          <p:cNvPr id="133" name="TextBox 132"/>
          <p:cNvSpPr txBox="1"/>
          <p:nvPr/>
        </p:nvSpPr>
        <p:spPr>
          <a:xfrm>
            <a:off x="2559557" y="2637265"/>
            <a:ext cx="1396475" cy="230832"/>
          </a:xfrm>
          <a:prstGeom prst="rect">
            <a:avLst/>
          </a:prstGeom>
          <a:noFill/>
        </p:spPr>
        <p:txBody>
          <a:bodyPr wrap="square" rtlCol="0">
            <a:spAutoFit/>
          </a:bodyPr>
          <a:lstStyle/>
          <a:p>
            <a:r>
              <a:rPr lang="en-US" sz="900" dirty="0"/>
              <a:t>3.Manual tracking</a:t>
            </a:r>
          </a:p>
        </p:txBody>
      </p:sp>
      <p:sp>
        <p:nvSpPr>
          <p:cNvPr id="134" name="TextBox 133"/>
          <p:cNvSpPr txBox="1"/>
          <p:nvPr/>
        </p:nvSpPr>
        <p:spPr>
          <a:xfrm>
            <a:off x="2777218" y="2970563"/>
            <a:ext cx="1408047" cy="230832"/>
          </a:xfrm>
          <a:prstGeom prst="rect">
            <a:avLst/>
          </a:prstGeom>
          <a:noFill/>
        </p:spPr>
        <p:txBody>
          <a:bodyPr wrap="square" rtlCol="0">
            <a:spAutoFit/>
          </a:bodyPr>
          <a:lstStyle/>
          <a:p>
            <a:r>
              <a:rPr lang="en-US" sz="900" b="1" dirty="0"/>
              <a:t>4.Corrections</a:t>
            </a:r>
          </a:p>
        </p:txBody>
      </p:sp>
      <p:sp>
        <p:nvSpPr>
          <p:cNvPr id="135" name="TextBox 134"/>
          <p:cNvSpPr txBox="1"/>
          <p:nvPr/>
        </p:nvSpPr>
        <p:spPr>
          <a:xfrm>
            <a:off x="4356144" y="1707496"/>
            <a:ext cx="1343960" cy="230832"/>
          </a:xfrm>
          <a:prstGeom prst="rect">
            <a:avLst/>
          </a:prstGeom>
          <a:noFill/>
        </p:spPr>
        <p:txBody>
          <a:bodyPr wrap="square" rtlCol="0">
            <a:spAutoFit/>
          </a:bodyPr>
          <a:lstStyle/>
          <a:p>
            <a:r>
              <a:rPr lang="en-US" sz="900" dirty="0"/>
              <a:t>6.User education</a:t>
            </a:r>
          </a:p>
        </p:txBody>
      </p:sp>
      <p:sp>
        <p:nvSpPr>
          <p:cNvPr id="137" name="TextBox 136"/>
          <p:cNvSpPr txBox="1"/>
          <p:nvPr/>
        </p:nvSpPr>
        <p:spPr>
          <a:xfrm>
            <a:off x="3353969" y="1992955"/>
            <a:ext cx="2583953" cy="230832"/>
          </a:xfrm>
          <a:prstGeom prst="rect">
            <a:avLst/>
          </a:prstGeom>
          <a:noFill/>
        </p:spPr>
        <p:txBody>
          <a:bodyPr wrap="square" rtlCol="0">
            <a:spAutoFit/>
          </a:bodyPr>
          <a:lstStyle/>
          <a:p>
            <a:r>
              <a:rPr lang="en-US" sz="900" dirty="0"/>
              <a:t>7. Gaps in user-supplier communication</a:t>
            </a:r>
          </a:p>
        </p:txBody>
      </p:sp>
      <p:sp>
        <p:nvSpPr>
          <p:cNvPr id="138" name="TextBox 137"/>
          <p:cNvSpPr txBox="1"/>
          <p:nvPr/>
        </p:nvSpPr>
        <p:spPr>
          <a:xfrm>
            <a:off x="6185202" y="4420550"/>
            <a:ext cx="2056547" cy="369332"/>
          </a:xfrm>
          <a:prstGeom prst="rect">
            <a:avLst/>
          </a:prstGeom>
          <a:noFill/>
        </p:spPr>
        <p:txBody>
          <a:bodyPr wrap="square" rtlCol="0">
            <a:spAutoFit/>
          </a:bodyPr>
          <a:lstStyle/>
          <a:p>
            <a:r>
              <a:rPr lang="en-US" sz="900" dirty="0"/>
              <a:t>29.Missing or incorrect booking details </a:t>
            </a:r>
          </a:p>
        </p:txBody>
      </p:sp>
      <p:sp>
        <p:nvSpPr>
          <p:cNvPr id="140" name="TextBox 139"/>
          <p:cNvSpPr txBox="1"/>
          <p:nvPr/>
        </p:nvSpPr>
        <p:spPr>
          <a:xfrm>
            <a:off x="5760930" y="1760178"/>
            <a:ext cx="2073012" cy="230832"/>
          </a:xfrm>
          <a:prstGeom prst="rect">
            <a:avLst/>
          </a:prstGeom>
          <a:noFill/>
        </p:spPr>
        <p:txBody>
          <a:bodyPr wrap="square" rtlCol="0">
            <a:spAutoFit/>
          </a:bodyPr>
          <a:lstStyle/>
          <a:p>
            <a:r>
              <a:rPr lang="en-US" sz="900" dirty="0"/>
              <a:t>11. Invoices rejected by business </a:t>
            </a:r>
          </a:p>
        </p:txBody>
      </p:sp>
      <p:sp>
        <p:nvSpPr>
          <p:cNvPr id="141" name="TextBox 140"/>
          <p:cNvSpPr txBox="1"/>
          <p:nvPr/>
        </p:nvSpPr>
        <p:spPr>
          <a:xfrm>
            <a:off x="6053712" y="2145902"/>
            <a:ext cx="1843620" cy="230832"/>
          </a:xfrm>
          <a:prstGeom prst="rect">
            <a:avLst/>
          </a:prstGeom>
          <a:noFill/>
        </p:spPr>
        <p:txBody>
          <a:bodyPr wrap="square" rtlCol="0">
            <a:spAutoFit/>
          </a:bodyPr>
          <a:lstStyle/>
          <a:p>
            <a:r>
              <a:rPr lang="en-US" sz="900" dirty="0"/>
              <a:t>12.Invoice pending approval </a:t>
            </a:r>
          </a:p>
        </p:txBody>
      </p:sp>
      <p:sp>
        <p:nvSpPr>
          <p:cNvPr id="142" name="TextBox 141"/>
          <p:cNvSpPr txBox="1"/>
          <p:nvPr/>
        </p:nvSpPr>
        <p:spPr>
          <a:xfrm>
            <a:off x="4283108" y="3949928"/>
            <a:ext cx="2012314" cy="230832"/>
          </a:xfrm>
          <a:prstGeom prst="rect">
            <a:avLst/>
          </a:prstGeom>
          <a:noFill/>
        </p:spPr>
        <p:txBody>
          <a:bodyPr wrap="square" rtlCol="0">
            <a:spAutoFit/>
          </a:bodyPr>
          <a:lstStyle/>
          <a:p>
            <a:r>
              <a:rPr lang="en-US" sz="900" dirty="0"/>
              <a:t>23.OCR sending invoices rules</a:t>
            </a:r>
          </a:p>
        </p:txBody>
      </p:sp>
      <p:sp>
        <p:nvSpPr>
          <p:cNvPr id="143" name="TextBox 142"/>
          <p:cNvSpPr txBox="1"/>
          <p:nvPr/>
        </p:nvSpPr>
        <p:spPr>
          <a:xfrm>
            <a:off x="3778794" y="4295969"/>
            <a:ext cx="2201341" cy="230832"/>
          </a:xfrm>
          <a:prstGeom prst="rect">
            <a:avLst/>
          </a:prstGeom>
          <a:noFill/>
        </p:spPr>
        <p:txBody>
          <a:bodyPr wrap="square" rtlCol="0">
            <a:spAutoFit/>
          </a:bodyPr>
          <a:lstStyle/>
          <a:p>
            <a:r>
              <a:rPr lang="en-US" sz="900" dirty="0"/>
              <a:t>24.Complex approval process (COUPA)</a:t>
            </a:r>
          </a:p>
        </p:txBody>
      </p:sp>
      <p:sp>
        <p:nvSpPr>
          <p:cNvPr id="144" name="TextBox 143"/>
          <p:cNvSpPr txBox="1"/>
          <p:nvPr/>
        </p:nvSpPr>
        <p:spPr>
          <a:xfrm>
            <a:off x="2160632" y="3946888"/>
            <a:ext cx="1952026" cy="230832"/>
          </a:xfrm>
          <a:prstGeom prst="rect">
            <a:avLst/>
          </a:prstGeom>
          <a:noFill/>
        </p:spPr>
        <p:txBody>
          <a:bodyPr wrap="square" rtlCol="0">
            <a:spAutoFit/>
          </a:bodyPr>
          <a:lstStyle/>
          <a:p>
            <a:r>
              <a:rPr lang="en-US" sz="900" dirty="0"/>
              <a:t>17. Incorrect documents received</a:t>
            </a:r>
          </a:p>
        </p:txBody>
      </p:sp>
      <p:sp>
        <p:nvSpPr>
          <p:cNvPr id="145" name="TextBox 144"/>
          <p:cNvSpPr txBox="1"/>
          <p:nvPr/>
        </p:nvSpPr>
        <p:spPr>
          <a:xfrm>
            <a:off x="3744798" y="2278415"/>
            <a:ext cx="2046401" cy="230832"/>
          </a:xfrm>
          <a:prstGeom prst="rect">
            <a:avLst/>
          </a:prstGeom>
          <a:noFill/>
        </p:spPr>
        <p:txBody>
          <a:bodyPr wrap="square" rtlCol="0">
            <a:spAutoFit/>
          </a:bodyPr>
          <a:lstStyle/>
          <a:p>
            <a:r>
              <a:rPr lang="en-US" sz="900" dirty="0"/>
              <a:t>8.Suppliers not created previously</a:t>
            </a:r>
          </a:p>
        </p:txBody>
      </p:sp>
      <p:sp>
        <p:nvSpPr>
          <p:cNvPr id="146" name="TextBox 145"/>
          <p:cNvSpPr txBox="1"/>
          <p:nvPr/>
        </p:nvSpPr>
        <p:spPr>
          <a:xfrm>
            <a:off x="6537864" y="2477108"/>
            <a:ext cx="1908003" cy="230832"/>
          </a:xfrm>
          <a:prstGeom prst="rect">
            <a:avLst/>
          </a:prstGeom>
          <a:noFill/>
        </p:spPr>
        <p:txBody>
          <a:bodyPr wrap="square" rtlCol="0">
            <a:spAutoFit/>
          </a:bodyPr>
          <a:lstStyle/>
          <a:p>
            <a:r>
              <a:rPr lang="en-US" sz="900" dirty="0"/>
              <a:t>13.Duplicate invoices </a:t>
            </a:r>
          </a:p>
        </p:txBody>
      </p:sp>
      <p:sp>
        <p:nvSpPr>
          <p:cNvPr id="147" name="TextBox 146"/>
          <p:cNvSpPr txBox="1"/>
          <p:nvPr/>
        </p:nvSpPr>
        <p:spPr>
          <a:xfrm>
            <a:off x="7694391" y="1776370"/>
            <a:ext cx="4133728" cy="230832"/>
          </a:xfrm>
          <a:prstGeom prst="rect">
            <a:avLst/>
          </a:prstGeom>
          <a:noFill/>
        </p:spPr>
        <p:txBody>
          <a:bodyPr wrap="square" rtlCol="0">
            <a:spAutoFit/>
          </a:bodyPr>
          <a:lstStyle/>
          <a:p>
            <a:r>
              <a:rPr lang="en-US" sz="900" dirty="0"/>
              <a:t>16.Complex creating process for foreign and self-employed worker </a:t>
            </a:r>
          </a:p>
        </p:txBody>
      </p:sp>
      <p:sp>
        <p:nvSpPr>
          <p:cNvPr id="148" name="TextBox 147"/>
          <p:cNvSpPr txBox="1"/>
          <p:nvPr/>
        </p:nvSpPr>
        <p:spPr>
          <a:xfrm>
            <a:off x="6328483" y="2836876"/>
            <a:ext cx="2167067" cy="230832"/>
          </a:xfrm>
          <a:prstGeom prst="rect">
            <a:avLst/>
          </a:prstGeom>
          <a:noFill/>
        </p:spPr>
        <p:txBody>
          <a:bodyPr wrap="square" rtlCol="0">
            <a:spAutoFit/>
          </a:bodyPr>
          <a:lstStyle/>
          <a:p>
            <a:r>
              <a:rPr lang="en-US" sz="900" dirty="0"/>
              <a:t>14.Lack of regular follow ups </a:t>
            </a:r>
          </a:p>
        </p:txBody>
      </p:sp>
      <p:sp>
        <p:nvSpPr>
          <p:cNvPr id="149" name="TextBox 148"/>
          <p:cNvSpPr txBox="1"/>
          <p:nvPr/>
        </p:nvSpPr>
        <p:spPr>
          <a:xfrm>
            <a:off x="2069320" y="4280873"/>
            <a:ext cx="1917329" cy="230832"/>
          </a:xfrm>
          <a:prstGeom prst="rect">
            <a:avLst/>
          </a:prstGeom>
          <a:noFill/>
        </p:spPr>
        <p:txBody>
          <a:bodyPr wrap="square" rtlCol="0">
            <a:spAutoFit/>
          </a:bodyPr>
          <a:lstStyle/>
          <a:p>
            <a:r>
              <a:rPr lang="en-US" sz="900" b="1" dirty="0"/>
              <a:t>18.Invoice receipt cycle time</a:t>
            </a:r>
          </a:p>
        </p:txBody>
      </p:sp>
      <p:sp>
        <p:nvSpPr>
          <p:cNvPr id="150" name="TextBox 149"/>
          <p:cNvSpPr txBox="1"/>
          <p:nvPr/>
        </p:nvSpPr>
        <p:spPr>
          <a:xfrm>
            <a:off x="6687968" y="4787898"/>
            <a:ext cx="1820065" cy="230832"/>
          </a:xfrm>
          <a:prstGeom prst="rect">
            <a:avLst/>
          </a:prstGeom>
          <a:noFill/>
        </p:spPr>
        <p:txBody>
          <a:bodyPr wrap="square" rtlCol="0">
            <a:spAutoFit/>
          </a:bodyPr>
          <a:lstStyle/>
          <a:p>
            <a:r>
              <a:rPr lang="en-US" sz="900" dirty="0"/>
              <a:t>30.Process change</a:t>
            </a:r>
          </a:p>
        </p:txBody>
      </p:sp>
      <p:sp>
        <p:nvSpPr>
          <p:cNvPr id="151" name="TextBox 150"/>
          <p:cNvSpPr txBox="1"/>
          <p:nvPr/>
        </p:nvSpPr>
        <p:spPr>
          <a:xfrm>
            <a:off x="2808451" y="3307915"/>
            <a:ext cx="1678405" cy="230832"/>
          </a:xfrm>
          <a:prstGeom prst="rect">
            <a:avLst/>
          </a:prstGeom>
          <a:noFill/>
        </p:spPr>
        <p:txBody>
          <a:bodyPr wrap="square" rtlCol="0">
            <a:spAutoFit/>
          </a:bodyPr>
          <a:lstStyle/>
          <a:p>
            <a:r>
              <a:rPr lang="en-US" sz="900" dirty="0"/>
              <a:t>5.Invoice accuracy</a:t>
            </a:r>
          </a:p>
        </p:txBody>
      </p:sp>
      <p:sp>
        <p:nvSpPr>
          <p:cNvPr id="152" name="TextBox 151"/>
          <p:cNvSpPr txBox="1"/>
          <p:nvPr/>
        </p:nvSpPr>
        <p:spPr>
          <a:xfrm>
            <a:off x="4715874" y="4593775"/>
            <a:ext cx="1821990" cy="230832"/>
          </a:xfrm>
          <a:prstGeom prst="rect">
            <a:avLst/>
          </a:prstGeom>
          <a:noFill/>
        </p:spPr>
        <p:txBody>
          <a:bodyPr wrap="square" rtlCol="0">
            <a:spAutoFit/>
          </a:bodyPr>
          <a:lstStyle/>
          <a:p>
            <a:r>
              <a:rPr lang="en-US" sz="900" dirty="0"/>
              <a:t>25.System outages</a:t>
            </a:r>
          </a:p>
        </p:txBody>
      </p:sp>
      <p:sp>
        <p:nvSpPr>
          <p:cNvPr id="153" name="TextBox 152"/>
          <p:cNvSpPr txBox="1"/>
          <p:nvPr/>
        </p:nvSpPr>
        <p:spPr>
          <a:xfrm>
            <a:off x="6506827" y="3257200"/>
            <a:ext cx="1709459" cy="230832"/>
          </a:xfrm>
          <a:prstGeom prst="rect">
            <a:avLst/>
          </a:prstGeom>
          <a:noFill/>
        </p:spPr>
        <p:txBody>
          <a:bodyPr wrap="square" rtlCol="0">
            <a:spAutoFit/>
          </a:bodyPr>
          <a:lstStyle/>
          <a:p>
            <a:r>
              <a:rPr lang="en-US" sz="900" dirty="0"/>
              <a:t>15.Not standard procedures</a:t>
            </a:r>
          </a:p>
        </p:txBody>
      </p:sp>
      <p:sp>
        <p:nvSpPr>
          <p:cNvPr id="154" name="TextBox 153"/>
          <p:cNvSpPr txBox="1"/>
          <p:nvPr/>
        </p:nvSpPr>
        <p:spPr>
          <a:xfrm>
            <a:off x="1847104" y="4636511"/>
            <a:ext cx="2217572" cy="507831"/>
          </a:xfrm>
          <a:prstGeom prst="rect">
            <a:avLst/>
          </a:prstGeom>
          <a:noFill/>
        </p:spPr>
        <p:txBody>
          <a:bodyPr wrap="square" rtlCol="0">
            <a:spAutoFit/>
          </a:bodyPr>
          <a:lstStyle/>
          <a:p>
            <a:r>
              <a:rPr lang="en-US" sz="900" dirty="0"/>
              <a:t>19.Suppliers not created previously</a:t>
            </a:r>
          </a:p>
          <a:p>
            <a:endParaRPr lang="en-US" dirty="0"/>
          </a:p>
        </p:txBody>
      </p:sp>
      <p:sp>
        <p:nvSpPr>
          <p:cNvPr id="155" name="TextBox 154"/>
          <p:cNvSpPr txBox="1"/>
          <p:nvPr/>
        </p:nvSpPr>
        <p:spPr>
          <a:xfrm>
            <a:off x="1556760" y="4997139"/>
            <a:ext cx="2286000" cy="230832"/>
          </a:xfrm>
          <a:prstGeom prst="rect">
            <a:avLst/>
          </a:prstGeom>
          <a:noFill/>
        </p:spPr>
        <p:txBody>
          <a:bodyPr wrap="square" rtlCol="0">
            <a:spAutoFit/>
          </a:bodyPr>
          <a:lstStyle/>
          <a:p>
            <a:r>
              <a:rPr lang="en-US" sz="900" dirty="0"/>
              <a:t>20.Missing info about internal contact</a:t>
            </a:r>
          </a:p>
        </p:txBody>
      </p:sp>
      <p:sp>
        <p:nvSpPr>
          <p:cNvPr id="156" name="TextBox 155"/>
          <p:cNvSpPr txBox="1"/>
          <p:nvPr/>
        </p:nvSpPr>
        <p:spPr>
          <a:xfrm>
            <a:off x="4463536" y="2599979"/>
            <a:ext cx="1763393" cy="230832"/>
          </a:xfrm>
          <a:prstGeom prst="rect">
            <a:avLst/>
          </a:prstGeom>
          <a:noFill/>
        </p:spPr>
        <p:txBody>
          <a:bodyPr wrap="square" rtlCol="0">
            <a:spAutoFit/>
          </a:bodyPr>
          <a:lstStyle/>
          <a:p>
            <a:r>
              <a:rPr lang="en-US" sz="900" dirty="0"/>
              <a:t>9.Incorrect PO/BPO</a:t>
            </a:r>
          </a:p>
        </p:txBody>
      </p:sp>
      <p:sp>
        <p:nvSpPr>
          <p:cNvPr id="157" name="TextBox 156"/>
          <p:cNvSpPr txBox="1"/>
          <p:nvPr/>
        </p:nvSpPr>
        <p:spPr>
          <a:xfrm>
            <a:off x="4476434" y="4906672"/>
            <a:ext cx="1478699" cy="230832"/>
          </a:xfrm>
          <a:prstGeom prst="rect">
            <a:avLst/>
          </a:prstGeom>
          <a:noFill/>
        </p:spPr>
        <p:txBody>
          <a:bodyPr wrap="square" rtlCol="0">
            <a:spAutoFit/>
          </a:bodyPr>
          <a:lstStyle/>
          <a:p>
            <a:r>
              <a:rPr lang="en-US" sz="900" dirty="0"/>
              <a:t>26.OCR low accuracy</a:t>
            </a:r>
          </a:p>
        </p:txBody>
      </p:sp>
      <p:sp>
        <p:nvSpPr>
          <p:cNvPr id="158" name="TextBox 157"/>
          <p:cNvSpPr txBox="1"/>
          <p:nvPr/>
        </p:nvSpPr>
        <p:spPr>
          <a:xfrm>
            <a:off x="3956680" y="5254169"/>
            <a:ext cx="2097032" cy="369332"/>
          </a:xfrm>
          <a:prstGeom prst="rect">
            <a:avLst/>
          </a:prstGeom>
          <a:noFill/>
        </p:spPr>
        <p:txBody>
          <a:bodyPr wrap="square" rtlCol="0">
            <a:spAutoFit/>
          </a:bodyPr>
          <a:lstStyle/>
          <a:p>
            <a:r>
              <a:rPr lang="en-US" sz="900" b="1" dirty="0"/>
              <a:t>27.Different channels for receiving invoices</a:t>
            </a:r>
          </a:p>
        </p:txBody>
      </p:sp>
      <p:sp>
        <p:nvSpPr>
          <p:cNvPr id="159" name="TextBox 158"/>
          <p:cNvSpPr txBox="1"/>
          <p:nvPr/>
        </p:nvSpPr>
        <p:spPr>
          <a:xfrm>
            <a:off x="1551175" y="5366811"/>
            <a:ext cx="2040205" cy="230832"/>
          </a:xfrm>
          <a:prstGeom prst="rect">
            <a:avLst/>
          </a:prstGeom>
          <a:noFill/>
        </p:spPr>
        <p:txBody>
          <a:bodyPr wrap="square" rtlCol="0">
            <a:spAutoFit/>
          </a:bodyPr>
          <a:lstStyle/>
          <a:p>
            <a:r>
              <a:rPr lang="en-US" sz="900" dirty="0"/>
              <a:t>21.Missing supplier contact details</a:t>
            </a:r>
          </a:p>
        </p:txBody>
      </p:sp>
      <p:sp>
        <p:nvSpPr>
          <p:cNvPr id="160" name="TextBox 159"/>
          <p:cNvSpPr txBox="1"/>
          <p:nvPr/>
        </p:nvSpPr>
        <p:spPr>
          <a:xfrm>
            <a:off x="6500526" y="5087481"/>
            <a:ext cx="1423085" cy="230832"/>
          </a:xfrm>
          <a:prstGeom prst="rect">
            <a:avLst/>
          </a:prstGeom>
          <a:noFill/>
        </p:spPr>
        <p:txBody>
          <a:bodyPr wrap="square" rtlCol="0">
            <a:spAutoFit/>
          </a:bodyPr>
          <a:lstStyle/>
          <a:p>
            <a:r>
              <a:rPr lang="en-US" sz="900" b="1" dirty="0"/>
              <a:t>31.PO penetration</a:t>
            </a:r>
          </a:p>
        </p:txBody>
      </p:sp>
      <p:sp>
        <p:nvSpPr>
          <p:cNvPr id="161" name="TextBox 160"/>
          <p:cNvSpPr txBox="1"/>
          <p:nvPr/>
        </p:nvSpPr>
        <p:spPr>
          <a:xfrm>
            <a:off x="3798990" y="2921663"/>
            <a:ext cx="2129790" cy="230832"/>
          </a:xfrm>
          <a:prstGeom prst="rect">
            <a:avLst/>
          </a:prstGeom>
          <a:noFill/>
        </p:spPr>
        <p:txBody>
          <a:bodyPr wrap="square" rtlCol="0">
            <a:spAutoFit/>
          </a:bodyPr>
          <a:lstStyle/>
          <a:p>
            <a:r>
              <a:rPr lang="en-US" sz="900" dirty="0"/>
              <a:t>10.Delays in sending invoices by users</a:t>
            </a:r>
          </a:p>
        </p:txBody>
      </p:sp>
      <p:sp>
        <p:nvSpPr>
          <p:cNvPr id="162" name="TextBox 161"/>
          <p:cNvSpPr txBox="1"/>
          <p:nvPr/>
        </p:nvSpPr>
        <p:spPr>
          <a:xfrm>
            <a:off x="1506299" y="5675133"/>
            <a:ext cx="1554671" cy="369332"/>
          </a:xfrm>
          <a:prstGeom prst="rect">
            <a:avLst/>
          </a:prstGeom>
          <a:noFill/>
        </p:spPr>
        <p:txBody>
          <a:bodyPr wrap="square" rtlCol="0">
            <a:spAutoFit/>
          </a:bodyPr>
          <a:lstStyle/>
          <a:p>
            <a:r>
              <a:rPr lang="en-US" dirty="0"/>
              <a:t> </a:t>
            </a:r>
          </a:p>
        </p:txBody>
      </p:sp>
      <p:sp>
        <p:nvSpPr>
          <p:cNvPr id="164" name="TextBox 163"/>
          <p:cNvSpPr txBox="1"/>
          <p:nvPr/>
        </p:nvSpPr>
        <p:spPr>
          <a:xfrm>
            <a:off x="6241551" y="5392669"/>
            <a:ext cx="1694654" cy="230832"/>
          </a:xfrm>
          <a:prstGeom prst="rect">
            <a:avLst/>
          </a:prstGeom>
          <a:noFill/>
        </p:spPr>
        <p:txBody>
          <a:bodyPr wrap="square" rtlCol="0">
            <a:spAutoFit/>
          </a:bodyPr>
          <a:lstStyle/>
          <a:p>
            <a:r>
              <a:rPr lang="en-US" sz="900" b="1" dirty="0"/>
              <a:t>32.Retrospective PO</a:t>
            </a:r>
          </a:p>
        </p:txBody>
      </p:sp>
      <p:sp>
        <p:nvSpPr>
          <p:cNvPr id="165" name="TextBox 164"/>
          <p:cNvSpPr txBox="1"/>
          <p:nvPr/>
        </p:nvSpPr>
        <p:spPr>
          <a:xfrm>
            <a:off x="6507424" y="4045630"/>
            <a:ext cx="1634551" cy="230832"/>
          </a:xfrm>
          <a:prstGeom prst="rect">
            <a:avLst/>
          </a:prstGeom>
          <a:noFill/>
        </p:spPr>
        <p:txBody>
          <a:bodyPr wrap="square" rtlCol="0">
            <a:spAutoFit/>
          </a:bodyPr>
          <a:lstStyle/>
          <a:p>
            <a:r>
              <a:rPr lang="en-US" sz="900" b="1" dirty="0"/>
              <a:t>28.Processing cycle time</a:t>
            </a:r>
          </a:p>
        </p:txBody>
      </p:sp>
      <p:sp>
        <p:nvSpPr>
          <p:cNvPr id="2" name="TextBox 1"/>
          <p:cNvSpPr txBox="1"/>
          <p:nvPr/>
        </p:nvSpPr>
        <p:spPr>
          <a:xfrm>
            <a:off x="5369594" y="5677889"/>
            <a:ext cx="2313054" cy="230832"/>
          </a:xfrm>
          <a:prstGeom prst="rect">
            <a:avLst/>
          </a:prstGeom>
          <a:noFill/>
        </p:spPr>
        <p:txBody>
          <a:bodyPr wrap="square" rtlCol="0">
            <a:spAutoFit/>
          </a:bodyPr>
          <a:lstStyle/>
          <a:p>
            <a:r>
              <a:rPr lang="en-US" sz="900" dirty="0"/>
              <a:t>33.Reducing the frequency of payments</a:t>
            </a:r>
          </a:p>
        </p:txBody>
      </p:sp>
      <p:sp>
        <p:nvSpPr>
          <p:cNvPr id="3" name="TextBox 2"/>
          <p:cNvSpPr txBox="1"/>
          <p:nvPr/>
        </p:nvSpPr>
        <p:spPr>
          <a:xfrm>
            <a:off x="2439746" y="5691575"/>
            <a:ext cx="1510700" cy="230832"/>
          </a:xfrm>
          <a:prstGeom prst="rect">
            <a:avLst/>
          </a:prstGeom>
          <a:noFill/>
        </p:spPr>
        <p:txBody>
          <a:bodyPr wrap="square" rtlCol="0">
            <a:spAutoFit/>
          </a:bodyPr>
          <a:lstStyle/>
          <a:p>
            <a:r>
              <a:rPr lang="en-US" sz="900" b="1" dirty="0"/>
              <a:t>22.Suppliers</a:t>
            </a:r>
          </a:p>
        </p:txBody>
      </p:sp>
    </p:spTree>
    <p:extLst>
      <p:ext uri="{BB962C8B-B14F-4D97-AF65-F5344CB8AC3E}">
        <p14:creationId xmlns:p14="http://schemas.microsoft.com/office/powerpoint/2010/main" val="351303206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1814732" y="70773"/>
            <a:ext cx="7235456" cy="533400"/>
          </a:xfrm>
        </p:spPr>
        <p:txBody>
          <a:bodyPr/>
          <a:lstStyle/>
          <a:p>
            <a:r>
              <a:rPr lang="en-US" sz="1800" b="1" dirty="0"/>
              <a:t>Data door/Process door</a:t>
            </a:r>
          </a:p>
        </p:txBody>
      </p:sp>
      <p:sp>
        <p:nvSpPr>
          <p:cNvPr id="9" name="AutoShape 8"/>
          <p:cNvSpPr>
            <a:spLocks noChangeArrowheads="1"/>
          </p:cNvSpPr>
          <p:nvPr/>
        </p:nvSpPr>
        <p:spPr bwMode="auto">
          <a:xfrm>
            <a:off x="0" y="70773"/>
            <a:ext cx="1814732" cy="416569"/>
          </a:xfrm>
          <a:prstGeom prst="chevron">
            <a:avLst>
              <a:gd name="adj" fmla="val 40576"/>
            </a:avLst>
          </a:prstGeom>
          <a:solidFill>
            <a:srgbClr val="EB3846"/>
          </a:solidFill>
          <a:ln>
            <a:noFill/>
          </a:ln>
          <a:effectLst/>
        </p:spPr>
        <p:txBody>
          <a:bodyPr wrap="none" anchor="ctr"/>
          <a:lstStyle>
            <a:lvl1pPr defTabSz="973138" eaLnBrk="0" hangingPunct="0">
              <a:tabLst>
                <a:tab pos="1374775" algn="l"/>
              </a:tabLst>
              <a:defRPr sz="1200">
                <a:solidFill>
                  <a:schemeClr val="tx1"/>
                </a:solidFill>
                <a:latin typeface="Arial" charset="0"/>
                <a:ea typeface="ＭＳ Ｐゴシック" pitchFamily="34" charset="-128"/>
              </a:defRPr>
            </a:lvl1pPr>
            <a:lvl2pPr marL="742950" indent="-285750" defTabSz="973138" eaLnBrk="0" hangingPunct="0">
              <a:tabLst>
                <a:tab pos="1374775" algn="l"/>
              </a:tabLst>
              <a:defRPr sz="1200">
                <a:solidFill>
                  <a:schemeClr val="tx1"/>
                </a:solidFill>
                <a:latin typeface="Arial" charset="0"/>
                <a:ea typeface="ＭＳ Ｐゴシック" pitchFamily="34" charset="-128"/>
              </a:defRPr>
            </a:lvl2pPr>
            <a:lvl3pPr marL="1143000" indent="-228600" defTabSz="973138" eaLnBrk="0" hangingPunct="0">
              <a:tabLst>
                <a:tab pos="1374775" algn="l"/>
              </a:tabLst>
              <a:defRPr sz="1200">
                <a:solidFill>
                  <a:schemeClr val="tx1"/>
                </a:solidFill>
                <a:latin typeface="Arial" charset="0"/>
                <a:ea typeface="ＭＳ Ｐゴシック" pitchFamily="34" charset="-128"/>
              </a:defRPr>
            </a:lvl3pPr>
            <a:lvl4pPr marL="1600200" indent="-228600" defTabSz="973138" eaLnBrk="0" hangingPunct="0">
              <a:tabLst>
                <a:tab pos="1374775" algn="l"/>
              </a:tabLst>
              <a:defRPr sz="1200">
                <a:solidFill>
                  <a:schemeClr val="tx1"/>
                </a:solidFill>
                <a:latin typeface="Arial" charset="0"/>
                <a:ea typeface="ＭＳ Ｐゴシック" pitchFamily="34" charset="-128"/>
              </a:defRPr>
            </a:lvl4pPr>
            <a:lvl5pPr marL="2057400" indent="-228600" defTabSz="973138" eaLnBrk="0" hangingPunct="0">
              <a:tabLst>
                <a:tab pos="1374775" algn="l"/>
              </a:tabLst>
              <a:defRPr sz="1200">
                <a:solidFill>
                  <a:schemeClr val="tx1"/>
                </a:solidFill>
                <a:latin typeface="Arial" charset="0"/>
                <a:ea typeface="ＭＳ Ｐゴシック" pitchFamily="34" charset="-128"/>
              </a:defRPr>
            </a:lvl5pPr>
            <a:lvl6pPr marL="25146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6pPr>
            <a:lvl7pPr marL="29718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7pPr>
            <a:lvl8pPr marL="34290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8pPr>
            <a:lvl9pPr marL="38862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9pPr>
          </a:lstStyle>
          <a:p>
            <a:pPr eaLnBrk="1" hangingPunct="1">
              <a:buClr>
                <a:srgbClr val="905500"/>
              </a:buClr>
            </a:pPr>
            <a:r>
              <a:rPr lang="en-US" altLang="en-US" sz="1800" b="1" dirty="0">
                <a:solidFill>
                  <a:schemeClr val="bg1"/>
                </a:solidFill>
              </a:rPr>
              <a:t>Diagnose </a:t>
            </a:r>
          </a:p>
          <a:p>
            <a:pPr eaLnBrk="1" hangingPunct="1">
              <a:buClr>
                <a:srgbClr val="905500"/>
              </a:buClr>
            </a:pPr>
            <a:r>
              <a:rPr lang="en-US" altLang="en-US" sz="1100" b="1" dirty="0">
                <a:solidFill>
                  <a:schemeClr val="bg1"/>
                </a:solidFill>
              </a:rPr>
              <a:t>using Process…</a:t>
            </a:r>
          </a:p>
        </p:txBody>
      </p:sp>
      <p:sp>
        <p:nvSpPr>
          <p:cNvPr id="14" name="Rectangle 13"/>
          <p:cNvSpPr/>
          <p:nvPr/>
        </p:nvSpPr>
        <p:spPr>
          <a:xfrm>
            <a:off x="5974813" y="3244334"/>
            <a:ext cx="242374" cy="369332"/>
          </a:xfrm>
          <a:prstGeom prst="rect">
            <a:avLst/>
          </a:prstGeom>
        </p:spPr>
        <p:txBody>
          <a:bodyPr wrap="none">
            <a:spAutoFit/>
          </a:bodyPr>
          <a:lstStyle/>
          <a:p>
            <a:r>
              <a:rPr lang="en-US" dirty="0">
                <a:solidFill>
                  <a:srgbClr val="000000"/>
                </a:solidFill>
                <a:latin typeface="Times New Roman" panose="02020603050405020304" pitchFamily="18" charset="0"/>
              </a:rPr>
              <a:t> </a:t>
            </a:r>
            <a:endParaRPr lang="en-US" dirty="0"/>
          </a:p>
        </p:txBody>
      </p:sp>
      <p:sp>
        <p:nvSpPr>
          <p:cNvPr id="15" name="Text Placeholder 4"/>
          <p:cNvSpPr>
            <a:spLocks noGrp="1"/>
          </p:cNvSpPr>
          <p:nvPr>
            <p:ph type="body" sz="quarter" idx="14"/>
          </p:nvPr>
        </p:nvSpPr>
        <p:spPr>
          <a:xfrm>
            <a:off x="457200" y="947058"/>
            <a:ext cx="5562600" cy="457200"/>
          </a:xfrm>
        </p:spPr>
        <p:txBody>
          <a:bodyPr/>
          <a:lstStyle/>
          <a:p>
            <a:r>
              <a:rPr lang="en-US" sz="1600" dirty="0"/>
              <a:t>Data door – measurable</a:t>
            </a:r>
          </a:p>
        </p:txBody>
      </p:sp>
      <p:sp>
        <p:nvSpPr>
          <p:cNvPr id="16" name="Text Placeholder 6"/>
          <p:cNvSpPr>
            <a:spLocks noGrp="1"/>
          </p:cNvSpPr>
          <p:nvPr>
            <p:ph type="body" sz="quarter" idx="16"/>
          </p:nvPr>
        </p:nvSpPr>
        <p:spPr>
          <a:xfrm>
            <a:off x="4495800" y="947058"/>
            <a:ext cx="7237206" cy="457200"/>
          </a:xfrm>
        </p:spPr>
        <p:txBody>
          <a:bodyPr/>
          <a:lstStyle/>
          <a:p>
            <a:r>
              <a:rPr lang="en-US" sz="1600" dirty="0"/>
              <a:t>Process Door – not measurable</a:t>
            </a:r>
          </a:p>
        </p:txBody>
      </p:sp>
      <p:sp>
        <p:nvSpPr>
          <p:cNvPr id="17" name="Text Placeholder 3"/>
          <p:cNvSpPr>
            <a:spLocks noGrp="1"/>
          </p:cNvSpPr>
          <p:nvPr>
            <p:ph type="body" sz="quarter" idx="13"/>
          </p:nvPr>
        </p:nvSpPr>
        <p:spPr>
          <a:xfrm>
            <a:off x="457200" y="1404259"/>
            <a:ext cx="3048000" cy="4367894"/>
          </a:xfrm>
          <a:ln w="28575">
            <a:solidFill>
              <a:schemeClr val="tx1"/>
            </a:solidFill>
          </a:ln>
        </p:spPr>
        <p:txBody>
          <a:bodyPr/>
          <a:lstStyle/>
          <a:p>
            <a:pPr marL="285750" indent="-285750">
              <a:buFont typeface="Wingdings" panose="05000000000000000000" pitchFamily="2" charset="2"/>
              <a:buChar char="ü"/>
            </a:pPr>
            <a:r>
              <a:rPr lang="en-US" sz="1400" b="1" dirty="0"/>
              <a:t>Invoice receipt cycle time</a:t>
            </a:r>
          </a:p>
          <a:p>
            <a:pPr marL="285750" indent="-285750">
              <a:buFont typeface="Wingdings" panose="05000000000000000000" pitchFamily="2" charset="2"/>
              <a:buChar char="ü"/>
            </a:pPr>
            <a:r>
              <a:rPr lang="en-US" sz="1400" b="1" dirty="0"/>
              <a:t>Invoice Corrections</a:t>
            </a:r>
          </a:p>
          <a:p>
            <a:pPr marL="285750" indent="-285750">
              <a:buFont typeface="Wingdings" panose="05000000000000000000" pitchFamily="2" charset="2"/>
              <a:buChar char="ü"/>
            </a:pPr>
            <a:r>
              <a:rPr lang="en-US" sz="1400" b="1" dirty="0"/>
              <a:t>Different channels for receiving invoices</a:t>
            </a:r>
          </a:p>
          <a:p>
            <a:pPr marL="285750" indent="-285750">
              <a:buFont typeface="Wingdings" panose="05000000000000000000" pitchFamily="2" charset="2"/>
              <a:buChar char="ü"/>
            </a:pPr>
            <a:r>
              <a:rPr lang="en-US" sz="1400" b="1" dirty="0"/>
              <a:t>PO penetration is low</a:t>
            </a:r>
          </a:p>
          <a:p>
            <a:pPr marL="285750" indent="-285750">
              <a:buFont typeface="Wingdings" panose="05000000000000000000" pitchFamily="2" charset="2"/>
              <a:buChar char="ü"/>
            </a:pPr>
            <a:r>
              <a:rPr lang="en-US" sz="1400" b="1" dirty="0"/>
              <a:t>Retrospective PO </a:t>
            </a:r>
          </a:p>
        </p:txBody>
      </p:sp>
      <p:sp>
        <p:nvSpPr>
          <p:cNvPr id="18" name="Text Placeholder 5"/>
          <p:cNvSpPr>
            <a:spLocks noGrp="1"/>
          </p:cNvSpPr>
          <p:nvPr>
            <p:ph type="body" sz="quarter" idx="15"/>
          </p:nvPr>
        </p:nvSpPr>
        <p:spPr>
          <a:xfrm>
            <a:off x="4495801" y="1404259"/>
            <a:ext cx="3581400" cy="4367894"/>
          </a:xfrm>
          <a:ln w="28575">
            <a:solidFill>
              <a:schemeClr val="tx1"/>
            </a:solidFill>
          </a:ln>
        </p:spPr>
        <p:txBody>
          <a:bodyPr/>
          <a:lstStyle/>
          <a:p>
            <a:pPr marL="285750" indent="-285750">
              <a:buFont typeface="Wingdings" panose="05000000000000000000" pitchFamily="2" charset="2"/>
              <a:buChar char="ü"/>
            </a:pPr>
            <a:r>
              <a:rPr lang="en-US" sz="1200" dirty="0"/>
              <a:t>Knowledge transfer</a:t>
            </a:r>
          </a:p>
          <a:p>
            <a:pPr marL="285750" indent="-285750">
              <a:buFont typeface="Wingdings" panose="05000000000000000000" pitchFamily="2" charset="2"/>
              <a:buChar char="ü"/>
            </a:pPr>
            <a:r>
              <a:rPr lang="en-US" sz="1200" dirty="0"/>
              <a:t>Lack of training</a:t>
            </a:r>
          </a:p>
          <a:p>
            <a:pPr marL="285750" indent="-285750">
              <a:buFont typeface="Wingdings" panose="05000000000000000000" pitchFamily="2" charset="2"/>
              <a:buChar char="ü"/>
            </a:pPr>
            <a:r>
              <a:rPr lang="en-US" sz="1200" dirty="0"/>
              <a:t>Manual tracking</a:t>
            </a:r>
          </a:p>
          <a:p>
            <a:pPr marL="285750" indent="-285750">
              <a:buFont typeface="Wingdings" panose="05000000000000000000" pitchFamily="2" charset="2"/>
              <a:buChar char="ü"/>
            </a:pPr>
            <a:r>
              <a:rPr lang="en-US" sz="1200" dirty="0"/>
              <a:t>Invoice accuracy</a:t>
            </a:r>
          </a:p>
          <a:p>
            <a:pPr marL="285750" indent="-285750">
              <a:buFont typeface="Wingdings" panose="05000000000000000000" pitchFamily="2" charset="2"/>
              <a:buChar char="ü"/>
            </a:pPr>
            <a:r>
              <a:rPr lang="en-US" sz="1200" dirty="0"/>
              <a:t>User education</a:t>
            </a:r>
          </a:p>
          <a:p>
            <a:pPr marL="285750" indent="-285750">
              <a:buFont typeface="Wingdings" panose="05000000000000000000" pitchFamily="2" charset="2"/>
              <a:buChar char="ü"/>
            </a:pPr>
            <a:r>
              <a:rPr lang="en-US" sz="1200" dirty="0"/>
              <a:t>Gaps in user-supplier communication</a:t>
            </a:r>
          </a:p>
          <a:p>
            <a:pPr marL="285750" indent="-285750">
              <a:buFont typeface="Wingdings" panose="05000000000000000000" pitchFamily="2" charset="2"/>
              <a:buChar char="ü"/>
            </a:pPr>
            <a:r>
              <a:rPr lang="en-US" sz="1200" dirty="0"/>
              <a:t>Suppliers not created previously</a:t>
            </a:r>
          </a:p>
          <a:p>
            <a:pPr marL="285750" indent="-285750">
              <a:buFont typeface="Wingdings" panose="05000000000000000000" pitchFamily="2" charset="2"/>
              <a:buChar char="ü"/>
            </a:pPr>
            <a:r>
              <a:rPr lang="en-US" sz="1200" dirty="0"/>
              <a:t>Incorrect PO/BPO</a:t>
            </a:r>
          </a:p>
          <a:p>
            <a:pPr marL="285750" indent="-285750">
              <a:buFont typeface="Wingdings" panose="05000000000000000000" pitchFamily="2" charset="2"/>
              <a:buChar char="ü"/>
            </a:pPr>
            <a:r>
              <a:rPr lang="en-US" sz="1200" dirty="0"/>
              <a:t>Delays in sending invoices by users</a:t>
            </a:r>
          </a:p>
          <a:p>
            <a:pPr marL="285750" indent="-285750">
              <a:buFont typeface="Wingdings" panose="05000000000000000000" pitchFamily="2" charset="2"/>
              <a:buChar char="ü"/>
            </a:pPr>
            <a:r>
              <a:rPr lang="en-US" sz="1200" dirty="0"/>
              <a:t>Invoice pending approval </a:t>
            </a:r>
          </a:p>
          <a:p>
            <a:pPr marL="285750" indent="-285750">
              <a:buFont typeface="Wingdings" panose="05000000000000000000" pitchFamily="2" charset="2"/>
              <a:buChar char="ü"/>
            </a:pPr>
            <a:r>
              <a:rPr lang="en-US" sz="1200" dirty="0"/>
              <a:t>Duplicate invoices </a:t>
            </a:r>
          </a:p>
          <a:p>
            <a:pPr marL="285750" indent="-285750">
              <a:buFont typeface="Wingdings" panose="05000000000000000000" pitchFamily="2" charset="2"/>
              <a:buChar char="ü"/>
            </a:pPr>
            <a:r>
              <a:rPr lang="en-US" sz="1200" dirty="0"/>
              <a:t>Lack of regular follow ups </a:t>
            </a:r>
          </a:p>
        </p:txBody>
      </p:sp>
      <p:sp>
        <p:nvSpPr>
          <p:cNvPr id="19" name="Text Placeholder 5"/>
          <p:cNvSpPr>
            <a:spLocks noGrp="1"/>
          </p:cNvSpPr>
          <p:nvPr>
            <p:ph type="body" sz="quarter" idx="15"/>
          </p:nvPr>
        </p:nvSpPr>
        <p:spPr>
          <a:xfrm>
            <a:off x="8264156" y="1404258"/>
            <a:ext cx="3581400" cy="4367894"/>
          </a:xfrm>
          <a:ln w="28575">
            <a:solidFill>
              <a:schemeClr val="tx1"/>
            </a:solidFill>
          </a:ln>
        </p:spPr>
        <p:txBody>
          <a:bodyPr/>
          <a:lstStyle/>
          <a:p>
            <a:pPr marL="285750" indent="-285750">
              <a:buFont typeface="Wingdings" panose="05000000000000000000" pitchFamily="2" charset="2"/>
              <a:buChar char="ü"/>
            </a:pPr>
            <a:r>
              <a:rPr lang="en-US" sz="1200" dirty="0"/>
              <a:t>Not standard process &amp; procedures</a:t>
            </a:r>
          </a:p>
          <a:p>
            <a:pPr marL="285750" indent="-285750">
              <a:buFont typeface="Wingdings" panose="05000000000000000000" pitchFamily="2" charset="2"/>
              <a:buChar char="ü"/>
            </a:pPr>
            <a:r>
              <a:rPr lang="en-US" sz="1200" dirty="0"/>
              <a:t>Complex creating process for foreign and self-employed worker </a:t>
            </a:r>
          </a:p>
          <a:p>
            <a:pPr marL="285750" indent="-285750">
              <a:buFont typeface="Wingdings" panose="05000000000000000000" pitchFamily="2" charset="2"/>
              <a:buChar char="ü"/>
            </a:pPr>
            <a:r>
              <a:rPr lang="en-US" sz="1200" dirty="0"/>
              <a:t>Missing info about internal contact</a:t>
            </a:r>
          </a:p>
          <a:p>
            <a:pPr marL="285750" indent="-285750">
              <a:buFont typeface="Wingdings" panose="05000000000000000000" pitchFamily="2" charset="2"/>
              <a:buChar char="ü"/>
            </a:pPr>
            <a:r>
              <a:rPr lang="en-US" sz="1200" dirty="0"/>
              <a:t>Missing supplier contact details</a:t>
            </a:r>
          </a:p>
          <a:p>
            <a:pPr marL="285750" indent="-285750">
              <a:buFont typeface="Wingdings" panose="05000000000000000000" pitchFamily="2" charset="2"/>
              <a:buChar char="ü"/>
            </a:pPr>
            <a:r>
              <a:rPr lang="en-US" sz="1200" dirty="0"/>
              <a:t>OCR sending invoices rules</a:t>
            </a:r>
          </a:p>
          <a:p>
            <a:pPr marL="285750" indent="-285750">
              <a:buFont typeface="Wingdings" panose="05000000000000000000" pitchFamily="2" charset="2"/>
              <a:buChar char="ü"/>
            </a:pPr>
            <a:r>
              <a:rPr lang="en-US" sz="1200" dirty="0"/>
              <a:t>Complex approval process (COUPA)</a:t>
            </a:r>
          </a:p>
          <a:p>
            <a:pPr marL="285750" indent="-285750">
              <a:buFont typeface="Wingdings" panose="05000000000000000000" pitchFamily="2" charset="2"/>
              <a:buChar char="ü"/>
            </a:pPr>
            <a:r>
              <a:rPr lang="en-US" sz="1200" dirty="0"/>
              <a:t>Missing or incorrect booking details </a:t>
            </a:r>
          </a:p>
          <a:p>
            <a:pPr marL="285750" indent="-285750">
              <a:buFont typeface="Wingdings" panose="05000000000000000000" pitchFamily="2" charset="2"/>
              <a:buChar char="ü"/>
            </a:pPr>
            <a:r>
              <a:rPr lang="en-US" sz="1200" dirty="0"/>
              <a:t>Reducing the number of payments</a:t>
            </a:r>
          </a:p>
          <a:p>
            <a:pPr marL="285750" indent="-285750">
              <a:buFont typeface="Wingdings" panose="05000000000000000000" pitchFamily="2" charset="2"/>
              <a:buChar char="ü"/>
            </a:pPr>
            <a:r>
              <a:rPr lang="en-US" sz="1200" dirty="0"/>
              <a:t>Processing cycle time</a:t>
            </a:r>
          </a:p>
          <a:p>
            <a:pPr marL="285750" indent="-285750">
              <a:buFont typeface="Wingdings" panose="05000000000000000000" pitchFamily="2" charset="2"/>
              <a:buChar char="ü"/>
            </a:pPr>
            <a:endParaRPr lang="en-US" sz="1200" dirty="0"/>
          </a:p>
        </p:txBody>
      </p:sp>
    </p:spTree>
    <p:extLst>
      <p:ext uri="{BB962C8B-B14F-4D97-AF65-F5344CB8AC3E}">
        <p14:creationId xmlns:p14="http://schemas.microsoft.com/office/powerpoint/2010/main" val="267070601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18393" y="0"/>
            <a:ext cx="1816765" cy="603556"/>
          </a:xfrm>
          <a:prstGeom prst="rect">
            <a:avLst/>
          </a:prstGeom>
        </p:spPr>
      </p:pic>
      <p:sp>
        <p:nvSpPr>
          <p:cNvPr id="9" name="Text Placeholder 2"/>
          <p:cNvSpPr txBox="1">
            <a:spLocks/>
          </p:cNvSpPr>
          <p:nvPr/>
        </p:nvSpPr>
        <p:spPr>
          <a:xfrm>
            <a:off x="1774724" y="21021"/>
            <a:ext cx="7235456" cy="533400"/>
          </a:xfrm>
          <a:prstGeom prst="rect">
            <a:avLst/>
          </a:prstGeom>
        </p:spPr>
        <p:txBody>
          <a:bodyPr anchor="ctr"/>
          <a:lstStyle>
            <a:lvl1pPr marL="0">
              <a:defRPr sz="3000">
                <a:solidFill>
                  <a:srgbClr val="063161"/>
                </a:solidFill>
                <a:latin typeface="Georgia" panose="02040502050405020303"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1800" b="1" kern="0" dirty="0">
                <a:latin typeface="+mj-lt"/>
              </a:rPr>
              <a:t>Pareto Chart</a:t>
            </a:r>
          </a:p>
        </p:txBody>
      </p:sp>
      <p:sp>
        <p:nvSpPr>
          <p:cNvPr id="10" name="TextBox 9"/>
          <p:cNvSpPr txBox="1"/>
          <p:nvPr/>
        </p:nvSpPr>
        <p:spPr>
          <a:xfrm>
            <a:off x="1798372" y="554421"/>
            <a:ext cx="5821628" cy="400110"/>
          </a:xfrm>
          <a:prstGeom prst="rect">
            <a:avLst/>
          </a:prstGeom>
          <a:noFill/>
        </p:spPr>
        <p:txBody>
          <a:bodyPr wrap="square" rtlCol="0">
            <a:spAutoFit/>
          </a:bodyPr>
          <a:lstStyle/>
          <a:p>
            <a:r>
              <a:rPr lang="en-US" sz="2000" b="1" dirty="0"/>
              <a:t>Different channels for receiving invoices</a:t>
            </a:r>
          </a:p>
        </p:txBody>
      </p:sp>
      <p:sp>
        <p:nvSpPr>
          <p:cNvPr id="11" name="Text Placeholder 3"/>
          <p:cNvSpPr>
            <a:spLocks noGrp="1"/>
          </p:cNvSpPr>
          <p:nvPr>
            <p:ph type="body" sz="quarter" idx="13"/>
          </p:nvPr>
        </p:nvSpPr>
        <p:spPr>
          <a:xfrm>
            <a:off x="6477000" y="2514600"/>
            <a:ext cx="4495800" cy="1600199"/>
          </a:xfrm>
          <a:ln w="28575">
            <a:solidFill>
              <a:schemeClr val="tx1"/>
            </a:solidFill>
          </a:ln>
        </p:spPr>
        <p:txBody>
          <a:bodyPr lIns="91440" tIns="45720" rIns="91440" bIns="45720" anchor="t"/>
          <a:lstStyle/>
          <a:p>
            <a:pPr marL="0" indent="0">
              <a:buNone/>
            </a:pPr>
            <a:r>
              <a:rPr lang="en-US" sz="1400" dirty="0">
                <a:latin typeface="Georgia"/>
              </a:rPr>
              <a:t>Through the 2 methods with the lowest number of paid late invoices, suppliers can create their own invoices in the system (Supplier Portal Coupa and Actionable Supplier Notification) compared to the other 2 by which invoices are sent to the scanning center to be processed by the AP team.</a:t>
            </a:r>
          </a:p>
        </p:txBody>
      </p:sp>
      <p:pic>
        <p:nvPicPr>
          <p:cNvPr id="2" name="Picture 1"/>
          <p:cNvPicPr>
            <a:picLocks noChangeAspect="1"/>
          </p:cNvPicPr>
          <p:nvPr/>
        </p:nvPicPr>
        <p:blipFill>
          <a:blip r:embed="rId3"/>
          <a:stretch>
            <a:fillRect/>
          </a:stretch>
        </p:blipFill>
        <p:spPr>
          <a:xfrm>
            <a:off x="889989" y="1344105"/>
            <a:ext cx="5257143" cy="4228571"/>
          </a:xfrm>
          <a:prstGeom prst="rect">
            <a:avLst/>
          </a:prstGeom>
        </p:spPr>
      </p:pic>
    </p:spTree>
    <p:extLst>
      <p:ext uri="{BB962C8B-B14F-4D97-AF65-F5344CB8AC3E}">
        <p14:creationId xmlns:p14="http://schemas.microsoft.com/office/powerpoint/2010/main" val="95143778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0"/>
            <a:ext cx="1816765" cy="603556"/>
          </a:xfrm>
          <a:prstGeom prst="rect">
            <a:avLst/>
          </a:prstGeom>
        </p:spPr>
      </p:pic>
      <p:sp>
        <p:nvSpPr>
          <p:cNvPr id="6" name="Text Placeholder 2"/>
          <p:cNvSpPr txBox="1">
            <a:spLocks/>
          </p:cNvSpPr>
          <p:nvPr/>
        </p:nvSpPr>
        <p:spPr>
          <a:xfrm>
            <a:off x="1774724" y="21021"/>
            <a:ext cx="7235456" cy="533400"/>
          </a:xfrm>
          <a:prstGeom prst="rect">
            <a:avLst/>
          </a:prstGeom>
        </p:spPr>
        <p:txBody>
          <a:bodyPr anchor="ctr"/>
          <a:lstStyle>
            <a:lvl1pPr marL="0">
              <a:defRPr sz="3000">
                <a:solidFill>
                  <a:srgbClr val="063161"/>
                </a:solidFill>
                <a:latin typeface="Georgia" panose="02040502050405020303"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1800" b="1" kern="0" dirty="0">
                <a:latin typeface="+mj-lt"/>
              </a:rPr>
              <a:t>Pareto Chart</a:t>
            </a:r>
          </a:p>
        </p:txBody>
      </p:sp>
      <p:sp>
        <p:nvSpPr>
          <p:cNvPr id="7" name="TextBox 6"/>
          <p:cNvSpPr txBox="1"/>
          <p:nvPr/>
        </p:nvSpPr>
        <p:spPr>
          <a:xfrm>
            <a:off x="1758958" y="587002"/>
            <a:ext cx="4800600" cy="400110"/>
          </a:xfrm>
          <a:prstGeom prst="rect">
            <a:avLst/>
          </a:prstGeom>
          <a:noFill/>
        </p:spPr>
        <p:txBody>
          <a:bodyPr wrap="square" rtlCol="0">
            <a:spAutoFit/>
          </a:bodyPr>
          <a:lstStyle/>
          <a:p>
            <a:r>
              <a:rPr lang="en-US" sz="2000" b="1" dirty="0"/>
              <a:t>PO Penetration</a:t>
            </a:r>
          </a:p>
        </p:txBody>
      </p:sp>
      <p:sp>
        <p:nvSpPr>
          <p:cNvPr id="9" name="Text Placeholder 3"/>
          <p:cNvSpPr>
            <a:spLocks noGrp="1"/>
          </p:cNvSpPr>
          <p:nvPr>
            <p:ph type="body" sz="quarter" idx="13"/>
          </p:nvPr>
        </p:nvSpPr>
        <p:spPr>
          <a:xfrm>
            <a:off x="6477000" y="1309785"/>
            <a:ext cx="4114800" cy="2743200"/>
          </a:xfrm>
          <a:ln w="28575">
            <a:solidFill>
              <a:schemeClr val="tx1"/>
            </a:solidFill>
          </a:ln>
        </p:spPr>
        <p:txBody>
          <a:bodyPr/>
          <a:lstStyle/>
          <a:p>
            <a:pPr marL="0" indent="0">
              <a:buNone/>
            </a:pPr>
            <a:r>
              <a:rPr lang="en-US" sz="1400" dirty="0">
                <a:latin typeface="Georgia"/>
              </a:rPr>
              <a:t>As it can be seen from table from the right, the number of PO and NON PO invoices received and processed is quite similar. Moreover, it can be noticed that there are no major differences between the percentages of PO and NON PO invoices paid on time. </a:t>
            </a:r>
          </a:p>
          <a:p>
            <a:pPr marL="0" indent="0">
              <a:buNone/>
            </a:pPr>
            <a:r>
              <a:rPr lang="en-US" sz="1400" dirty="0">
                <a:latin typeface="Georgia"/>
              </a:rPr>
              <a:t>There is slightly a bigger percentage of invoices paid on time for the PO ones, but is not significant, maybe because the PO invoices is bigger than the non-PO ones.</a:t>
            </a:r>
            <a:endParaRPr lang="en-US" sz="1400" dirty="0"/>
          </a:p>
        </p:txBody>
      </p:sp>
      <p:graphicFrame>
        <p:nvGraphicFramePr>
          <p:cNvPr id="2" name="Table 1"/>
          <p:cNvGraphicFramePr>
            <a:graphicFrameLocks noGrp="1"/>
          </p:cNvGraphicFramePr>
          <p:nvPr/>
        </p:nvGraphicFramePr>
        <p:xfrm>
          <a:off x="5562600" y="4784370"/>
          <a:ext cx="5613400" cy="762000"/>
        </p:xfrm>
        <a:graphic>
          <a:graphicData uri="http://schemas.openxmlformats.org/drawingml/2006/table">
            <a:tbl>
              <a:tblPr>
                <a:tableStyleId>{5C22544A-7EE6-4342-B048-85BDC9FD1C3A}</a:tableStyleId>
              </a:tblPr>
              <a:tblGrid>
                <a:gridCol w="1764302">
                  <a:extLst>
                    <a:ext uri="{9D8B030D-6E8A-4147-A177-3AD203B41FA5}">
                      <a16:colId xmlns:a16="http://schemas.microsoft.com/office/drawing/2014/main" val="2048820995"/>
                    </a:ext>
                  </a:extLst>
                </a:gridCol>
                <a:gridCol w="1091583">
                  <a:extLst>
                    <a:ext uri="{9D8B030D-6E8A-4147-A177-3AD203B41FA5}">
                      <a16:colId xmlns:a16="http://schemas.microsoft.com/office/drawing/2014/main" val="4073719129"/>
                    </a:ext>
                  </a:extLst>
                </a:gridCol>
                <a:gridCol w="877915">
                  <a:extLst>
                    <a:ext uri="{9D8B030D-6E8A-4147-A177-3AD203B41FA5}">
                      <a16:colId xmlns:a16="http://schemas.microsoft.com/office/drawing/2014/main" val="3714807583"/>
                    </a:ext>
                  </a:extLst>
                </a:gridCol>
                <a:gridCol w="800710">
                  <a:extLst>
                    <a:ext uri="{9D8B030D-6E8A-4147-A177-3AD203B41FA5}">
                      <a16:colId xmlns:a16="http://schemas.microsoft.com/office/drawing/2014/main" val="3982377797"/>
                    </a:ext>
                  </a:extLst>
                </a:gridCol>
                <a:gridCol w="1078890">
                  <a:extLst>
                    <a:ext uri="{9D8B030D-6E8A-4147-A177-3AD203B41FA5}">
                      <a16:colId xmlns:a16="http://schemas.microsoft.com/office/drawing/2014/main" val="2490701462"/>
                    </a:ext>
                  </a:extLst>
                </a:gridCol>
              </a:tblGrid>
              <a:tr h="190500">
                <a:tc>
                  <a:txBody>
                    <a:bodyPr/>
                    <a:lstStyle/>
                    <a:p>
                      <a:pPr algn="l" fontAlgn="b"/>
                      <a:r>
                        <a:rPr lang="en-US" sz="1100" u="none" strike="noStrike">
                          <a:effectLst/>
                        </a:rPr>
                        <a:t>Row Labels</a:t>
                      </a:r>
                      <a:endParaRPr lang="en-US" sz="11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dirty="0" err="1">
                          <a:effectLst/>
                        </a:rPr>
                        <a:t>PaidLate</a:t>
                      </a:r>
                      <a:endParaRPr lang="en-US" sz="11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PaidOnTime</a:t>
                      </a:r>
                      <a:endParaRPr lang="en-US" sz="11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PaidLate %</a:t>
                      </a:r>
                      <a:endParaRPr lang="en-US" sz="11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PaidOnTime %</a:t>
                      </a:r>
                      <a:endParaRPr lang="en-US" sz="11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692906615"/>
                  </a:ext>
                </a:extLst>
              </a:tr>
              <a:tr h="190500">
                <a:tc>
                  <a:txBody>
                    <a:bodyPr/>
                    <a:lstStyle/>
                    <a:p>
                      <a:pPr algn="l" fontAlgn="b"/>
                      <a:r>
                        <a:rPr lang="en-US" sz="1100" u="none" strike="noStrike">
                          <a:effectLst/>
                        </a:rPr>
                        <a:t>NONPO</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1959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7154</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48.80%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49.26%</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956424699"/>
                  </a:ext>
                </a:extLst>
              </a:tr>
              <a:tr h="190500">
                <a:tc>
                  <a:txBody>
                    <a:bodyPr/>
                    <a:lstStyle/>
                    <a:p>
                      <a:pPr algn="l" fontAlgn="b"/>
                      <a:r>
                        <a:rPr lang="en-US" sz="1100" u="none" strike="noStrike">
                          <a:effectLst/>
                        </a:rPr>
                        <a:t>PO</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2055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7369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51.20%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50.74%</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793847396"/>
                  </a:ext>
                </a:extLst>
              </a:tr>
              <a:tr h="190500">
                <a:tc>
                  <a:txBody>
                    <a:bodyPr/>
                    <a:lstStyle/>
                    <a:p>
                      <a:pPr algn="l" fontAlgn="b"/>
                      <a:r>
                        <a:rPr lang="en-US" sz="1100" u="none" strike="noStrike">
                          <a:effectLst/>
                        </a:rPr>
                        <a:t>Grand Total</a:t>
                      </a:r>
                      <a:endParaRPr lang="en-US" sz="11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4014</a:t>
                      </a:r>
                      <a:endParaRPr lang="en-US" sz="11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14523</a:t>
                      </a:r>
                      <a:endParaRPr lang="en-US" sz="11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100.00%</a:t>
                      </a:r>
                      <a:endParaRPr lang="en-US" sz="11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dirty="0">
                          <a:effectLst/>
                        </a:rPr>
                        <a:t>100.00%</a:t>
                      </a:r>
                      <a:endParaRPr lang="en-US" sz="11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188419554"/>
                  </a:ext>
                </a:extLst>
              </a:tr>
            </a:tbl>
          </a:graphicData>
        </a:graphic>
      </p:graphicFrame>
      <p:pic>
        <p:nvPicPr>
          <p:cNvPr id="3" name="Picture 2"/>
          <p:cNvPicPr>
            <a:picLocks noChangeAspect="1"/>
          </p:cNvPicPr>
          <p:nvPr/>
        </p:nvPicPr>
        <p:blipFill>
          <a:blip r:embed="rId3"/>
          <a:stretch>
            <a:fillRect/>
          </a:stretch>
        </p:blipFill>
        <p:spPr>
          <a:xfrm>
            <a:off x="421023" y="1309785"/>
            <a:ext cx="4971429" cy="4228571"/>
          </a:xfrm>
          <a:prstGeom prst="rect">
            <a:avLst/>
          </a:prstGeom>
        </p:spPr>
      </p:pic>
    </p:spTree>
    <p:extLst>
      <p:ext uri="{BB962C8B-B14F-4D97-AF65-F5344CB8AC3E}">
        <p14:creationId xmlns:p14="http://schemas.microsoft.com/office/powerpoint/2010/main" val="175392187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0"/>
            <a:ext cx="1816765" cy="603556"/>
          </a:xfrm>
          <a:prstGeom prst="rect">
            <a:avLst/>
          </a:prstGeom>
        </p:spPr>
      </p:pic>
      <p:sp>
        <p:nvSpPr>
          <p:cNvPr id="6" name="Text Placeholder 2"/>
          <p:cNvSpPr txBox="1">
            <a:spLocks/>
          </p:cNvSpPr>
          <p:nvPr/>
        </p:nvSpPr>
        <p:spPr>
          <a:xfrm>
            <a:off x="1774724" y="21021"/>
            <a:ext cx="7235456" cy="533400"/>
          </a:xfrm>
          <a:prstGeom prst="rect">
            <a:avLst/>
          </a:prstGeom>
        </p:spPr>
        <p:txBody>
          <a:bodyPr anchor="ctr"/>
          <a:lstStyle>
            <a:lvl1pPr marL="0">
              <a:defRPr sz="3000">
                <a:solidFill>
                  <a:srgbClr val="063161"/>
                </a:solidFill>
                <a:latin typeface="Georgia" panose="02040502050405020303"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1800" b="1" kern="0" dirty="0">
                <a:latin typeface="+mj-lt"/>
              </a:rPr>
              <a:t>Pareto Chart</a:t>
            </a:r>
          </a:p>
        </p:txBody>
      </p:sp>
      <p:sp>
        <p:nvSpPr>
          <p:cNvPr id="7" name="TextBox 6"/>
          <p:cNvSpPr txBox="1"/>
          <p:nvPr/>
        </p:nvSpPr>
        <p:spPr>
          <a:xfrm>
            <a:off x="1758958" y="587002"/>
            <a:ext cx="4800600" cy="400110"/>
          </a:xfrm>
          <a:prstGeom prst="rect">
            <a:avLst/>
          </a:prstGeom>
          <a:noFill/>
        </p:spPr>
        <p:txBody>
          <a:bodyPr wrap="square" rtlCol="0">
            <a:spAutoFit/>
          </a:bodyPr>
          <a:lstStyle/>
          <a:p>
            <a:r>
              <a:rPr lang="en-US" sz="2000" b="1" dirty="0"/>
              <a:t>Retrospective PO</a:t>
            </a:r>
          </a:p>
        </p:txBody>
      </p:sp>
      <p:sp>
        <p:nvSpPr>
          <p:cNvPr id="9" name="Text Placeholder 3"/>
          <p:cNvSpPr>
            <a:spLocks noGrp="1"/>
          </p:cNvSpPr>
          <p:nvPr>
            <p:ph type="body" sz="quarter" idx="13"/>
          </p:nvPr>
        </p:nvSpPr>
        <p:spPr>
          <a:xfrm>
            <a:off x="6096000" y="2452851"/>
            <a:ext cx="4114800" cy="1433349"/>
          </a:xfrm>
          <a:ln w="28575">
            <a:solidFill>
              <a:schemeClr val="tx1"/>
            </a:solidFill>
          </a:ln>
        </p:spPr>
        <p:txBody>
          <a:bodyPr/>
          <a:lstStyle/>
          <a:p>
            <a:pPr marL="0" indent="0">
              <a:buNone/>
            </a:pPr>
            <a:r>
              <a:rPr lang="en-US" dirty="0"/>
              <a:t>The POT average for the invoices with retrospective PO (78,81%) falls within the total average for all types of invoices so this criteria does not influence in any way the analysis.</a:t>
            </a:r>
          </a:p>
        </p:txBody>
      </p:sp>
      <p:graphicFrame>
        <p:nvGraphicFramePr>
          <p:cNvPr id="2" name="Table 1"/>
          <p:cNvGraphicFramePr>
            <a:graphicFrameLocks noGrp="1"/>
          </p:cNvGraphicFramePr>
          <p:nvPr/>
        </p:nvGraphicFramePr>
        <p:xfrm>
          <a:off x="5367052" y="4790124"/>
          <a:ext cx="5283200" cy="952500"/>
        </p:xfrm>
        <a:graphic>
          <a:graphicData uri="http://schemas.openxmlformats.org/drawingml/2006/table">
            <a:tbl>
              <a:tblPr>
                <a:tableStyleId>{5C22544A-7EE6-4342-B048-85BDC9FD1C3A}</a:tableStyleId>
              </a:tblPr>
              <a:tblGrid>
                <a:gridCol w="875774">
                  <a:extLst>
                    <a:ext uri="{9D8B030D-6E8A-4147-A177-3AD203B41FA5}">
                      <a16:colId xmlns:a16="http://schemas.microsoft.com/office/drawing/2014/main" val="1028607936"/>
                    </a:ext>
                  </a:extLst>
                </a:gridCol>
                <a:gridCol w="1461026">
                  <a:extLst>
                    <a:ext uri="{9D8B030D-6E8A-4147-A177-3AD203B41FA5}">
                      <a16:colId xmlns:a16="http://schemas.microsoft.com/office/drawing/2014/main" val="297895196"/>
                    </a:ext>
                  </a:extLst>
                </a:gridCol>
                <a:gridCol w="763312">
                  <a:extLst>
                    <a:ext uri="{9D8B030D-6E8A-4147-A177-3AD203B41FA5}">
                      <a16:colId xmlns:a16="http://schemas.microsoft.com/office/drawing/2014/main" val="412832208"/>
                    </a:ext>
                  </a:extLst>
                </a:gridCol>
                <a:gridCol w="1091544">
                  <a:extLst>
                    <a:ext uri="{9D8B030D-6E8A-4147-A177-3AD203B41FA5}">
                      <a16:colId xmlns:a16="http://schemas.microsoft.com/office/drawing/2014/main" val="620192206"/>
                    </a:ext>
                  </a:extLst>
                </a:gridCol>
                <a:gridCol w="1091544">
                  <a:extLst>
                    <a:ext uri="{9D8B030D-6E8A-4147-A177-3AD203B41FA5}">
                      <a16:colId xmlns:a16="http://schemas.microsoft.com/office/drawing/2014/main" val="2612451793"/>
                    </a:ext>
                  </a:extLst>
                </a:gridCol>
              </a:tblGrid>
              <a:tr h="381000">
                <a:tc>
                  <a:txBody>
                    <a:bodyPr/>
                    <a:lstStyle/>
                    <a:p>
                      <a:pPr algn="l" fontAlgn="b"/>
                      <a:r>
                        <a:rPr lang="en-US" sz="1100" u="none" strike="noStrike">
                          <a:effectLst/>
                        </a:rPr>
                        <a:t>Row Labels</a:t>
                      </a:r>
                      <a:endParaRPr lang="en-US" sz="11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Count of Retro PO</a:t>
                      </a:r>
                      <a:endParaRPr lang="en-US" sz="11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Percentage</a:t>
                      </a:r>
                      <a:endParaRPr lang="en-US" sz="11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dirty="0">
                          <a:effectLst/>
                        </a:rPr>
                        <a:t>Count of all PO</a:t>
                      </a:r>
                      <a:endParaRPr lang="en-US" sz="11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Percentage</a:t>
                      </a:r>
                      <a:endParaRPr lang="en-US" sz="11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408297340"/>
                  </a:ext>
                </a:extLst>
              </a:tr>
              <a:tr h="190500">
                <a:tc>
                  <a:txBody>
                    <a:bodyPr/>
                    <a:lstStyle/>
                    <a:p>
                      <a:pPr algn="l" fontAlgn="b"/>
                      <a:r>
                        <a:rPr lang="en-US" sz="1100" u="none" strike="noStrike">
                          <a:effectLst/>
                        </a:rPr>
                        <a:t>PaidLate</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50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21.19%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581970541"/>
                  </a:ext>
                </a:extLst>
              </a:tr>
              <a:tr h="190500">
                <a:tc>
                  <a:txBody>
                    <a:bodyPr/>
                    <a:lstStyle/>
                    <a:p>
                      <a:pPr algn="l" fontAlgn="b"/>
                      <a:r>
                        <a:rPr lang="en-US" sz="1100" u="none" strike="noStrike">
                          <a:effectLst/>
                        </a:rPr>
                        <a:t>PaidOnTime</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186</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78.81%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174235582"/>
                  </a:ext>
                </a:extLst>
              </a:tr>
              <a:tr h="190500">
                <a:tc>
                  <a:txBody>
                    <a:bodyPr/>
                    <a:lstStyle/>
                    <a:p>
                      <a:pPr algn="l" fontAlgn="b"/>
                      <a:r>
                        <a:rPr lang="en-US" sz="1100" u="none" strike="noStrike">
                          <a:effectLst/>
                        </a:rPr>
                        <a:t>Grand Total</a:t>
                      </a:r>
                      <a:endParaRPr lang="en-US" sz="11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236</a:t>
                      </a:r>
                      <a:endParaRPr lang="en-US" sz="11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100.00%</a:t>
                      </a:r>
                      <a:endParaRPr lang="en-US" sz="11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3951</a:t>
                      </a:r>
                      <a:endParaRPr lang="en-US" sz="11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dirty="0">
                          <a:effectLst/>
                        </a:rPr>
                        <a:t>5.97%</a:t>
                      </a:r>
                      <a:endParaRPr lang="en-US" sz="11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602520427"/>
                  </a:ext>
                </a:extLst>
              </a:tr>
            </a:tbl>
          </a:graphicData>
        </a:graphic>
      </p:graphicFrame>
      <p:pic>
        <p:nvPicPr>
          <p:cNvPr id="3" name="Picture 2"/>
          <p:cNvPicPr>
            <a:picLocks noChangeAspect="1"/>
          </p:cNvPicPr>
          <p:nvPr/>
        </p:nvPicPr>
        <p:blipFill>
          <a:blip r:embed="rId3"/>
          <a:stretch>
            <a:fillRect/>
          </a:stretch>
        </p:blipFill>
        <p:spPr>
          <a:xfrm>
            <a:off x="103714" y="1275506"/>
            <a:ext cx="4800000" cy="4266667"/>
          </a:xfrm>
          <a:prstGeom prst="rect">
            <a:avLst/>
          </a:prstGeom>
        </p:spPr>
      </p:pic>
    </p:spTree>
    <p:extLst>
      <p:ext uri="{BB962C8B-B14F-4D97-AF65-F5344CB8AC3E}">
        <p14:creationId xmlns:p14="http://schemas.microsoft.com/office/powerpoint/2010/main" val="145922039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4"/>
          </p:nvPr>
        </p:nvSpPr>
        <p:spPr>
          <a:xfrm>
            <a:off x="1143000" y="1676400"/>
            <a:ext cx="9932949" cy="1289051"/>
          </a:xfrm>
        </p:spPr>
        <p:txBody>
          <a:bodyPr/>
          <a:lstStyle/>
          <a:p>
            <a:pPr defTabSz="904946">
              <a:lnSpc>
                <a:spcPct val="200000"/>
              </a:lnSpc>
              <a:spcBef>
                <a:spcPct val="0"/>
              </a:spcBef>
              <a:defRPr/>
            </a:pPr>
            <a:r>
              <a:rPr lang="en-US" sz="3600" b="1" dirty="0"/>
              <a:t>Design</a:t>
            </a:r>
            <a:endParaRPr lang="en-US" altLang="en-US" sz="3600" dirty="0">
              <a:latin typeface="Calibri" panose="020F0502020204030204" pitchFamily="34" charset="0"/>
              <a:ea typeface="ＭＳ Ｐゴシック" pitchFamily="34" charset="-128"/>
              <a:cs typeface="Times New Roman" pitchFamily="18" charset="0"/>
            </a:endParaRPr>
          </a:p>
        </p:txBody>
      </p:sp>
    </p:spTree>
    <p:extLst>
      <p:ext uri="{BB962C8B-B14F-4D97-AF65-F5344CB8AC3E}">
        <p14:creationId xmlns:p14="http://schemas.microsoft.com/office/powerpoint/2010/main" val="104443425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1814732" y="126657"/>
            <a:ext cx="1524000" cy="304800"/>
          </a:xfrm>
        </p:spPr>
        <p:txBody>
          <a:bodyPr/>
          <a:lstStyle/>
          <a:p>
            <a:r>
              <a:rPr lang="en-US" sz="1800" b="1" dirty="0"/>
              <a:t>FMEA</a:t>
            </a:r>
          </a:p>
        </p:txBody>
      </p:sp>
      <p:sp>
        <p:nvSpPr>
          <p:cNvPr id="5" name="AutoShape 8"/>
          <p:cNvSpPr>
            <a:spLocks noChangeArrowheads="1"/>
          </p:cNvSpPr>
          <p:nvPr/>
        </p:nvSpPr>
        <p:spPr bwMode="auto">
          <a:xfrm>
            <a:off x="0" y="70773"/>
            <a:ext cx="1814732" cy="416569"/>
          </a:xfrm>
          <a:prstGeom prst="chevron">
            <a:avLst>
              <a:gd name="adj" fmla="val 40576"/>
            </a:avLst>
          </a:prstGeom>
          <a:solidFill>
            <a:srgbClr val="EB3846"/>
          </a:solidFill>
          <a:ln>
            <a:noFill/>
          </a:ln>
          <a:effectLst/>
        </p:spPr>
        <p:txBody>
          <a:bodyPr wrap="none" anchor="ctr"/>
          <a:lstStyle>
            <a:lvl1pPr defTabSz="973138" eaLnBrk="0" hangingPunct="0">
              <a:tabLst>
                <a:tab pos="1374775" algn="l"/>
              </a:tabLst>
              <a:defRPr sz="1200">
                <a:solidFill>
                  <a:schemeClr val="tx1"/>
                </a:solidFill>
                <a:latin typeface="Arial" charset="0"/>
                <a:ea typeface="ＭＳ Ｐゴシック" pitchFamily="34" charset="-128"/>
              </a:defRPr>
            </a:lvl1pPr>
            <a:lvl2pPr marL="742950" indent="-285750" defTabSz="973138" eaLnBrk="0" hangingPunct="0">
              <a:tabLst>
                <a:tab pos="1374775" algn="l"/>
              </a:tabLst>
              <a:defRPr sz="1200">
                <a:solidFill>
                  <a:schemeClr val="tx1"/>
                </a:solidFill>
                <a:latin typeface="Arial" charset="0"/>
                <a:ea typeface="ＭＳ Ｐゴシック" pitchFamily="34" charset="-128"/>
              </a:defRPr>
            </a:lvl2pPr>
            <a:lvl3pPr marL="1143000" indent="-228600" defTabSz="973138" eaLnBrk="0" hangingPunct="0">
              <a:tabLst>
                <a:tab pos="1374775" algn="l"/>
              </a:tabLst>
              <a:defRPr sz="1200">
                <a:solidFill>
                  <a:schemeClr val="tx1"/>
                </a:solidFill>
                <a:latin typeface="Arial" charset="0"/>
                <a:ea typeface="ＭＳ Ｐゴシック" pitchFamily="34" charset="-128"/>
              </a:defRPr>
            </a:lvl3pPr>
            <a:lvl4pPr marL="1600200" indent="-228600" defTabSz="973138" eaLnBrk="0" hangingPunct="0">
              <a:tabLst>
                <a:tab pos="1374775" algn="l"/>
              </a:tabLst>
              <a:defRPr sz="1200">
                <a:solidFill>
                  <a:schemeClr val="tx1"/>
                </a:solidFill>
                <a:latin typeface="Arial" charset="0"/>
                <a:ea typeface="ＭＳ Ｐゴシック" pitchFamily="34" charset="-128"/>
              </a:defRPr>
            </a:lvl4pPr>
            <a:lvl5pPr marL="2057400" indent="-228600" defTabSz="973138" eaLnBrk="0" hangingPunct="0">
              <a:tabLst>
                <a:tab pos="1374775" algn="l"/>
              </a:tabLst>
              <a:defRPr sz="1200">
                <a:solidFill>
                  <a:schemeClr val="tx1"/>
                </a:solidFill>
                <a:latin typeface="Arial" charset="0"/>
                <a:ea typeface="ＭＳ Ｐゴシック" pitchFamily="34" charset="-128"/>
              </a:defRPr>
            </a:lvl5pPr>
            <a:lvl6pPr marL="25146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6pPr>
            <a:lvl7pPr marL="29718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7pPr>
            <a:lvl8pPr marL="34290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8pPr>
            <a:lvl9pPr marL="38862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9pPr>
          </a:lstStyle>
          <a:p>
            <a:pPr eaLnBrk="1" hangingPunct="1">
              <a:buClr>
                <a:srgbClr val="905500"/>
              </a:buClr>
            </a:pPr>
            <a:r>
              <a:rPr lang="en-US" altLang="en-US" sz="1400" b="1" dirty="0">
                <a:solidFill>
                  <a:schemeClr val="bg1"/>
                </a:solidFill>
              </a:rPr>
              <a:t>Design</a:t>
            </a:r>
          </a:p>
        </p:txBody>
      </p:sp>
      <p:sp>
        <p:nvSpPr>
          <p:cNvPr id="6" name="TextBox 5"/>
          <p:cNvSpPr txBox="1"/>
          <p:nvPr/>
        </p:nvSpPr>
        <p:spPr>
          <a:xfrm>
            <a:off x="306369" y="974799"/>
            <a:ext cx="5181600" cy="830997"/>
          </a:xfrm>
          <a:prstGeom prst="rect">
            <a:avLst/>
          </a:prstGeom>
          <a:noFill/>
        </p:spPr>
        <p:txBody>
          <a:bodyPr wrap="square" rtlCol="0">
            <a:spAutoFit/>
          </a:bodyPr>
          <a:lstStyle/>
          <a:p>
            <a:pPr lvl="0" eaLnBrk="0" hangingPunct="0">
              <a:defRPr/>
            </a:pPr>
            <a:r>
              <a:rPr lang="en-US" sz="1000" dirty="0">
                <a:solidFill>
                  <a:srgbClr val="063161"/>
                </a:solidFill>
                <a:ea typeface="MS PGothic" pitchFamily="34" charset="-128"/>
              </a:rPr>
              <a:t>In order to understand the data door and process door elements previously mentioned, FMEA will be used.</a:t>
            </a:r>
          </a:p>
          <a:p>
            <a:pPr lvl="0" eaLnBrk="0" hangingPunct="0">
              <a:defRPr/>
            </a:pPr>
            <a:r>
              <a:rPr lang="en-US" sz="1000" dirty="0">
                <a:solidFill>
                  <a:srgbClr val="063161"/>
                </a:solidFill>
                <a:ea typeface="MS PGothic" pitchFamily="34" charset="-128"/>
              </a:rPr>
              <a:t>Below there is a print screen of an example how the analysis will go on further:</a:t>
            </a:r>
          </a:p>
          <a:p>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2794298730"/>
              </p:ext>
            </p:extLst>
          </p:nvPr>
        </p:nvGraphicFramePr>
        <p:xfrm>
          <a:off x="443831" y="2145923"/>
          <a:ext cx="9264140" cy="4352366"/>
        </p:xfrm>
        <a:graphic>
          <a:graphicData uri="http://schemas.openxmlformats.org/drawingml/2006/table">
            <a:tbl>
              <a:tblPr/>
              <a:tblGrid>
                <a:gridCol w="510070">
                  <a:extLst>
                    <a:ext uri="{9D8B030D-6E8A-4147-A177-3AD203B41FA5}">
                      <a16:colId xmlns:a16="http://schemas.microsoft.com/office/drawing/2014/main" val="239662351"/>
                    </a:ext>
                  </a:extLst>
                </a:gridCol>
                <a:gridCol w="1895759">
                  <a:extLst>
                    <a:ext uri="{9D8B030D-6E8A-4147-A177-3AD203B41FA5}">
                      <a16:colId xmlns:a16="http://schemas.microsoft.com/office/drawing/2014/main" val="2159930016"/>
                    </a:ext>
                  </a:extLst>
                </a:gridCol>
                <a:gridCol w="1003137">
                  <a:extLst>
                    <a:ext uri="{9D8B030D-6E8A-4147-A177-3AD203B41FA5}">
                      <a16:colId xmlns:a16="http://schemas.microsoft.com/office/drawing/2014/main" val="1377743595"/>
                    </a:ext>
                  </a:extLst>
                </a:gridCol>
                <a:gridCol w="1088148">
                  <a:extLst>
                    <a:ext uri="{9D8B030D-6E8A-4147-A177-3AD203B41FA5}">
                      <a16:colId xmlns:a16="http://schemas.microsoft.com/office/drawing/2014/main" val="4028520195"/>
                    </a:ext>
                  </a:extLst>
                </a:gridCol>
                <a:gridCol w="161522">
                  <a:extLst>
                    <a:ext uri="{9D8B030D-6E8A-4147-A177-3AD203B41FA5}">
                      <a16:colId xmlns:a16="http://schemas.microsoft.com/office/drawing/2014/main" val="716598070"/>
                    </a:ext>
                  </a:extLst>
                </a:gridCol>
                <a:gridCol w="1090274">
                  <a:extLst>
                    <a:ext uri="{9D8B030D-6E8A-4147-A177-3AD203B41FA5}">
                      <a16:colId xmlns:a16="http://schemas.microsoft.com/office/drawing/2014/main" val="1618018695"/>
                    </a:ext>
                  </a:extLst>
                </a:gridCol>
                <a:gridCol w="161522">
                  <a:extLst>
                    <a:ext uri="{9D8B030D-6E8A-4147-A177-3AD203B41FA5}">
                      <a16:colId xmlns:a16="http://schemas.microsoft.com/office/drawing/2014/main" val="3603943025"/>
                    </a:ext>
                  </a:extLst>
                </a:gridCol>
                <a:gridCol w="733225">
                  <a:extLst>
                    <a:ext uri="{9D8B030D-6E8A-4147-A177-3AD203B41FA5}">
                      <a16:colId xmlns:a16="http://schemas.microsoft.com/office/drawing/2014/main" val="3887175408"/>
                    </a:ext>
                  </a:extLst>
                </a:gridCol>
                <a:gridCol w="161522">
                  <a:extLst>
                    <a:ext uri="{9D8B030D-6E8A-4147-A177-3AD203B41FA5}">
                      <a16:colId xmlns:a16="http://schemas.microsoft.com/office/drawing/2014/main" val="41084973"/>
                    </a:ext>
                  </a:extLst>
                </a:gridCol>
                <a:gridCol w="425058">
                  <a:extLst>
                    <a:ext uri="{9D8B030D-6E8A-4147-A177-3AD203B41FA5}">
                      <a16:colId xmlns:a16="http://schemas.microsoft.com/office/drawing/2014/main" val="1669246998"/>
                    </a:ext>
                  </a:extLst>
                </a:gridCol>
                <a:gridCol w="2033903">
                  <a:extLst>
                    <a:ext uri="{9D8B030D-6E8A-4147-A177-3AD203B41FA5}">
                      <a16:colId xmlns:a16="http://schemas.microsoft.com/office/drawing/2014/main" val="1953918770"/>
                    </a:ext>
                  </a:extLst>
                </a:gridCol>
              </a:tblGrid>
              <a:tr h="535942">
                <a:tc>
                  <a:txBody>
                    <a:bodyPr/>
                    <a:lstStyle/>
                    <a:p>
                      <a:pPr algn="ctr" fontAlgn="ctr"/>
                      <a:r>
                        <a:rPr lang="en-US" sz="700" b="1" i="0" u="sng" strike="noStrike">
                          <a:effectLst/>
                          <a:latin typeface="Calibri" panose="020F0502020204030204" pitchFamily="34" charset="0"/>
                        </a:rPr>
                        <a:t>Sub- Process</a:t>
                      </a:r>
                    </a:p>
                  </a:txBody>
                  <a:tcPr marL="6380" marR="6380" marT="638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700" b="1" i="0" u="sng" strike="noStrike">
                          <a:effectLst/>
                          <a:latin typeface="Calibri" panose="020F0502020204030204" pitchFamily="34" charset="0"/>
                        </a:rPr>
                        <a:t>WHEN</a:t>
                      </a:r>
                      <a:br>
                        <a:rPr lang="en-US" sz="700" b="1" i="0" u="none" strike="noStrike">
                          <a:effectLst/>
                          <a:latin typeface="Calibri" panose="020F0502020204030204" pitchFamily="34" charset="0"/>
                        </a:rPr>
                      </a:br>
                      <a:br>
                        <a:rPr lang="en-US" sz="700" b="1" i="0" u="none" strike="noStrike">
                          <a:effectLst/>
                          <a:latin typeface="Calibri" panose="020F0502020204030204" pitchFamily="34" charset="0"/>
                        </a:rPr>
                      </a:br>
                      <a:r>
                        <a:rPr lang="en-US" sz="700" b="1" i="0" u="none" strike="noStrike">
                          <a:effectLst/>
                          <a:latin typeface="Calibri" panose="020F0502020204030204" pitchFamily="34" charset="0"/>
                        </a:rPr>
                        <a:t>Item/ Process Step</a:t>
                      </a:r>
                      <a:endParaRPr lang="en-US" sz="700" b="1" i="0" u="sng" strike="noStrike">
                        <a:effectLst/>
                        <a:latin typeface="Calibri" panose="020F0502020204030204" pitchFamily="34" charset="0"/>
                      </a:endParaRPr>
                    </a:p>
                  </a:txBody>
                  <a:tcPr marL="6380" marR="6380" marT="638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700" b="1" i="0" u="sng" strike="noStrike">
                          <a:effectLst/>
                          <a:latin typeface="Calibri" panose="020F0502020204030204" pitchFamily="34" charset="0"/>
                        </a:rPr>
                        <a:t>WHAT</a:t>
                      </a:r>
                      <a:br>
                        <a:rPr lang="en-US" sz="700" b="1" i="0" u="none" strike="noStrike">
                          <a:effectLst/>
                          <a:latin typeface="Calibri" panose="020F0502020204030204" pitchFamily="34" charset="0"/>
                        </a:rPr>
                      </a:br>
                      <a:br>
                        <a:rPr lang="en-US" sz="700" b="1" i="0" u="none" strike="noStrike">
                          <a:effectLst/>
                          <a:latin typeface="Calibri" panose="020F0502020204030204" pitchFamily="34" charset="0"/>
                        </a:rPr>
                      </a:br>
                      <a:br>
                        <a:rPr lang="en-US" sz="700" b="1" i="0" u="none" strike="noStrike">
                          <a:effectLst/>
                          <a:latin typeface="Calibri" panose="020F0502020204030204" pitchFamily="34" charset="0"/>
                        </a:rPr>
                      </a:br>
                      <a:r>
                        <a:rPr lang="en-US" sz="700" b="1" i="0" u="none" strike="noStrike">
                          <a:effectLst/>
                          <a:latin typeface="Calibri" panose="020F0502020204030204" pitchFamily="34" charset="0"/>
                        </a:rPr>
                        <a:t>Potential Failure Mode</a:t>
                      </a:r>
                      <a:endParaRPr lang="en-US" sz="700" b="1" i="0" u="sng" strike="noStrike">
                        <a:effectLst/>
                        <a:latin typeface="Calibri" panose="020F0502020204030204" pitchFamily="34" charset="0"/>
                      </a:endParaRP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FF"/>
                    </a:solidFill>
                  </a:tcPr>
                </a:tc>
                <a:tc>
                  <a:txBody>
                    <a:bodyPr/>
                    <a:lstStyle/>
                    <a:p>
                      <a:pPr algn="ctr" fontAlgn="ctr"/>
                      <a:r>
                        <a:rPr lang="en-US" sz="700" b="1" i="0" u="none" strike="noStrike">
                          <a:effectLst/>
                          <a:latin typeface="Calibri" panose="020F0502020204030204" pitchFamily="34" charset="0"/>
                        </a:rPr>
                        <a:t>Potential Effect(s) of Failure</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ctr"/>
                      <a:r>
                        <a:rPr lang="en-US" sz="700" b="1" i="0" u="none" strike="noStrike">
                          <a:effectLst/>
                          <a:latin typeface="Calibri" panose="020F0502020204030204" pitchFamily="34" charset="0"/>
                        </a:rPr>
                        <a:t>Severity</a:t>
                      </a:r>
                    </a:p>
                  </a:txBody>
                  <a:tcPr marL="6380" marR="6380" marT="6380"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ctr"/>
                      <a:r>
                        <a:rPr lang="en-US" sz="700" b="1" i="0" u="sng" strike="noStrike">
                          <a:effectLst/>
                          <a:latin typeface="Calibri" panose="020F0502020204030204" pitchFamily="34" charset="0"/>
                        </a:rPr>
                        <a:t>WHY</a:t>
                      </a:r>
                      <a:br>
                        <a:rPr lang="en-US" sz="700" b="1" i="0" u="none" strike="noStrike">
                          <a:effectLst/>
                          <a:latin typeface="Calibri" panose="020F0502020204030204" pitchFamily="34" charset="0"/>
                        </a:rPr>
                      </a:br>
                      <a:br>
                        <a:rPr lang="en-US" sz="700" b="1" i="0" u="none" strike="noStrike">
                          <a:effectLst/>
                          <a:latin typeface="Calibri" panose="020F0502020204030204" pitchFamily="34" charset="0"/>
                        </a:rPr>
                      </a:br>
                      <a:br>
                        <a:rPr lang="en-US" sz="700" b="1" i="0" u="none" strike="noStrike">
                          <a:effectLst/>
                          <a:latin typeface="Calibri" panose="020F0502020204030204" pitchFamily="34" charset="0"/>
                        </a:rPr>
                      </a:br>
                      <a:r>
                        <a:rPr lang="en-US" sz="700" b="1" i="0" u="none" strike="noStrike">
                          <a:effectLst/>
                          <a:latin typeface="Calibri" panose="020F0502020204030204" pitchFamily="34" charset="0"/>
                        </a:rPr>
                        <a:t>Potential Cause(s) of Failure</a:t>
                      </a:r>
                      <a:endParaRPr lang="en-US" sz="700" b="1" i="0" u="sng" strike="noStrike">
                        <a:effectLst/>
                        <a:latin typeface="Calibri" panose="020F0502020204030204" pitchFamily="34" charset="0"/>
                      </a:endParaRP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ctr" fontAlgn="ctr"/>
                      <a:r>
                        <a:rPr lang="en-US" sz="700" b="1" i="0" u="none" strike="noStrike">
                          <a:effectLst/>
                          <a:latin typeface="Calibri" panose="020F0502020204030204" pitchFamily="34" charset="0"/>
                        </a:rPr>
                        <a:t>Occurrence</a:t>
                      </a:r>
                    </a:p>
                  </a:txBody>
                  <a:tcPr marL="6380" marR="6380" marT="6380"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ctr"/>
                      <a:r>
                        <a:rPr lang="en-US" sz="700" b="1" i="0" u="none" strike="noStrike">
                          <a:effectLst/>
                          <a:latin typeface="Calibri" panose="020F0502020204030204" pitchFamily="34" charset="0"/>
                        </a:rPr>
                        <a:t>Current Controls</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ctr"/>
                      <a:r>
                        <a:rPr lang="en-US" sz="700" b="1" i="0" u="none" strike="noStrike">
                          <a:effectLst/>
                          <a:latin typeface="Calibri" panose="020F0502020204030204" pitchFamily="34" charset="0"/>
                        </a:rPr>
                        <a:t>Detection</a:t>
                      </a:r>
                    </a:p>
                  </a:txBody>
                  <a:tcPr marL="6380" marR="6380" marT="6380"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ctr"/>
                      <a:r>
                        <a:rPr lang="en-US" sz="700" b="1" i="0" u="none" strike="noStrike">
                          <a:effectLst/>
                          <a:latin typeface="Calibri" panose="020F0502020204030204" pitchFamily="34" charset="0"/>
                        </a:rPr>
                        <a:t>RPN</a:t>
                      </a:r>
                    </a:p>
                  </a:txBody>
                  <a:tcPr marL="6380" marR="6380" marT="6380"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ctr"/>
                      <a:r>
                        <a:rPr lang="en-US" sz="700" b="1" i="0" u="none" strike="noStrike">
                          <a:effectLst/>
                          <a:latin typeface="Calibri" panose="020F0502020204030204" pitchFamily="34" charset="0"/>
                        </a:rPr>
                        <a:t>Recommended Actions</a:t>
                      </a:r>
                      <a:br>
                        <a:rPr lang="en-US" sz="700" b="1" i="0" u="none" strike="noStrike">
                          <a:effectLst/>
                          <a:latin typeface="Calibri" panose="020F0502020204030204" pitchFamily="34" charset="0"/>
                        </a:rPr>
                      </a:br>
                      <a:br>
                        <a:rPr lang="en-US" sz="700" b="1" i="0" u="none" strike="noStrike">
                          <a:effectLst/>
                          <a:latin typeface="Calibri" panose="020F0502020204030204" pitchFamily="34" charset="0"/>
                        </a:rPr>
                      </a:br>
                      <a:r>
                        <a:rPr lang="en-US" sz="700" b="1" i="0" u="none" strike="noStrike">
                          <a:effectLst/>
                          <a:latin typeface="Calibri" panose="020F0502020204030204" pitchFamily="34" charset="0"/>
                        </a:rPr>
                        <a:t>(Response Plans - Containment, SOP's, Control Plans)</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extLst>
                  <a:ext uri="{0D108BD9-81ED-4DB2-BD59-A6C34878D82A}">
                    <a16:rowId xmlns:a16="http://schemas.microsoft.com/office/drawing/2014/main" val="1607422193"/>
                  </a:ext>
                </a:extLst>
              </a:tr>
              <a:tr h="440238">
                <a:tc>
                  <a:txBody>
                    <a:bodyPr/>
                    <a:lstStyle/>
                    <a:p>
                      <a:pPr algn="l" fontAlgn="ctr"/>
                      <a:r>
                        <a:rPr lang="en-US" sz="700" b="1" i="0" u="none" strike="noStrike">
                          <a:effectLst/>
                          <a:latin typeface="Calibri" panose="020F0502020204030204" pitchFamily="34" charset="0"/>
                        </a:rPr>
                        <a:t>Accounts payable</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600" b="1" i="0" u="none" strike="noStrike">
                          <a:solidFill>
                            <a:srgbClr val="073262"/>
                          </a:solidFill>
                          <a:effectLst/>
                          <a:latin typeface="Georgia" panose="02040502050405020303" pitchFamily="18" charset="0"/>
                        </a:rPr>
                        <a:t>Invoice receipt cycle time</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0" i="0" u="none" strike="noStrike">
                          <a:effectLst/>
                          <a:latin typeface="Calibri" panose="020F0502020204030204" pitchFamily="34" charset="0"/>
                        </a:rPr>
                        <a:t>Invoices may be sent late or incorrect or to wrong recicient</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0" i="0" u="none" strike="noStrike">
                          <a:solidFill>
                            <a:srgbClr val="FF0000"/>
                          </a:solidFill>
                          <a:effectLst/>
                          <a:latin typeface="Calibri" panose="020F0502020204030204" pitchFamily="34" charset="0"/>
                        </a:rPr>
                        <a:t>Invoices may be processed close to their due date or after it</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solidFill>
                            <a:srgbClr val="333399"/>
                          </a:solidFill>
                          <a:effectLst/>
                          <a:latin typeface="Calibri" panose="020F0502020204030204" pitchFamily="34" charset="0"/>
                        </a:rPr>
                        <a:t>7</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700" b="0" i="0" u="none" strike="noStrike">
                          <a:solidFill>
                            <a:srgbClr val="FF0000"/>
                          </a:solidFill>
                          <a:effectLst/>
                          <a:latin typeface="Calibri" panose="020F0502020204030204" pitchFamily="34" charset="0"/>
                        </a:rPr>
                        <a:t>Risk of not processing on time</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solidFill>
                            <a:srgbClr val="333399"/>
                          </a:solidFill>
                          <a:effectLst/>
                          <a:latin typeface="Calibri" panose="020F0502020204030204" pitchFamily="34" charset="0"/>
                        </a:rPr>
                        <a:t>6</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700" b="0" i="0" u="none" strike="noStrike">
                          <a:solidFill>
                            <a:srgbClr val="FF0000"/>
                          </a:solidFill>
                          <a:effectLst/>
                          <a:latin typeface="Calibri" panose="020F0502020204030204" pitchFamily="34" charset="0"/>
                        </a:rPr>
                        <a:t>Mass comunication to the suppliers or to the business</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solidFill>
                            <a:srgbClr val="333399"/>
                          </a:solidFill>
                          <a:effectLst/>
                          <a:latin typeface="Calibri" panose="020F0502020204030204" pitchFamily="34" charset="0"/>
                        </a:rPr>
                        <a:t>5</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r" fontAlgn="ctr"/>
                      <a:r>
                        <a:rPr lang="en-US" sz="700" b="1" i="0" u="none" strike="noStrike">
                          <a:effectLst/>
                          <a:latin typeface="Calibri" panose="020F0502020204030204" pitchFamily="34" charset="0"/>
                        </a:rPr>
                        <a:t>210</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ctr"/>
                      <a:r>
                        <a:rPr lang="en-US" sz="700" b="0" i="0" u="none" strike="noStrike">
                          <a:solidFill>
                            <a:srgbClr val="FF0000"/>
                          </a:solidFill>
                          <a:effectLst/>
                          <a:latin typeface="Calibri" panose="020F0502020204030204" pitchFamily="34" charset="0"/>
                        </a:rPr>
                        <a:t>Suppliers to be contacted to reinforce the right method to send the invoices (to scanning center, Coupa or to the business)</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45999987"/>
                  </a:ext>
                </a:extLst>
              </a:tr>
              <a:tr h="759251">
                <a:tc>
                  <a:txBody>
                    <a:bodyPr/>
                    <a:lstStyle/>
                    <a:p>
                      <a:pPr algn="l" fontAlgn="ctr"/>
                      <a:r>
                        <a:rPr lang="en-US" sz="700" b="1" i="0" u="none" strike="noStrike">
                          <a:effectLst/>
                          <a:latin typeface="Calibri" panose="020F0502020204030204" pitchFamily="34" charset="0"/>
                        </a:rPr>
                        <a:t>Accounts payable</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600" b="1" i="0" u="none" strike="noStrike">
                          <a:solidFill>
                            <a:srgbClr val="073262"/>
                          </a:solidFill>
                          <a:effectLst/>
                          <a:latin typeface="Georgia" panose="02040502050405020303" pitchFamily="18" charset="0"/>
                        </a:rPr>
                        <a:t>Corrections</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0" i="0" u="none" strike="noStrike">
                          <a:effectLst/>
                          <a:latin typeface="Calibri" panose="020F0502020204030204" pitchFamily="34" charset="0"/>
                        </a:rPr>
                        <a:t>Being a manual process, booking the invoices cand lead to a large number of correction, especialy since the supplier can process his own invoice through Coupa</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0" i="0" u="none" strike="noStrike">
                          <a:solidFill>
                            <a:srgbClr val="FF0000"/>
                          </a:solidFill>
                          <a:effectLst/>
                          <a:latin typeface="Calibri" panose="020F0502020204030204" pitchFamily="34" charset="0"/>
                        </a:rPr>
                        <a:t>The AP team will lose time doing corrections instead of focusing on invoice processing</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effectLst/>
                          <a:latin typeface="Calibri" panose="020F0502020204030204" pitchFamily="34" charset="0"/>
                        </a:rPr>
                        <a:t>5</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700" b="0" i="0" u="none" strike="noStrike">
                          <a:solidFill>
                            <a:srgbClr val="FF0000"/>
                          </a:solidFill>
                          <a:effectLst/>
                          <a:latin typeface="Calibri" panose="020F0502020204030204" pitchFamily="34" charset="0"/>
                        </a:rPr>
                        <a:t>Being a manual process performed by the AP team and by the supplier itself</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effectLst/>
                          <a:latin typeface="Calibri" panose="020F0502020204030204" pitchFamily="34" charset="0"/>
                        </a:rPr>
                        <a:t>5</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700" b="0" i="0" u="none" strike="noStrike">
                          <a:solidFill>
                            <a:srgbClr val="FF0000"/>
                          </a:solidFill>
                          <a:effectLst/>
                          <a:latin typeface="Calibri" panose="020F0502020204030204" pitchFamily="34" charset="0"/>
                        </a:rPr>
                        <a:t>Weekly QC for the posted documents</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solidFill>
                            <a:srgbClr val="333399"/>
                          </a:solidFill>
                          <a:effectLst/>
                          <a:latin typeface="Calibri" panose="020F0502020204030204" pitchFamily="34" charset="0"/>
                        </a:rPr>
                        <a:t>5</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r" fontAlgn="ctr"/>
                      <a:r>
                        <a:rPr lang="en-US" sz="700" b="1" i="0" u="none" strike="noStrike">
                          <a:effectLst/>
                          <a:latin typeface="Calibri" panose="020F0502020204030204" pitchFamily="34" charset="0"/>
                        </a:rPr>
                        <a:t>125</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ctr"/>
                      <a:r>
                        <a:rPr lang="en-US" sz="700" b="0" i="0" u="none" strike="noStrike">
                          <a:solidFill>
                            <a:srgbClr val="FF0000"/>
                          </a:solidFill>
                          <a:effectLst/>
                          <a:latin typeface="Calibri" panose="020F0502020204030204" pitchFamily="34" charset="0"/>
                        </a:rPr>
                        <a:t>Training sessions for the top 10 suppliers who made the most common mistakes to reinforce the need to add the right data to Coupa, as well as for the AP team </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8100955"/>
                  </a:ext>
                </a:extLst>
              </a:tr>
              <a:tr h="650787">
                <a:tc>
                  <a:txBody>
                    <a:bodyPr/>
                    <a:lstStyle/>
                    <a:p>
                      <a:pPr algn="l" fontAlgn="ctr"/>
                      <a:r>
                        <a:rPr lang="en-US" sz="700" b="1" i="0" u="none" strike="noStrike">
                          <a:effectLst/>
                          <a:latin typeface="Calibri" panose="020F0502020204030204" pitchFamily="34" charset="0"/>
                        </a:rPr>
                        <a:t>Accounts payable</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600" b="1" i="0" u="none" strike="noStrike">
                          <a:solidFill>
                            <a:srgbClr val="073262"/>
                          </a:solidFill>
                          <a:effectLst/>
                          <a:latin typeface="Georgia" panose="02040502050405020303" pitchFamily="18" charset="0"/>
                        </a:rPr>
                        <a:t>Different channels for receiving invoices</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0" i="0" u="none" strike="noStrike">
                          <a:effectLst/>
                          <a:latin typeface="Calibri" panose="020F0502020204030204" pitchFamily="34" charset="0"/>
                        </a:rPr>
                        <a:t>Suppliers may use multiple channels in order to send the invoices that can lead to extra effort by searching for duplicates</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0" i="0" u="none" strike="noStrike">
                          <a:solidFill>
                            <a:srgbClr val="FF0000"/>
                          </a:solidFill>
                          <a:effectLst/>
                          <a:latin typeface="Calibri" panose="020F0502020204030204" pitchFamily="34" charset="0"/>
                        </a:rPr>
                        <a:t>The AP team will lose time doing corrections instead of focusing on invoice processing</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effectLst/>
                          <a:latin typeface="Calibri" panose="020F0502020204030204" pitchFamily="34" charset="0"/>
                        </a:rPr>
                        <a:t>5</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700" b="0" i="0" u="none" strike="noStrike">
                          <a:solidFill>
                            <a:srgbClr val="FF0000"/>
                          </a:solidFill>
                          <a:effectLst/>
                          <a:latin typeface="Calibri" panose="020F0502020204030204" pitchFamily="34" charset="0"/>
                        </a:rPr>
                        <a:t>Risk of not processing on time</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effectLst/>
                          <a:latin typeface="Calibri" panose="020F0502020204030204" pitchFamily="34" charset="0"/>
                        </a:rPr>
                        <a:t>6</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700" b="0" i="0" u="none" strike="noStrike">
                          <a:solidFill>
                            <a:srgbClr val="FF0000"/>
                          </a:solidFill>
                          <a:effectLst/>
                          <a:latin typeface="Calibri" panose="020F0502020204030204" pitchFamily="34" charset="0"/>
                        </a:rPr>
                        <a:t>No control in place</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solidFill>
                            <a:srgbClr val="333399"/>
                          </a:solidFill>
                          <a:effectLst/>
                          <a:latin typeface="Calibri" panose="020F0502020204030204" pitchFamily="34" charset="0"/>
                        </a:rPr>
                        <a:t>6</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r" fontAlgn="ctr"/>
                      <a:r>
                        <a:rPr lang="en-US" sz="700" b="1" i="0" u="none" strike="noStrike">
                          <a:effectLst/>
                          <a:latin typeface="Calibri" panose="020F0502020204030204" pitchFamily="34" charset="0"/>
                        </a:rPr>
                        <a:t>180</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ctr"/>
                      <a:r>
                        <a:rPr lang="en-US" sz="700" b="0" i="0" u="none" strike="noStrike">
                          <a:solidFill>
                            <a:srgbClr val="FF0000"/>
                          </a:solidFill>
                          <a:effectLst/>
                          <a:latin typeface="Calibri" panose="020F0502020204030204" pitchFamily="34" charset="0"/>
                        </a:rPr>
                        <a:t>Identifying suppliers who use more than one channel to process the invoice and reinforce the importance of using just one</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6560893"/>
                  </a:ext>
                </a:extLst>
              </a:tr>
              <a:tr h="433858">
                <a:tc>
                  <a:txBody>
                    <a:bodyPr/>
                    <a:lstStyle/>
                    <a:p>
                      <a:pPr algn="l" fontAlgn="ctr"/>
                      <a:r>
                        <a:rPr lang="en-US" sz="700" b="1" i="0" u="none" strike="noStrike">
                          <a:effectLst/>
                          <a:latin typeface="Calibri" panose="020F0502020204030204" pitchFamily="34" charset="0"/>
                        </a:rPr>
                        <a:t>Accounts payable</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600" b="1" i="0" u="none" strike="noStrike">
                          <a:solidFill>
                            <a:srgbClr val="073262"/>
                          </a:solidFill>
                          <a:effectLst/>
                          <a:latin typeface="Georgia" panose="02040502050405020303" pitchFamily="18" charset="0"/>
                        </a:rPr>
                        <a:t>Suppliers </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0" i="0" u="none" strike="noStrike">
                          <a:effectLst/>
                          <a:latin typeface="Calibri" panose="020F0502020204030204" pitchFamily="34" charset="0"/>
                        </a:rPr>
                        <a:t>Some suppliers are sending or processing late the invoices </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0" i="0" u="none" strike="noStrike">
                          <a:solidFill>
                            <a:srgbClr val="FF0000"/>
                          </a:solidFill>
                          <a:effectLst/>
                          <a:latin typeface="Calibri" panose="020F0502020204030204" pitchFamily="34" charset="0"/>
                        </a:rPr>
                        <a:t>Invoices may be processed close to their due date or after it</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effectLst/>
                          <a:latin typeface="Calibri" panose="020F0502020204030204" pitchFamily="34" charset="0"/>
                        </a:rPr>
                        <a:t>6</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700" b="0" i="0" u="none" strike="noStrike">
                          <a:solidFill>
                            <a:srgbClr val="FF0000"/>
                          </a:solidFill>
                          <a:effectLst/>
                          <a:latin typeface="Calibri" panose="020F0502020204030204" pitchFamily="34" charset="0"/>
                        </a:rPr>
                        <a:t>Risk of paid late</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effectLst/>
                          <a:latin typeface="Calibri" panose="020F0502020204030204" pitchFamily="34" charset="0"/>
                        </a:rPr>
                        <a:t>5</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700" b="0" i="0" u="none" strike="noStrike">
                          <a:solidFill>
                            <a:srgbClr val="FF0000"/>
                          </a:solidFill>
                          <a:effectLst/>
                          <a:latin typeface="Calibri" panose="020F0502020204030204" pitchFamily="34" charset="0"/>
                        </a:rPr>
                        <a:t>No control in place</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solidFill>
                            <a:srgbClr val="333399"/>
                          </a:solidFill>
                          <a:effectLst/>
                          <a:latin typeface="Calibri" panose="020F0502020204030204" pitchFamily="34" charset="0"/>
                        </a:rPr>
                        <a:t>6</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r" fontAlgn="ctr"/>
                      <a:r>
                        <a:rPr lang="en-US" sz="700" b="1" i="0" u="none" strike="noStrike">
                          <a:effectLst/>
                          <a:latin typeface="Calibri" panose="020F0502020204030204" pitchFamily="34" charset="0"/>
                        </a:rPr>
                        <a:t>180</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ctr"/>
                      <a:r>
                        <a:rPr lang="en-US" sz="700" b="0" i="0" u="none" strike="noStrike">
                          <a:solidFill>
                            <a:srgbClr val="FF0000"/>
                          </a:solidFill>
                          <a:effectLst/>
                          <a:latin typeface="Calibri" panose="020F0502020204030204" pitchFamily="34" charset="0"/>
                        </a:rPr>
                        <a:t>A list of top 20 suppliers for whom invoices were paid late because they are sent late and individual analysis of each supplier; suppliers to be contacted to reinforce the message</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94387378"/>
                  </a:ext>
                </a:extLst>
              </a:tr>
              <a:tr h="440238">
                <a:tc>
                  <a:txBody>
                    <a:bodyPr/>
                    <a:lstStyle/>
                    <a:p>
                      <a:pPr algn="l" fontAlgn="ctr"/>
                      <a:r>
                        <a:rPr lang="en-US" sz="700" b="1" i="0" u="none" strike="noStrike">
                          <a:effectLst/>
                          <a:latin typeface="Calibri" panose="020F0502020204030204" pitchFamily="34" charset="0"/>
                        </a:rPr>
                        <a:t>Accounts payable</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600" b="1" i="0" u="none" strike="noStrike">
                          <a:solidFill>
                            <a:srgbClr val="073262"/>
                          </a:solidFill>
                          <a:effectLst/>
                          <a:latin typeface="Georgia" panose="02040502050405020303" pitchFamily="18" charset="0"/>
                        </a:rPr>
                        <a:t>PO penetration</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0" i="0" u="none" strike="noStrike">
                          <a:effectLst/>
                          <a:latin typeface="Calibri" panose="020F0502020204030204" pitchFamily="34" charset="0"/>
                        </a:rPr>
                        <a:t>Non-PO invoices require more time in order to be approved as the PO invoices</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0" i="0" u="none" strike="noStrike">
                          <a:solidFill>
                            <a:srgbClr val="FF0000"/>
                          </a:solidFill>
                          <a:effectLst/>
                          <a:latin typeface="Calibri" panose="020F0502020204030204" pitchFamily="34" charset="0"/>
                        </a:rPr>
                        <a:t>Delays in processing the invoices</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effectLst/>
                          <a:latin typeface="Calibri" panose="020F0502020204030204" pitchFamily="34" charset="0"/>
                        </a:rPr>
                        <a:t>7</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700" b="0" i="0" u="none" strike="noStrike">
                          <a:solidFill>
                            <a:srgbClr val="FF0000"/>
                          </a:solidFill>
                          <a:effectLst/>
                          <a:latin typeface="Calibri" panose="020F0502020204030204" pitchFamily="34" charset="0"/>
                        </a:rPr>
                        <a:t>Risk of not processing on time</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effectLst/>
                          <a:latin typeface="Calibri" panose="020F0502020204030204" pitchFamily="34" charset="0"/>
                        </a:rPr>
                        <a:t>3</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700" b="0" i="0" u="none" strike="noStrike">
                          <a:solidFill>
                            <a:srgbClr val="FF0000"/>
                          </a:solidFill>
                          <a:effectLst/>
                          <a:latin typeface="Calibri" panose="020F0502020204030204" pitchFamily="34" charset="0"/>
                        </a:rPr>
                        <a:t>Follow ups</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solidFill>
                            <a:srgbClr val="333399"/>
                          </a:solidFill>
                          <a:effectLst/>
                          <a:latin typeface="Calibri" panose="020F0502020204030204" pitchFamily="34" charset="0"/>
                        </a:rPr>
                        <a:t>4</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r" fontAlgn="ctr"/>
                      <a:r>
                        <a:rPr lang="en-US" sz="700" b="1" i="0" u="none" strike="noStrike">
                          <a:effectLst/>
                          <a:latin typeface="Calibri" panose="020F0502020204030204" pitchFamily="34" charset="0"/>
                        </a:rPr>
                        <a:t>84</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0" i="0" u="none" strike="noStrike">
                          <a:solidFill>
                            <a:srgbClr val="FF0000"/>
                          </a:solidFill>
                          <a:effectLst/>
                          <a:latin typeface="Calibri" panose="020F0502020204030204" pitchFamily="34" charset="0"/>
                        </a:rPr>
                        <a:t>A list of top requesters that manage the invoices as non-po, to be contacted to reinforce the message</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15036381"/>
                  </a:ext>
                </a:extLst>
              </a:tr>
              <a:tr h="331774">
                <a:tc>
                  <a:txBody>
                    <a:bodyPr/>
                    <a:lstStyle/>
                    <a:p>
                      <a:pPr algn="l" fontAlgn="ctr"/>
                      <a:r>
                        <a:rPr lang="en-US" sz="700" b="1" i="0" u="none" strike="noStrike">
                          <a:effectLst/>
                          <a:latin typeface="Calibri" panose="020F0502020204030204" pitchFamily="34" charset="0"/>
                        </a:rPr>
                        <a:t>Accounts payable</a:t>
                      </a:r>
                    </a:p>
                  </a:txBody>
                  <a:tcPr marL="6380" marR="6380" marT="638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600" b="1" i="0" u="none" strike="noStrike">
                          <a:solidFill>
                            <a:srgbClr val="073262"/>
                          </a:solidFill>
                          <a:effectLst/>
                          <a:latin typeface="Georgia" panose="02040502050405020303" pitchFamily="18" charset="0"/>
                        </a:rPr>
                        <a:t>Retrospective PO</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en-US" sz="700" b="0" i="0" u="none" strike="noStrike">
                          <a:effectLst/>
                          <a:latin typeface="Calibri" panose="020F0502020204030204" pitchFamily="34" charset="0"/>
                        </a:rPr>
                        <a:t>POs that are made after the invoice is issued</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0" i="0" u="none" strike="noStrike">
                          <a:solidFill>
                            <a:srgbClr val="FF0000"/>
                          </a:solidFill>
                          <a:effectLst/>
                          <a:latin typeface="Calibri" panose="020F0502020204030204" pitchFamily="34" charset="0"/>
                        </a:rPr>
                        <a:t>Delays in proceesing the invoices</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solidFill>
                            <a:srgbClr val="333399"/>
                          </a:solidFill>
                          <a:effectLst/>
                          <a:latin typeface="Calibri" panose="020F0502020204030204" pitchFamily="34" charset="0"/>
                        </a:rPr>
                        <a:t>7</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700" b="0" i="0" u="none" strike="noStrike">
                          <a:solidFill>
                            <a:srgbClr val="FF0000"/>
                          </a:solidFill>
                          <a:effectLst/>
                          <a:latin typeface="Calibri" panose="020F0502020204030204" pitchFamily="34" charset="0"/>
                        </a:rPr>
                        <a:t>Risk of not processing on time</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solidFill>
                            <a:srgbClr val="333399"/>
                          </a:solidFill>
                          <a:effectLst/>
                          <a:latin typeface="Calibri" panose="020F0502020204030204" pitchFamily="34" charset="0"/>
                        </a:rPr>
                        <a:t>3</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700" b="0" i="0" u="none" strike="noStrike">
                          <a:solidFill>
                            <a:srgbClr val="FF0000"/>
                          </a:solidFill>
                          <a:effectLst/>
                          <a:latin typeface="Calibri" panose="020F0502020204030204" pitchFamily="34" charset="0"/>
                        </a:rPr>
                        <a:t>Follow ups</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solidFill>
                            <a:srgbClr val="333399"/>
                          </a:solidFill>
                          <a:effectLst/>
                          <a:latin typeface="Calibri" panose="020F0502020204030204" pitchFamily="34" charset="0"/>
                        </a:rPr>
                        <a:t>4</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r" fontAlgn="ctr"/>
                      <a:r>
                        <a:rPr lang="en-US" sz="700" b="1" i="0" u="none" strike="noStrike">
                          <a:effectLst/>
                          <a:latin typeface="Calibri" panose="020F0502020204030204" pitchFamily="34" charset="0"/>
                        </a:rPr>
                        <a:t>84</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0" i="0" u="none" strike="noStrike">
                          <a:solidFill>
                            <a:srgbClr val="FF0000"/>
                          </a:solidFill>
                          <a:effectLst/>
                          <a:latin typeface="Calibri" panose="020F0502020204030204" pitchFamily="34" charset="0"/>
                        </a:rPr>
                        <a:t>A list of top requesters who apply this procedure of retrospective PO, to be contacted to reinforce the message</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58345363"/>
                  </a:ext>
                </a:extLst>
              </a:tr>
              <a:tr h="433858">
                <a:tc>
                  <a:txBody>
                    <a:bodyPr/>
                    <a:lstStyle/>
                    <a:p>
                      <a:pPr algn="l" fontAlgn="ctr"/>
                      <a:r>
                        <a:rPr lang="en-US" sz="700" b="1" i="0" u="none" strike="noStrike">
                          <a:effectLst/>
                          <a:latin typeface="Calibri" panose="020F0502020204030204" pitchFamily="34" charset="0"/>
                        </a:rPr>
                        <a:t>Accounts payable</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600" b="0" i="0" u="none" strike="noStrike">
                          <a:solidFill>
                            <a:srgbClr val="073262"/>
                          </a:solidFill>
                          <a:effectLst/>
                          <a:latin typeface="Georgia" panose="02040502050405020303" pitchFamily="18" charset="0"/>
                        </a:rPr>
                        <a:t>Processing cycle time</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0" i="0" u="none" strike="noStrike">
                          <a:effectLst/>
                          <a:latin typeface="Calibri" panose="020F0502020204030204" pitchFamily="34" charset="0"/>
                        </a:rPr>
                        <a:t>From the moment an invoice is received until it is booked there might be some blockages</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0" i="0" u="none" strike="noStrike">
                          <a:solidFill>
                            <a:srgbClr val="FF0000"/>
                          </a:solidFill>
                          <a:effectLst/>
                          <a:latin typeface="Calibri" panose="020F0502020204030204" pitchFamily="34" charset="0"/>
                        </a:rPr>
                        <a:t>Invoices may be processed close to their due date or after it</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solidFill>
                            <a:srgbClr val="333399"/>
                          </a:solidFill>
                          <a:effectLst/>
                          <a:latin typeface="Calibri" panose="020F0502020204030204" pitchFamily="34" charset="0"/>
                        </a:rPr>
                        <a:t>6</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700" b="0" i="0" u="none" strike="noStrike">
                          <a:solidFill>
                            <a:srgbClr val="FF0000"/>
                          </a:solidFill>
                          <a:effectLst/>
                          <a:latin typeface="Calibri" panose="020F0502020204030204" pitchFamily="34" charset="0"/>
                        </a:rPr>
                        <a:t>Risk of not processing on time</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solidFill>
                            <a:srgbClr val="333399"/>
                          </a:solidFill>
                          <a:effectLst/>
                          <a:latin typeface="Calibri" panose="020F0502020204030204" pitchFamily="34" charset="0"/>
                        </a:rPr>
                        <a:t>6</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700" b="0" i="0" u="none" strike="noStrike">
                          <a:solidFill>
                            <a:srgbClr val="FF0000"/>
                          </a:solidFill>
                          <a:effectLst/>
                          <a:latin typeface="Calibri" panose="020F0502020204030204" pitchFamily="34" charset="0"/>
                        </a:rPr>
                        <a:t>Follow ups</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solidFill>
                            <a:srgbClr val="333399"/>
                          </a:solidFill>
                          <a:effectLst/>
                          <a:latin typeface="Calibri" panose="020F0502020204030204" pitchFamily="34" charset="0"/>
                        </a:rPr>
                        <a:t>6</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r" fontAlgn="ctr"/>
                      <a:r>
                        <a:rPr lang="en-US" sz="700" b="1" i="0" u="none" strike="noStrike">
                          <a:effectLst/>
                          <a:latin typeface="Calibri" panose="020F0502020204030204" pitchFamily="34" charset="0"/>
                        </a:rPr>
                        <a:t>216</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ctr"/>
                      <a:r>
                        <a:rPr lang="en-US" sz="700" b="0" i="0" u="none" strike="noStrike">
                          <a:solidFill>
                            <a:srgbClr val="FF0000"/>
                          </a:solidFill>
                          <a:effectLst/>
                          <a:latin typeface="Calibri" panose="020F0502020204030204" pitchFamily="34" charset="0"/>
                        </a:rPr>
                        <a:t>New prioritization macro</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96188249"/>
                  </a:ext>
                </a:extLst>
              </a:tr>
              <a:tr h="325393">
                <a:tc>
                  <a:txBody>
                    <a:bodyPr/>
                    <a:lstStyle/>
                    <a:p>
                      <a:pPr algn="l" fontAlgn="ctr"/>
                      <a:r>
                        <a:rPr lang="en-US" sz="700" b="1" i="0" u="none" strike="noStrike">
                          <a:effectLst/>
                          <a:latin typeface="Calibri" panose="020F0502020204030204" pitchFamily="34" charset="0"/>
                        </a:rPr>
                        <a:t>Accounts payable</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600" b="0" i="0" u="none" strike="noStrike">
                          <a:solidFill>
                            <a:srgbClr val="073262"/>
                          </a:solidFill>
                          <a:effectLst/>
                          <a:latin typeface="Georgia" panose="02040502050405020303" pitchFamily="18" charset="0"/>
                        </a:rPr>
                        <a:t>Knowledge transfer</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0" i="0" u="none" strike="noStrike">
                          <a:effectLst/>
                          <a:latin typeface="Calibri" panose="020F0502020204030204" pitchFamily="34" charset="0"/>
                        </a:rPr>
                        <a:t>The atrition may lead to an discontinuos knowledge transfer </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0" i="0" u="none" strike="noStrike">
                          <a:solidFill>
                            <a:srgbClr val="FF0000"/>
                          </a:solidFill>
                          <a:effectLst/>
                          <a:latin typeface="Calibri" panose="020F0502020204030204" pitchFamily="34" charset="0"/>
                        </a:rPr>
                        <a:t>Dificulties in learning the process</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solidFill>
                            <a:srgbClr val="333399"/>
                          </a:solidFill>
                          <a:effectLst/>
                          <a:latin typeface="Calibri" panose="020F0502020204030204" pitchFamily="34" charset="0"/>
                        </a:rPr>
                        <a:t>7</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700" b="0" i="0" u="none" strike="noStrike">
                          <a:solidFill>
                            <a:srgbClr val="FF0000"/>
                          </a:solidFill>
                          <a:effectLst/>
                          <a:latin typeface="Calibri" panose="020F0502020204030204" pitchFamily="34" charset="0"/>
                        </a:rPr>
                        <a:t>Risk of increasing the number of errors</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solidFill>
                            <a:srgbClr val="333399"/>
                          </a:solidFill>
                          <a:effectLst/>
                          <a:latin typeface="Calibri" panose="020F0502020204030204" pitchFamily="34" charset="0"/>
                        </a:rPr>
                        <a:t>5</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700" b="0" i="0" u="none" strike="noStrike">
                          <a:solidFill>
                            <a:srgbClr val="FF0000"/>
                          </a:solidFill>
                          <a:effectLst/>
                          <a:latin typeface="Calibri" panose="020F0502020204030204" pitchFamily="34" charset="0"/>
                        </a:rPr>
                        <a:t>Weekly QC for the posted documents</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solidFill>
                            <a:srgbClr val="333399"/>
                          </a:solidFill>
                          <a:effectLst/>
                          <a:latin typeface="Calibri" panose="020F0502020204030204" pitchFamily="34" charset="0"/>
                        </a:rPr>
                        <a:t>5</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r" fontAlgn="ctr"/>
                      <a:r>
                        <a:rPr lang="en-US" sz="700" b="1" i="0" u="none" strike="noStrike">
                          <a:effectLst/>
                          <a:latin typeface="Calibri" panose="020F0502020204030204" pitchFamily="34" charset="0"/>
                        </a:rPr>
                        <a:t>175</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ctr"/>
                      <a:r>
                        <a:rPr lang="en-US" sz="700" b="0" i="0" u="none" strike="noStrike" dirty="0">
                          <a:solidFill>
                            <a:srgbClr val="FF0000"/>
                          </a:solidFill>
                          <a:effectLst/>
                          <a:latin typeface="Calibri" panose="020F0502020204030204" pitchFamily="34" charset="0"/>
                        </a:rPr>
                        <a:t>Macro for weekly QC for the posted documents</a:t>
                      </a:r>
                    </a:p>
                  </a:txBody>
                  <a:tcPr marL="6380" marR="6380" marT="63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30142423"/>
                  </a:ext>
                </a:extLst>
              </a:tr>
            </a:tbl>
          </a:graphicData>
        </a:graphic>
      </p:graphicFrame>
      <p:pic>
        <p:nvPicPr>
          <p:cNvPr id="10" name="Picture 9"/>
          <p:cNvPicPr>
            <a:picLocks noChangeAspect="1"/>
          </p:cNvPicPr>
          <p:nvPr/>
        </p:nvPicPr>
        <p:blipFill>
          <a:blip r:embed="rId2"/>
          <a:stretch>
            <a:fillRect/>
          </a:stretch>
        </p:blipFill>
        <p:spPr>
          <a:xfrm>
            <a:off x="5339156" y="-62776"/>
            <a:ext cx="4733512" cy="2075150"/>
          </a:xfrm>
          <a:prstGeom prst="rect">
            <a:avLst/>
          </a:prstGeom>
        </p:spPr>
      </p:pic>
    </p:spTree>
    <p:extLst>
      <p:ext uri="{BB962C8B-B14F-4D97-AF65-F5344CB8AC3E}">
        <p14:creationId xmlns:p14="http://schemas.microsoft.com/office/powerpoint/2010/main" val="407828707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8"/>
          <p:cNvSpPr>
            <a:spLocks noChangeArrowheads="1"/>
          </p:cNvSpPr>
          <p:nvPr/>
        </p:nvSpPr>
        <p:spPr bwMode="auto">
          <a:xfrm>
            <a:off x="0" y="70773"/>
            <a:ext cx="1814732" cy="416569"/>
          </a:xfrm>
          <a:prstGeom prst="chevron">
            <a:avLst>
              <a:gd name="adj" fmla="val 40576"/>
            </a:avLst>
          </a:prstGeom>
          <a:solidFill>
            <a:srgbClr val="EB3846"/>
          </a:solidFill>
          <a:ln>
            <a:noFill/>
          </a:ln>
          <a:effectLst/>
        </p:spPr>
        <p:txBody>
          <a:bodyPr wrap="none" anchor="ctr"/>
          <a:lstStyle>
            <a:lvl1pPr defTabSz="973138" eaLnBrk="0" hangingPunct="0">
              <a:tabLst>
                <a:tab pos="1374775" algn="l"/>
              </a:tabLst>
              <a:defRPr sz="1200">
                <a:solidFill>
                  <a:schemeClr val="tx1"/>
                </a:solidFill>
                <a:latin typeface="Arial" charset="0"/>
                <a:ea typeface="ＭＳ Ｐゴシック" pitchFamily="34" charset="-128"/>
              </a:defRPr>
            </a:lvl1pPr>
            <a:lvl2pPr marL="742950" indent="-285750" defTabSz="973138" eaLnBrk="0" hangingPunct="0">
              <a:tabLst>
                <a:tab pos="1374775" algn="l"/>
              </a:tabLst>
              <a:defRPr sz="1200">
                <a:solidFill>
                  <a:schemeClr val="tx1"/>
                </a:solidFill>
                <a:latin typeface="Arial" charset="0"/>
                <a:ea typeface="ＭＳ Ｐゴシック" pitchFamily="34" charset="-128"/>
              </a:defRPr>
            </a:lvl2pPr>
            <a:lvl3pPr marL="1143000" indent="-228600" defTabSz="973138" eaLnBrk="0" hangingPunct="0">
              <a:tabLst>
                <a:tab pos="1374775" algn="l"/>
              </a:tabLst>
              <a:defRPr sz="1200">
                <a:solidFill>
                  <a:schemeClr val="tx1"/>
                </a:solidFill>
                <a:latin typeface="Arial" charset="0"/>
                <a:ea typeface="ＭＳ Ｐゴシック" pitchFamily="34" charset="-128"/>
              </a:defRPr>
            </a:lvl3pPr>
            <a:lvl4pPr marL="1600200" indent="-228600" defTabSz="973138" eaLnBrk="0" hangingPunct="0">
              <a:tabLst>
                <a:tab pos="1374775" algn="l"/>
              </a:tabLst>
              <a:defRPr sz="1200">
                <a:solidFill>
                  <a:schemeClr val="tx1"/>
                </a:solidFill>
                <a:latin typeface="Arial" charset="0"/>
                <a:ea typeface="ＭＳ Ｐゴシック" pitchFamily="34" charset="-128"/>
              </a:defRPr>
            </a:lvl4pPr>
            <a:lvl5pPr marL="2057400" indent="-228600" defTabSz="973138" eaLnBrk="0" hangingPunct="0">
              <a:tabLst>
                <a:tab pos="1374775" algn="l"/>
              </a:tabLst>
              <a:defRPr sz="1200">
                <a:solidFill>
                  <a:schemeClr val="tx1"/>
                </a:solidFill>
                <a:latin typeface="Arial" charset="0"/>
                <a:ea typeface="ＭＳ Ｐゴシック" pitchFamily="34" charset="-128"/>
              </a:defRPr>
            </a:lvl5pPr>
            <a:lvl6pPr marL="25146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6pPr>
            <a:lvl7pPr marL="29718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7pPr>
            <a:lvl8pPr marL="34290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8pPr>
            <a:lvl9pPr marL="38862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9pPr>
          </a:lstStyle>
          <a:p>
            <a:pPr eaLnBrk="1" hangingPunct="1">
              <a:buClr>
                <a:srgbClr val="905500"/>
              </a:buClr>
            </a:pPr>
            <a:r>
              <a:rPr lang="en-US" altLang="en-US" sz="1400" b="1" dirty="0">
                <a:solidFill>
                  <a:schemeClr val="bg1"/>
                </a:solidFill>
              </a:rPr>
              <a:t>Design</a:t>
            </a:r>
          </a:p>
        </p:txBody>
      </p:sp>
      <p:sp>
        <p:nvSpPr>
          <p:cNvPr id="7" name="Text Placeholder 1"/>
          <p:cNvSpPr>
            <a:spLocks noGrp="1"/>
          </p:cNvSpPr>
          <p:nvPr>
            <p:ph type="body" sz="quarter" idx="10"/>
          </p:nvPr>
        </p:nvSpPr>
        <p:spPr>
          <a:xfrm>
            <a:off x="1814732" y="126657"/>
            <a:ext cx="1524000" cy="304800"/>
          </a:xfrm>
        </p:spPr>
        <p:txBody>
          <a:bodyPr/>
          <a:lstStyle/>
          <a:p>
            <a:r>
              <a:rPr lang="en-US" sz="1800" b="1" dirty="0"/>
              <a:t>FMEA</a:t>
            </a:r>
          </a:p>
        </p:txBody>
      </p:sp>
      <p:graphicFrame>
        <p:nvGraphicFramePr>
          <p:cNvPr id="5" name="Table 4"/>
          <p:cNvGraphicFramePr>
            <a:graphicFrameLocks noGrp="1"/>
          </p:cNvGraphicFramePr>
          <p:nvPr/>
        </p:nvGraphicFramePr>
        <p:xfrm>
          <a:off x="304800" y="762000"/>
          <a:ext cx="9906002" cy="5562603"/>
        </p:xfrm>
        <a:graphic>
          <a:graphicData uri="http://schemas.openxmlformats.org/drawingml/2006/table">
            <a:tbl>
              <a:tblPr/>
              <a:tblGrid>
                <a:gridCol w="545409">
                  <a:extLst>
                    <a:ext uri="{9D8B030D-6E8A-4147-A177-3AD203B41FA5}">
                      <a16:colId xmlns:a16="http://schemas.microsoft.com/office/drawing/2014/main" val="2479830979"/>
                    </a:ext>
                  </a:extLst>
                </a:gridCol>
                <a:gridCol w="2027106">
                  <a:extLst>
                    <a:ext uri="{9D8B030D-6E8A-4147-A177-3AD203B41FA5}">
                      <a16:colId xmlns:a16="http://schemas.microsoft.com/office/drawing/2014/main" val="4040258614"/>
                    </a:ext>
                  </a:extLst>
                </a:gridCol>
                <a:gridCol w="1072640">
                  <a:extLst>
                    <a:ext uri="{9D8B030D-6E8A-4147-A177-3AD203B41FA5}">
                      <a16:colId xmlns:a16="http://schemas.microsoft.com/office/drawing/2014/main" val="4094403259"/>
                    </a:ext>
                  </a:extLst>
                </a:gridCol>
                <a:gridCol w="1163540">
                  <a:extLst>
                    <a:ext uri="{9D8B030D-6E8A-4147-A177-3AD203B41FA5}">
                      <a16:colId xmlns:a16="http://schemas.microsoft.com/office/drawing/2014/main" val="4070146955"/>
                    </a:ext>
                  </a:extLst>
                </a:gridCol>
                <a:gridCol w="172713">
                  <a:extLst>
                    <a:ext uri="{9D8B030D-6E8A-4147-A177-3AD203B41FA5}">
                      <a16:colId xmlns:a16="http://schemas.microsoft.com/office/drawing/2014/main" val="3636791848"/>
                    </a:ext>
                  </a:extLst>
                </a:gridCol>
                <a:gridCol w="1165813">
                  <a:extLst>
                    <a:ext uri="{9D8B030D-6E8A-4147-A177-3AD203B41FA5}">
                      <a16:colId xmlns:a16="http://schemas.microsoft.com/office/drawing/2014/main" val="2213966610"/>
                    </a:ext>
                  </a:extLst>
                </a:gridCol>
                <a:gridCol w="172713">
                  <a:extLst>
                    <a:ext uri="{9D8B030D-6E8A-4147-A177-3AD203B41FA5}">
                      <a16:colId xmlns:a16="http://schemas.microsoft.com/office/drawing/2014/main" val="33436156"/>
                    </a:ext>
                  </a:extLst>
                </a:gridCol>
                <a:gridCol w="784027">
                  <a:extLst>
                    <a:ext uri="{9D8B030D-6E8A-4147-A177-3AD203B41FA5}">
                      <a16:colId xmlns:a16="http://schemas.microsoft.com/office/drawing/2014/main" val="4015732509"/>
                    </a:ext>
                  </a:extLst>
                </a:gridCol>
                <a:gridCol w="172713">
                  <a:extLst>
                    <a:ext uri="{9D8B030D-6E8A-4147-A177-3AD203B41FA5}">
                      <a16:colId xmlns:a16="http://schemas.microsoft.com/office/drawing/2014/main" val="3987229947"/>
                    </a:ext>
                  </a:extLst>
                </a:gridCol>
                <a:gridCol w="454508">
                  <a:extLst>
                    <a:ext uri="{9D8B030D-6E8A-4147-A177-3AD203B41FA5}">
                      <a16:colId xmlns:a16="http://schemas.microsoft.com/office/drawing/2014/main" val="1959047580"/>
                    </a:ext>
                  </a:extLst>
                </a:gridCol>
                <a:gridCol w="2174820">
                  <a:extLst>
                    <a:ext uri="{9D8B030D-6E8A-4147-A177-3AD203B41FA5}">
                      <a16:colId xmlns:a16="http://schemas.microsoft.com/office/drawing/2014/main" val="1508941573"/>
                    </a:ext>
                  </a:extLst>
                </a:gridCol>
              </a:tblGrid>
              <a:tr h="650778">
                <a:tc>
                  <a:txBody>
                    <a:bodyPr/>
                    <a:lstStyle/>
                    <a:p>
                      <a:pPr algn="ctr" fontAlgn="ctr"/>
                      <a:r>
                        <a:rPr lang="en-US" sz="600" b="1" i="0" u="sng" strike="noStrike">
                          <a:effectLst/>
                          <a:latin typeface="Calibri" panose="020F0502020204030204" pitchFamily="34" charset="0"/>
                        </a:rPr>
                        <a:t>Sub- Process</a:t>
                      </a:r>
                    </a:p>
                  </a:txBody>
                  <a:tcPr marL="6060" marR="6060" marT="606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600" b="1" i="0" u="sng" strike="noStrike">
                          <a:effectLst/>
                          <a:latin typeface="Calibri" panose="020F0502020204030204" pitchFamily="34" charset="0"/>
                        </a:rPr>
                        <a:t>WHEN</a:t>
                      </a:r>
                      <a:br>
                        <a:rPr lang="en-US" sz="600" b="1" i="0" u="none" strike="noStrike">
                          <a:effectLst/>
                          <a:latin typeface="Calibri" panose="020F0502020204030204" pitchFamily="34" charset="0"/>
                        </a:rPr>
                      </a:br>
                      <a:br>
                        <a:rPr lang="en-US" sz="600" b="1" i="0" u="none" strike="noStrike">
                          <a:effectLst/>
                          <a:latin typeface="Calibri" panose="020F0502020204030204" pitchFamily="34" charset="0"/>
                        </a:rPr>
                      </a:br>
                      <a:r>
                        <a:rPr lang="en-US" sz="600" b="1" i="0" u="none" strike="noStrike">
                          <a:effectLst/>
                          <a:latin typeface="Calibri" panose="020F0502020204030204" pitchFamily="34" charset="0"/>
                        </a:rPr>
                        <a:t>Item/ Process Step</a:t>
                      </a:r>
                      <a:endParaRPr lang="en-US" sz="600" b="1" i="0" u="sng" strike="noStrike">
                        <a:effectLst/>
                        <a:latin typeface="Calibri" panose="020F0502020204030204" pitchFamily="34" charset="0"/>
                      </a:endParaRPr>
                    </a:p>
                  </a:txBody>
                  <a:tcPr marL="6060" marR="6060" marT="606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600" b="1" i="0" u="sng" strike="noStrike">
                          <a:effectLst/>
                          <a:latin typeface="Calibri" panose="020F0502020204030204" pitchFamily="34" charset="0"/>
                        </a:rPr>
                        <a:t>WHAT</a:t>
                      </a:r>
                      <a:br>
                        <a:rPr lang="en-US" sz="600" b="1" i="0" u="none" strike="noStrike">
                          <a:effectLst/>
                          <a:latin typeface="Calibri" panose="020F0502020204030204" pitchFamily="34" charset="0"/>
                        </a:rPr>
                      </a:br>
                      <a:br>
                        <a:rPr lang="en-US" sz="600" b="1" i="0" u="none" strike="noStrike">
                          <a:effectLst/>
                          <a:latin typeface="Calibri" panose="020F0502020204030204" pitchFamily="34" charset="0"/>
                        </a:rPr>
                      </a:br>
                      <a:br>
                        <a:rPr lang="en-US" sz="600" b="1" i="0" u="none" strike="noStrike">
                          <a:effectLst/>
                          <a:latin typeface="Calibri" panose="020F0502020204030204" pitchFamily="34" charset="0"/>
                        </a:rPr>
                      </a:br>
                      <a:r>
                        <a:rPr lang="en-US" sz="600" b="1" i="0" u="none" strike="noStrike">
                          <a:effectLst/>
                          <a:latin typeface="Calibri" panose="020F0502020204030204" pitchFamily="34" charset="0"/>
                        </a:rPr>
                        <a:t>Potential Failure Mode</a:t>
                      </a:r>
                      <a:endParaRPr lang="en-US" sz="600" b="1" i="0" u="sng" strike="noStrike">
                        <a:effectLst/>
                        <a:latin typeface="Calibri" panose="020F0502020204030204" pitchFamily="34" charset="0"/>
                      </a:endParaRP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FF"/>
                    </a:solidFill>
                  </a:tcPr>
                </a:tc>
                <a:tc>
                  <a:txBody>
                    <a:bodyPr/>
                    <a:lstStyle/>
                    <a:p>
                      <a:pPr algn="ctr" fontAlgn="ctr"/>
                      <a:r>
                        <a:rPr lang="en-US" sz="600" b="1" i="0" u="none" strike="noStrike">
                          <a:effectLst/>
                          <a:latin typeface="Calibri" panose="020F0502020204030204" pitchFamily="34" charset="0"/>
                        </a:rPr>
                        <a:t>Potential Effect(s) of Failure</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ctr"/>
                      <a:r>
                        <a:rPr lang="en-US" sz="600" b="1" i="0" u="none" strike="noStrike">
                          <a:effectLst/>
                          <a:latin typeface="Calibri" panose="020F0502020204030204" pitchFamily="34" charset="0"/>
                        </a:rPr>
                        <a:t>Severity</a:t>
                      </a:r>
                    </a:p>
                  </a:txBody>
                  <a:tcPr marL="6060" marR="6060" marT="6060"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ctr"/>
                      <a:r>
                        <a:rPr lang="en-US" sz="600" b="1" i="0" u="sng" strike="noStrike">
                          <a:effectLst/>
                          <a:latin typeface="Calibri" panose="020F0502020204030204" pitchFamily="34" charset="0"/>
                        </a:rPr>
                        <a:t>WHY</a:t>
                      </a:r>
                      <a:br>
                        <a:rPr lang="en-US" sz="600" b="1" i="0" u="none" strike="noStrike">
                          <a:effectLst/>
                          <a:latin typeface="Calibri" panose="020F0502020204030204" pitchFamily="34" charset="0"/>
                        </a:rPr>
                      </a:br>
                      <a:br>
                        <a:rPr lang="en-US" sz="600" b="1" i="0" u="none" strike="noStrike">
                          <a:effectLst/>
                          <a:latin typeface="Calibri" panose="020F0502020204030204" pitchFamily="34" charset="0"/>
                        </a:rPr>
                      </a:br>
                      <a:br>
                        <a:rPr lang="en-US" sz="600" b="1" i="0" u="none" strike="noStrike">
                          <a:effectLst/>
                          <a:latin typeface="Calibri" panose="020F0502020204030204" pitchFamily="34" charset="0"/>
                        </a:rPr>
                      </a:br>
                      <a:r>
                        <a:rPr lang="en-US" sz="600" b="1" i="0" u="none" strike="noStrike">
                          <a:effectLst/>
                          <a:latin typeface="Calibri" panose="020F0502020204030204" pitchFamily="34" charset="0"/>
                        </a:rPr>
                        <a:t>Potential Cause(s) of Failure</a:t>
                      </a:r>
                      <a:endParaRPr lang="en-US" sz="600" b="1" i="0" u="sng" strike="noStrike">
                        <a:effectLst/>
                        <a:latin typeface="Calibri" panose="020F0502020204030204" pitchFamily="34" charset="0"/>
                      </a:endParaRP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ctr" fontAlgn="ctr"/>
                      <a:r>
                        <a:rPr lang="en-US" sz="600" b="1" i="0" u="none" strike="noStrike">
                          <a:effectLst/>
                          <a:latin typeface="Calibri" panose="020F0502020204030204" pitchFamily="34" charset="0"/>
                        </a:rPr>
                        <a:t>Occurrence</a:t>
                      </a:r>
                    </a:p>
                  </a:txBody>
                  <a:tcPr marL="6060" marR="6060" marT="6060"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ctr"/>
                      <a:r>
                        <a:rPr lang="en-US" sz="600" b="1" i="0" u="none" strike="noStrike">
                          <a:effectLst/>
                          <a:latin typeface="Calibri" panose="020F0502020204030204" pitchFamily="34" charset="0"/>
                        </a:rPr>
                        <a:t>Current Controls</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ctr"/>
                      <a:r>
                        <a:rPr lang="en-US" sz="600" b="1" i="0" u="none" strike="noStrike">
                          <a:effectLst/>
                          <a:latin typeface="Calibri" panose="020F0502020204030204" pitchFamily="34" charset="0"/>
                        </a:rPr>
                        <a:t>Detection</a:t>
                      </a:r>
                    </a:p>
                  </a:txBody>
                  <a:tcPr marL="6060" marR="6060" marT="6060"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ctr"/>
                      <a:r>
                        <a:rPr lang="en-US" sz="600" b="1" i="0" u="none" strike="noStrike">
                          <a:effectLst/>
                          <a:latin typeface="Calibri" panose="020F0502020204030204" pitchFamily="34" charset="0"/>
                        </a:rPr>
                        <a:t>RPN</a:t>
                      </a:r>
                    </a:p>
                  </a:txBody>
                  <a:tcPr marL="6060" marR="6060" marT="6060"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ctr"/>
                      <a:r>
                        <a:rPr lang="en-US" sz="600" b="1" i="0" u="none" strike="noStrike">
                          <a:effectLst/>
                          <a:latin typeface="Calibri" panose="020F0502020204030204" pitchFamily="34" charset="0"/>
                        </a:rPr>
                        <a:t>Recommended Actions</a:t>
                      </a:r>
                      <a:br>
                        <a:rPr lang="en-US" sz="600" b="1" i="0" u="none" strike="noStrike">
                          <a:effectLst/>
                          <a:latin typeface="Calibri" panose="020F0502020204030204" pitchFamily="34" charset="0"/>
                        </a:rPr>
                      </a:br>
                      <a:br>
                        <a:rPr lang="en-US" sz="600" b="1" i="0" u="none" strike="noStrike">
                          <a:effectLst/>
                          <a:latin typeface="Calibri" panose="020F0502020204030204" pitchFamily="34" charset="0"/>
                        </a:rPr>
                      </a:br>
                      <a:r>
                        <a:rPr lang="en-US" sz="600" b="1" i="0" u="none" strike="noStrike">
                          <a:effectLst/>
                          <a:latin typeface="Calibri" panose="020F0502020204030204" pitchFamily="34" charset="0"/>
                        </a:rPr>
                        <a:t>(Response Plans - Containment, SOP's, Control Plans)</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extLst>
                  <a:ext uri="{0D108BD9-81ED-4DB2-BD59-A6C34878D82A}">
                    <a16:rowId xmlns:a16="http://schemas.microsoft.com/office/drawing/2014/main" val="3551539010"/>
                  </a:ext>
                </a:extLst>
              </a:tr>
              <a:tr h="402863">
                <a:tc>
                  <a:txBody>
                    <a:bodyPr/>
                    <a:lstStyle/>
                    <a:p>
                      <a:pPr algn="l" fontAlgn="ctr"/>
                      <a:r>
                        <a:rPr lang="en-US" sz="600" b="1" i="0" u="none" strike="noStrike">
                          <a:effectLst/>
                          <a:latin typeface="Calibri" panose="020F0502020204030204" pitchFamily="34" charset="0"/>
                        </a:rPr>
                        <a:t>Accounts payable</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600" b="0" i="0" u="none" strike="noStrike">
                          <a:solidFill>
                            <a:srgbClr val="073262"/>
                          </a:solidFill>
                          <a:effectLst/>
                          <a:latin typeface="Georgia" panose="02040502050405020303" pitchFamily="18" charset="0"/>
                        </a:rPr>
                        <a:t>Lack of training</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effectLst/>
                          <a:latin typeface="Calibri" panose="020F0502020204030204" pitchFamily="34" charset="0"/>
                        </a:rPr>
                        <a:t>The atrition may lead to an discontinuos knowledge transfer </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solidFill>
                            <a:srgbClr val="FF0000"/>
                          </a:solidFill>
                          <a:effectLst/>
                          <a:latin typeface="Calibri" panose="020F0502020204030204" pitchFamily="34" charset="0"/>
                        </a:rPr>
                        <a:t>Dificulties in learning the process</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6</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Risk of increasing the number of errors</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3</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Weekly QC for the posted documents</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5</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r" fontAlgn="ctr"/>
                      <a:r>
                        <a:rPr lang="en-US" sz="600" b="1" i="0" u="none" strike="noStrike">
                          <a:effectLst/>
                          <a:latin typeface="Calibri" panose="020F0502020204030204" pitchFamily="34" charset="0"/>
                        </a:rPr>
                        <a:t>90</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solidFill>
                            <a:srgbClr val="FF0000"/>
                          </a:solidFill>
                          <a:effectLst/>
                          <a:latin typeface="Calibri" panose="020F0502020204030204" pitchFamily="34" charset="0"/>
                        </a:rPr>
                        <a:t>Refresher sessions whenever needed</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48708143"/>
                  </a:ext>
                </a:extLst>
              </a:tr>
              <a:tr h="526820">
                <a:tc>
                  <a:txBody>
                    <a:bodyPr/>
                    <a:lstStyle/>
                    <a:p>
                      <a:pPr algn="l" fontAlgn="ctr"/>
                      <a:r>
                        <a:rPr lang="en-US" sz="600" b="1" i="0" u="none" strike="noStrike">
                          <a:effectLst/>
                          <a:latin typeface="Calibri" panose="020F0502020204030204" pitchFamily="34" charset="0"/>
                        </a:rPr>
                        <a:t>Accounts payable</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600" b="0" i="0" u="none" strike="noStrike">
                          <a:solidFill>
                            <a:srgbClr val="073262"/>
                          </a:solidFill>
                          <a:effectLst/>
                          <a:latin typeface="Georgia" panose="02040502050405020303" pitchFamily="18" charset="0"/>
                        </a:rPr>
                        <a:t>Manual tracking</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effectLst/>
                          <a:latin typeface="Calibri" panose="020F0502020204030204" pitchFamily="34" charset="0"/>
                        </a:rPr>
                        <a:t>Being a manual process, booking the invoices cand lead to a large number of correction</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solidFill>
                            <a:srgbClr val="FF0000"/>
                          </a:solidFill>
                          <a:effectLst/>
                          <a:latin typeface="Calibri" panose="020F0502020204030204" pitchFamily="34" charset="0"/>
                        </a:rPr>
                        <a:t>Delays in processing the invoices</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7</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Risk of increasing the number of errors</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4</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Weekly QC for the posted documents</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4</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r" fontAlgn="ctr"/>
                      <a:r>
                        <a:rPr lang="en-US" sz="600" b="1" i="0" u="none" strike="noStrike">
                          <a:effectLst/>
                          <a:latin typeface="Calibri" panose="020F0502020204030204" pitchFamily="34" charset="0"/>
                        </a:rPr>
                        <a:t>112</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ctr"/>
                      <a:r>
                        <a:rPr lang="en-US" sz="600" b="0" i="0" u="none" strike="noStrike">
                          <a:solidFill>
                            <a:srgbClr val="FF0000"/>
                          </a:solidFill>
                          <a:effectLst/>
                          <a:latin typeface="Calibri" panose="020F0502020204030204" pitchFamily="34" charset="0"/>
                        </a:rPr>
                        <a:t>Refresher sessions whenever needed</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85551479"/>
                  </a:ext>
                </a:extLst>
              </a:tr>
              <a:tr h="526820">
                <a:tc>
                  <a:txBody>
                    <a:bodyPr/>
                    <a:lstStyle/>
                    <a:p>
                      <a:pPr algn="l" fontAlgn="ctr"/>
                      <a:r>
                        <a:rPr lang="en-US" sz="600" b="1" i="0" u="none" strike="noStrike">
                          <a:effectLst/>
                          <a:latin typeface="Calibri" panose="020F0502020204030204" pitchFamily="34" charset="0"/>
                        </a:rPr>
                        <a:t>Accounts payable</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600" b="0" i="0" u="none" strike="noStrike" dirty="0">
                          <a:solidFill>
                            <a:srgbClr val="073262"/>
                          </a:solidFill>
                          <a:effectLst/>
                          <a:latin typeface="Georgia" panose="02040502050405020303" pitchFamily="18" charset="0"/>
                        </a:rPr>
                        <a:t>Invoice accuracy</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effectLst/>
                          <a:latin typeface="Calibri" panose="020F0502020204030204" pitchFamily="34" charset="0"/>
                        </a:rPr>
                        <a:t>Being a manual process, booking the invoices can lead to a large number of correction</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solidFill>
                            <a:srgbClr val="FF0000"/>
                          </a:solidFill>
                          <a:effectLst/>
                          <a:latin typeface="Calibri" panose="020F0502020204030204" pitchFamily="34" charset="0"/>
                        </a:rPr>
                        <a:t>Delays in processing the invoices</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8</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Risk of increasing the number of errors</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4</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Weekly QC for the posted documents</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4</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r" fontAlgn="ctr"/>
                      <a:r>
                        <a:rPr lang="en-US" sz="600" b="1" i="0" u="none" strike="noStrike">
                          <a:effectLst/>
                          <a:latin typeface="Calibri" panose="020F0502020204030204" pitchFamily="34" charset="0"/>
                        </a:rPr>
                        <a:t>128</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ctr"/>
                      <a:r>
                        <a:rPr lang="en-US" sz="600" b="0" i="0" u="none" strike="noStrike">
                          <a:solidFill>
                            <a:srgbClr val="FF0000"/>
                          </a:solidFill>
                          <a:effectLst/>
                          <a:latin typeface="Calibri" panose="020F0502020204030204" pitchFamily="34" charset="0"/>
                        </a:rPr>
                        <a:t>A list of top most common type of mistakes; training sessions for the team</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40469834"/>
                  </a:ext>
                </a:extLst>
              </a:tr>
              <a:tr h="534568">
                <a:tc>
                  <a:txBody>
                    <a:bodyPr/>
                    <a:lstStyle/>
                    <a:p>
                      <a:pPr algn="l" fontAlgn="ctr"/>
                      <a:r>
                        <a:rPr lang="en-US" sz="600" b="1" i="0" u="none" strike="noStrike">
                          <a:effectLst/>
                          <a:latin typeface="Calibri" panose="020F0502020204030204" pitchFamily="34" charset="0"/>
                        </a:rPr>
                        <a:t>Accounts payable</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600" b="0" i="0" u="none" strike="noStrike">
                          <a:solidFill>
                            <a:srgbClr val="073262"/>
                          </a:solidFill>
                          <a:effectLst/>
                          <a:latin typeface="Georgia" panose="02040502050405020303" pitchFamily="18" charset="0"/>
                        </a:rPr>
                        <a:t>User education</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effectLst/>
                          <a:latin typeface="Calibri" panose="020F0502020204030204" pitchFamily="34" charset="0"/>
                        </a:rPr>
                        <a:t>This activity requieres a lot of extra work from the AP team, as some users do not know the procedure</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solidFill>
                            <a:srgbClr val="FF0000"/>
                          </a:solidFill>
                          <a:effectLst/>
                          <a:latin typeface="Calibri" panose="020F0502020204030204" pitchFamily="34" charset="0"/>
                        </a:rPr>
                        <a:t>Delays in processing the invoices</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8</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Risk of not processing on time</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5</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Follow ups</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5</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r" fontAlgn="ctr"/>
                      <a:r>
                        <a:rPr lang="en-US" sz="600" b="1" i="0" u="none" strike="noStrike">
                          <a:effectLst/>
                          <a:latin typeface="Calibri" panose="020F0502020204030204" pitchFamily="34" charset="0"/>
                        </a:rPr>
                        <a:t>200</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ctr"/>
                      <a:r>
                        <a:rPr lang="en-US" sz="600" b="0" i="0" u="none" strike="noStrike">
                          <a:solidFill>
                            <a:srgbClr val="FF0000"/>
                          </a:solidFill>
                          <a:effectLst/>
                          <a:latin typeface="Calibri" panose="020F0502020204030204" pitchFamily="34" charset="0"/>
                        </a:rPr>
                        <a:t>Manual tracker to identify the users that do not know the approval process.Users to be contacted to reinforce the message</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5791962"/>
                  </a:ext>
                </a:extLst>
              </a:tr>
              <a:tr h="395115">
                <a:tc>
                  <a:txBody>
                    <a:bodyPr/>
                    <a:lstStyle/>
                    <a:p>
                      <a:pPr algn="l" fontAlgn="ctr"/>
                      <a:r>
                        <a:rPr lang="en-US" sz="600" b="1" i="0" u="none" strike="noStrike">
                          <a:effectLst/>
                          <a:latin typeface="Calibri" panose="020F0502020204030204" pitchFamily="34" charset="0"/>
                        </a:rPr>
                        <a:t>Accounts payable</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600" b="0" i="0" u="none" strike="noStrike">
                          <a:solidFill>
                            <a:srgbClr val="073262"/>
                          </a:solidFill>
                          <a:effectLst/>
                          <a:latin typeface="Georgia" panose="02040502050405020303" pitchFamily="18" charset="0"/>
                        </a:rPr>
                        <a:t>Gaps in user-supplier communication</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effectLst/>
                          <a:latin typeface="Calibri" panose="020F0502020204030204" pitchFamily="34" charset="0"/>
                        </a:rPr>
                        <a:t>This activity requieres extra work from the AP team</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solidFill>
                            <a:srgbClr val="FF0000"/>
                          </a:solidFill>
                          <a:effectLst/>
                          <a:latin typeface="Calibri" panose="020F0502020204030204" pitchFamily="34" charset="0"/>
                        </a:rPr>
                        <a:t>Delays in processing the invoices</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7</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Risk of not processing on time</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5</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No control in place</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5</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r" fontAlgn="ctr"/>
                      <a:r>
                        <a:rPr lang="en-US" sz="600" b="1" i="0" u="none" strike="noStrike">
                          <a:effectLst/>
                          <a:latin typeface="Calibri" panose="020F0502020204030204" pitchFamily="34" charset="0"/>
                        </a:rPr>
                        <a:t>175</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ctr"/>
                      <a:r>
                        <a:rPr lang="en-US" sz="600" b="0" i="0" u="none" strike="noStrike">
                          <a:solidFill>
                            <a:srgbClr val="FF0000"/>
                          </a:solidFill>
                          <a:effectLst/>
                          <a:latin typeface="Calibri" panose="020F0502020204030204" pitchFamily="34" charset="0"/>
                        </a:rPr>
                        <a:t>Manual tracker to identify the users that do not know the approval process.Users to be contacted to reinforce the message</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57743823"/>
                  </a:ext>
                </a:extLst>
              </a:tr>
              <a:tr h="395115">
                <a:tc>
                  <a:txBody>
                    <a:bodyPr/>
                    <a:lstStyle/>
                    <a:p>
                      <a:pPr algn="l" fontAlgn="ctr"/>
                      <a:r>
                        <a:rPr lang="en-US" sz="600" b="1" i="0" u="none" strike="noStrike">
                          <a:effectLst/>
                          <a:latin typeface="Calibri" panose="020F0502020204030204" pitchFamily="34" charset="0"/>
                        </a:rPr>
                        <a:t>Accounts payable</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600" b="0" i="0" u="none" strike="noStrike">
                          <a:solidFill>
                            <a:srgbClr val="073262"/>
                          </a:solidFill>
                          <a:effectLst/>
                          <a:latin typeface="Georgia" panose="02040502050405020303" pitchFamily="18" charset="0"/>
                        </a:rPr>
                        <a:t>Suppliers not created previously</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effectLst/>
                          <a:latin typeface="Calibri" panose="020F0502020204030204" pitchFamily="34" charset="0"/>
                        </a:rPr>
                        <a:t>The users are not handling the creation process of the new suppliers in time</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solidFill>
                            <a:srgbClr val="FF0000"/>
                          </a:solidFill>
                          <a:effectLst/>
                          <a:latin typeface="Calibri" panose="020F0502020204030204" pitchFamily="34" charset="0"/>
                        </a:rPr>
                        <a:t>Delays in processing the invoices</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6</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Risk of not processing on time</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2</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No control in place</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4</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r" fontAlgn="ctr"/>
                      <a:r>
                        <a:rPr lang="en-US" sz="600" b="1" i="0" u="none" strike="noStrike">
                          <a:effectLst/>
                          <a:latin typeface="Calibri" panose="020F0502020204030204" pitchFamily="34" charset="0"/>
                        </a:rPr>
                        <a:t>48</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solidFill>
                            <a:srgbClr val="FF0000"/>
                          </a:solidFill>
                          <a:effectLst/>
                          <a:latin typeface="Calibri" panose="020F0502020204030204" pitchFamily="34" charset="0"/>
                        </a:rPr>
                        <a:t>Users to be contacted to inform the correct procedure for vendor creation</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49310748"/>
                  </a:ext>
                </a:extLst>
              </a:tr>
              <a:tr h="666273">
                <a:tc>
                  <a:txBody>
                    <a:bodyPr/>
                    <a:lstStyle/>
                    <a:p>
                      <a:pPr algn="l" fontAlgn="ctr"/>
                      <a:r>
                        <a:rPr lang="en-US" sz="600" b="1" i="0" u="none" strike="noStrike">
                          <a:effectLst/>
                          <a:latin typeface="Calibri" panose="020F0502020204030204" pitchFamily="34" charset="0"/>
                        </a:rPr>
                        <a:t>Accounts payable</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600" b="0" i="0" u="none" strike="noStrike">
                          <a:solidFill>
                            <a:srgbClr val="073262"/>
                          </a:solidFill>
                          <a:effectLst/>
                          <a:latin typeface="Georgia" panose="02040502050405020303" pitchFamily="18" charset="0"/>
                        </a:rPr>
                        <a:t>Incorrect PO/BPO</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effectLst/>
                          <a:latin typeface="Calibri" panose="020F0502020204030204" pitchFamily="34" charset="0"/>
                        </a:rPr>
                        <a:t>The users are not comunicating the correct PO/BPO to the suppliers in order to referenciate it on the invoice</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solidFill>
                            <a:srgbClr val="FF0000"/>
                          </a:solidFill>
                          <a:effectLst/>
                          <a:latin typeface="Calibri" panose="020F0502020204030204" pitchFamily="34" charset="0"/>
                        </a:rPr>
                        <a:t>Delays in processing the invoices</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7</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Risk of not processing on time</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3</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No control in place</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4</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r" fontAlgn="ctr"/>
                      <a:r>
                        <a:rPr lang="en-US" sz="600" b="1" i="0" u="none" strike="noStrike">
                          <a:effectLst/>
                          <a:latin typeface="Calibri" panose="020F0502020204030204" pitchFamily="34" charset="0"/>
                        </a:rPr>
                        <a:t>84</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solidFill>
                            <a:srgbClr val="FF0000"/>
                          </a:solidFill>
                          <a:effectLst/>
                          <a:latin typeface="Calibri" panose="020F0502020204030204" pitchFamily="34" charset="0"/>
                        </a:rPr>
                        <a:t>Users to be contacted to reinforce the need to communicate the correct PO/BPO to the suppliers</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00895037"/>
                  </a:ext>
                </a:extLst>
              </a:tr>
              <a:tr h="402863">
                <a:tc>
                  <a:txBody>
                    <a:bodyPr/>
                    <a:lstStyle/>
                    <a:p>
                      <a:pPr algn="l" fontAlgn="ctr"/>
                      <a:r>
                        <a:rPr lang="en-US" sz="600" b="1" i="0" u="none" strike="noStrike">
                          <a:effectLst/>
                          <a:latin typeface="Calibri" panose="020F0502020204030204" pitchFamily="34" charset="0"/>
                        </a:rPr>
                        <a:t>Accounts payable</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600" b="0" i="0" u="none" strike="noStrike" dirty="0">
                          <a:solidFill>
                            <a:srgbClr val="073262"/>
                          </a:solidFill>
                          <a:effectLst/>
                          <a:latin typeface="Georgia" panose="02040502050405020303" pitchFamily="18" charset="0"/>
                        </a:rPr>
                        <a:t>Delays in sending invoices by users</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effectLst/>
                          <a:latin typeface="Calibri" panose="020F0502020204030204" pitchFamily="34" charset="0"/>
                        </a:rPr>
                        <a:t>Users may sent the invoices to the scanning center with delay</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solidFill>
                            <a:srgbClr val="FF0000"/>
                          </a:solidFill>
                          <a:effectLst/>
                          <a:latin typeface="Calibri" panose="020F0502020204030204" pitchFamily="34" charset="0"/>
                        </a:rPr>
                        <a:t>Delays in processing the invoices</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8</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Risk of not processing on time</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5</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No control in place</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5</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r" fontAlgn="ctr"/>
                      <a:r>
                        <a:rPr lang="en-US" sz="600" b="1" i="0" u="none" strike="noStrike">
                          <a:effectLst/>
                          <a:latin typeface="Calibri" panose="020F0502020204030204" pitchFamily="34" charset="0"/>
                        </a:rPr>
                        <a:t>200</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ctr"/>
                      <a:r>
                        <a:rPr lang="en-US" sz="600" b="0" i="0" u="none" strike="noStrike">
                          <a:solidFill>
                            <a:srgbClr val="FF0000"/>
                          </a:solidFill>
                          <a:effectLst/>
                          <a:latin typeface="Calibri" panose="020F0502020204030204" pitchFamily="34" charset="0"/>
                        </a:rPr>
                        <a:t>A list of top paid late invoice for which users are sending late the invoices. Users to be contacted to reinforce the need to send the invoices on time</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76781551"/>
                  </a:ext>
                </a:extLst>
              </a:tr>
              <a:tr h="395115">
                <a:tc>
                  <a:txBody>
                    <a:bodyPr/>
                    <a:lstStyle/>
                    <a:p>
                      <a:pPr algn="l" fontAlgn="ctr"/>
                      <a:r>
                        <a:rPr lang="en-US" sz="600" b="1" i="0" u="none" strike="noStrike">
                          <a:effectLst/>
                          <a:latin typeface="Calibri" panose="020F0502020204030204" pitchFamily="34" charset="0"/>
                        </a:rPr>
                        <a:t>Accounts payable</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600" b="0" i="0" u="none" strike="noStrike">
                          <a:solidFill>
                            <a:srgbClr val="073262"/>
                          </a:solidFill>
                          <a:effectLst/>
                          <a:latin typeface="Georgia" panose="02040502050405020303" pitchFamily="18" charset="0"/>
                        </a:rPr>
                        <a:t>Invoice pending approval </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effectLst/>
                          <a:latin typeface="Calibri" panose="020F0502020204030204" pitchFamily="34" charset="0"/>
                        </a:rPr>
                        <a:t>There may be some delays in receiving the approval from the requester</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solidFill>
                            <a:srgbClr val="FF0000"/>
                          </a:solidFill>
                          <a:effectLst/>
                          <a:latin typeface="Calibri" panose="020F0502020204030204" pitchFamily="34" charset="0"/>
                        </a:rPr>
                        <a:t>Invoices may be processed close to their due date or after it</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7</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Risk of not processing on time</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6</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Follow ups</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3</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r" fontAlgn="ctr"/>
                      <a:r>
                        <a:rPr lang="en-US" sz="600" b="1" i="0" u="none" strike="noStrike">
                          <a:effectLst/>
                          <a:latin typeface="Calibri" panose="020F0502020204030204" pitchFamily="34" charset="0"/>
                        </a:rPr>
                        <a:t>126</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ctr"/>
                      <a:r>
                        <a:rPr lang="en-US" sz="600" b="0" i="0" u="none" strike="noStrike">
                          <a:solidFill>
                            <a:srgbClr val="FF0000"/>
                          </a:solidFill>
                          <a:effectLst/>
                          <a:latin typeface="Calibri" panose="020F0502020204030204" pitchFamily="34" charset="0"/>
                        </a:rPr>
                        <a:t>Follow-ups for all the invoices pending approval</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4461442"/>
                  </a:ext>
                </a:extLst>
              </a:tr>
              <a:tr h="666273">
                <a:tc>
                  <a:txBody>
                    <a:bodyPr/>
                    <a:lstStyle/>
                    <a:p>
                      <a:pPr algn="l" fontAlgn="ctr"/>
                      <a:r>
                        <a:rPr lang="en-US" sz="600" b="1" i="0" u="none" strike="noStrike">
                          <a:effectLst/>
                          <a:latin typeface="Calibri" panose="020F0502020204030204" pitchFamily="34" charset="0"/>
                        </a:rPr>
                        <a:t>Accounts payable</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600" b="0" i="0" u="none" strike="noStrike">
                          <a:solidFill>
                            <a:srgbClr val="073262"/>
                          </a:solidFill>
                          <a:effectLst/>
                          <a:latin typeface="Georgia" panose="02040502050405020303" pitchFamily="18" charset="0"/>
                        </a:rPr>
                        <a:t>Duplicate invoices </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effectLst/>
                          <a:latin typeface="Calibri" panose="020F0502020204030204" pitchFamily="34" charset="0"/>
                        </a:rPr>
                        <a:t>Suppliers may use multiple channels in order to send the invoices that can lead to extra effort by searching for duplicates</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solidFill>
                            <a:srgbClr val="FF0000"/>
                          </a:solidFill>
                          <a:effectLst/>
                          <a:latin typeface="Calibri" panose="020F0502020204030204" pitchFamily="34" charset="0"/>
                        </a:rPr>
                        <a:t>The AP team will lose time searching for duplicates instead of focusing on invoice processing</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effectLst/>
                          <a:latin typeface="Calibri" panose="020F0502020204030204" pitchFamily="34" charset="0"/>
                        </a:rPr>
                        <a:t>5</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Risk of not processing on time</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effectLst/>
                          <a:latin typeface="Calibri" panose="020F0502020204030204" pitchFamily="34" charset="0"/>
                        </a:rPr>
                        <a:t>2</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No control in place</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3</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r" fontAlgn="ctr"/>
                      <a:r>
                        <a:rPr lang="en-US" sz="600" b="1" i="0" u="none" strike="noStrike">
                          <a:effectLst/>
                          <a:latin typeface="Calibri" panose="020F0502020204030204" pitchFamily="34" charset="0"/>
                        </a:rPr>
                        <a:t>30</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dirty="0">
                          <a:solidFill>
                            <a:srgbClr val="FF0000"/>
                          </a:solidFill>
                          <a:effectLst/>
                          <a:latin typeface="Calibri" panose="020F0502020204030204" pitchFamily="34" charset="0"/>
                        </a:rPr>
                        <a:t>Identifying suppliers who use more than one channel to process the invoice and reinforce the importance of using just one</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53876034"/>
                  </a:ext>
                </a:extLst>
              </a:tr>
            </a:tbl>
          </a:graphicData>
        </a:graphic>
      </p:graphicFrame>
    </p:spTree>
    <p:extLst>
      <p:ext uri="{BB962C8B-B14F-4D97-AF65-F5344CB8AC3E}">
        <p14:creationId xmlns:p14="http://schemas.microsoft.com/office/powerpoint/2010/main" val="413646680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8"/>
          <p:cNvSpPr>
            <a:spLocks noChangeArrowheads="1"/>
          </p:cNvSpPr>
          <p:nvPr/>
        </p:nvSpPr>
        <p:spPr bwMode="auto">
          <a:xfrm>
            <a:off x="0" y="70773"/>
            <a:ext cx="1814732" cy="416569"/>
          </a:xfrm>
          <a:prstGeom prst="chevron">
            <a:avLst>
              <a:gd name="adj" fmla="val 40576"/>
            </a:avLst>
          </a:prstGeom>
          <a:solidFill>
            <a:srgbClr val="EB3846"/>
          </a:solidFill>
          <a:ln>
            <a:noFill/>
          </a:ln>
          <a:effectLst/>
        </p:spPr>
        <p:txBody>
          <a:bodyPr wrap="none" anchor="ctr"/>
          <a:lstStyle>
            <a:lvl1pPr defTabSz="973138" eaLnBrk="0" hangingPunct="0">
              <a:tabLst>
                <a:tab pos="1374775" algn="l"/>
              </a:tabLst>
              <a:defRPr sz="1200">
                <a:solidFill>
                  <a:schemeClr val="tx1"/>
                </a:solidFill>
                <a:latin typeface="Arial" charset="0"/>
                <a:ea typeface="ＭＳ Ｐゴシック" pitchFamily="34" charset="-128"/>
              </a:defRPr>
            </a:lvl1pPr>
            <a:lvl2pPr marL="742950" indent="-285750" defTabSz="973138" eaLnBrk="0" hangingPunct="0">
              <a:tabLst>
                <a:tab pos="1374775" algn="l"/>
              </a:tabLst>
              <a:defRPr sz="1200">
                <a:solidFill>
                  <a:schemeClr val="tx1"/>
                </a:solidFill>
                <a:latin typeface="Arial" charset="0"/>
                <a:ea typeface="ＭＳ Ｐゴシック" pitchFamily="34" charset="-128"/>
              </a:defRPr>
            </a:lvl2pPr>
            <a:lvl3pPr marL="1143000" indent="-228600" defTabSz="973138" eaLnBrk="0" hangingPunct="0">
              <a:tabLst>
                <a:tab pos="1374775" algn="l"/>
              </a:tabLst>
              <a:defRPr sz="1200">
                <a:solidFill>
                  <a:schemeClr val="tx1"/>
                </a:solidFill>
                <a:latin typeface="Arial" charset="0"/>
                <a:ea typeface="ＭＳ Ｐゴシック" pitchFamily="34" charset="-128"/>
              </a:defRPr>
            </a:lvl3pPr>
            <a:lvl4pPr marL="1600200" indent="-228600" defTabSz="973138" eaLnBrk="0" hangingPunct="0">
              <a:tabLst>
                <a:tab pos="1374775" algn="l"/>
              </a:tabLst>
              <a:defRPr sz="1200">
                <a:solidFill>
                  <a:schemeClr val="tx1"/>
                </a:solidFill>
                <a:latin typeface="Arial" charset="0"/>
                <a:ea typeface="ＭＳ Ｐゴシック" pitchFamily="34" charset="-128"/>
              </a:defRPr>
            </a:lvl4pPr>
            <a:lvl5pPr marL="2057400" indent="-228600" defTabSz="973138" eaLnBrk="0" hangingPunct="0">
              <a:tabLst>
                <a:tab pos="1374775" algn="l"/>
              </a:tabLst>
              <a:defRPr sz="1200">
                <a:solidFill>
                  <a:schemeClr val="tx1"/>
                </a:solidFill>
                <a:latin typeface="Arial" charset="0"/>
                <a:ea typeface="ＭＳ Ｐゴシック" pitchFamily="34" charset="-128"/>
              </a:defRPr>
            </a:lvl5pPr>
            <a:lvl6pPr marL="25146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6pPr>
            <a:lvl7pPr marL="29718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7pPr>
            <a:lvl8pPr marL="34290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8pPr>
            <a:lvl9pPr marL="38862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9pPr>
          </a:lstStyle>
          <a:p>
            <a:pPr eaLnBrk="1" hangingPunct="1">
              <a:buClr>
                <a:srgbClr val="905500"/>
              </a:buClr>
            </a:pPr>
            <a:r>
              <a:rPr lang="en-US" altLang="en-US" sz="1400" b="1" dirty="0">
                <a:solidFill>
                  <a:schemeClr val="bg1"/>
                </a:solidFill>
              </a:rPr>
              <a:t>Design</a:t>
            </a:r>
          </a:p>
        </p:txBody>
      </p:sp>
      <p:sp>
        <p:nvSpPr>
          <p:cNvPr id="7" name="Text Placeholder 1"/>
          <p:cNvSpPr>
            <a:spLocks noGrp="1"/>
          </p:cNvSpPr>
          <p:nvPr>
            <p:ph type="body" sz="quarter" idx="10"/>
          </p:nvPr>
        </p:nvSpPr>
        <p:spPr>
          <a:xfrm>
            <a:off x="1814732" y="126657"/>
            <a:ext cx="1524000" cy="304800"/>
          </a:xfrm>
        </p:spPr>
        <p:txBody>
          <a:bodyPr/>
          <a:lstStyle/>
          <a:p>
            <a:r>
              <a:rPr lang="en-US" sz="1800" b="1" dirty="0"/>
              <a:t>FMEA</a:t>
            </a:r>
          </a:p>
        </p:txBody>
      </p:sp>
      <p:graphicFrame>
        <p:nvGraphicFramePr>
          <p:cNvPr id="2" name="Table 1"/>
          <p:cNvGraphicFramePr>
            <a:graphicFrameLocks noGrp="1"/>
          </p:cNvGraphicFramePr>
          <p:nvPr/>
        </p:nvGraphicFramePr>
        <p:xfrm>
          <a:off x="228600" y="762000"/>
          <a:ext cx="9982200" cy="5715001"/>
        </p:xfrm>
        <a:graphic>
          <a:graphicData uri="http://schemas.openxmlformats.org/drawingml/2006/table">
            <a:tbl>
              <a:tblPr/>
              <a:tblGrid>
                <a:gridCol w="549605">
                  <a:extLst>
                    <a:ext uri="{9D8B030D-6E8A-4147-A177-3AD203B41FA5}">
                      <a16:colId xmlns:a16="http://schemas.microsoft.com/office/drawing/2014/main" val="447638241"/>
                    </a:ext>
                  </a:extLst>
                </a:gridCol>
                <a:gridCol w="2042698">
                  <a:extLst>
                    <a:ext uri="{9D8B030D-6E8A-4147-A177-3AD203B41FA5}">
                      <a16:colId xmlns:a16="http://schemas.microsoft.com/office/drawing/2014/main" val="2429509695"/>
                    </a:ext>
                  </a:extLst>
                </a:gridCol>
                <a:gridCol w="1080890">
                  <a:extLst>
                    <a:ext uri="{9D8B030D-6E8A-4147-A177-3AD203B41FA5}">
                      <a16:colId xmlns:a16="http://schemas.microsoft.com/office/drawing/2014/main" val="3787070431"/>
                    </a:ext>
                  </a:extLst>
                </a:gridCol>
                <a:gridCol w="1172490">
                  <a:extLst>
                    <a:ext uri="{9D8B030D-6E8A-4147-A177-3AD203B41FA5}">
                      <a16:colId xmlns:a16="http://schemas.microsoft.com/office/drawing/2014/main" val="1285158938"/>
                    </a:ext>
                  </a:extLst>
                </a:gridCol>
                <a:gridCol w="174042">
                  <a:extLst>
                    <a:ext uri="{9D8B030D-6E8A-4147-A177-3AD203B41FA5}">
                      <a16:colId xmlns:a16="http://schemas.microsoft.com/office/drawing/2014/main" val="2908108283"/>
                    </a:ext>
                  </a:extLst>
                </a:gridCol>
                <a:gridCol w="1174780">
                  <a:extLst>
                    <a:ext uri="{9D8B030D-6E8A-4147-A177-3AD203B41FA5}">
                      <a16:colId xmlns:a16="http://schemas.microsoft.com/office/drawing/2014/main" val="2850583195"/>
                    </a:ext>
                  </a:extLst>
                </a:gridCol>
                <a:gridCol w="174042">
                  <a:extLst>
                    <a:ext uri="{9D8B030D-6E8A-4147-A177-3AD203B41FA5}">
                      <a16:colId xmlns:a16="http://schemas.microsoft.com/office/drawing/2014/main" val="263792846"/>
                    </a:ext>
                  </a:extLst>
                </a:gridCol>
                <a:gridCol w="790057">
                  <a:extLst>
                    <a:ext uri="{9D8B030D-6E8A-4147-A177-3AD203B41FA5}">
                      <a16:colId xmlns:a16="http://schemas.microsoft.com/office/drawing/2014/main" val="30727722"/>
                    </a:ext>
                  </a:extLst>
                </a:gridCol>
                <a:gridCol w="174042">
                  <a:extLst>
                    <a:ext uri="{9D8B030D-6E8A-4147-A177-3AD203B41FA5}">
                      <a16:colId xmlns:a16="http://schemas.microsoft.com/office/drawing/2014/main" val="602010797"/>
                    </a:ext>
                  </a:extLst>
                </a:gridCol>
                <a:gridCol w="458004">
                  <a:extLst>
                    <a:ext uri="{9D8B030D-6E8A-4147-A177-3AD203B41FA5}">
                      <a16:colId xmlns:a16="http://schemas.microsoft.com/office/drawing/2014/main" val="2209159143"/>
                    </a:ext>
                  </a:extLst>
                </a:gridCol>
                <a:gridCol w="2191550">
                  <a:extLst>
                    <a:ext uri="{9D8B030D-6E8A-4147-A177-3AD203B41FA5}">
                      <a16:colId xmlns:a16="http://schemas.microsoft.com/office/drawing/2014/main" val="2464892962"/>
                    </a:ext>
                  </a:extLst>
                </a:gridCol>
              </a:tblGrid>
              <a:tr h="638378">
                <a:tc>
                  <a:txBody>
                    <a:bodyPr/>
                    <a:lstStyle/>
                    <a:p>
                      <a:pPr algn="ctr" fontAlgn="ctr"/>
                      <a:r>
                        <a:rPr lang="en-US" sz="600" b="1" i="0" u="sng" strike="noStrike">
                          <a:effectLst/>
                          <a:latin typeface="Calibri" panose="020F0502020204030204" pitchFamily="34" charset="0"/>
                        </a:rPr>
                        <a:t>Sub- Process</a:t>
                      </a:r>
                    </a:p>
                  </a:txBody>
                  <a:tcPr marL="5786" marR="5786" marT="578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600" b="1" i="0" u="sng" strike="noStrike">
                          <a:effectLst/>
                          <a:latin typeface="Calibri" panose="020F0502020204030204" pitchFamily="34" charset="0"/>
                        </a:rPr>
                        <a:t>WHEN</a:t>
                      </a:r>
                      <a:br>
                        <a:rPr lang="en-US" sz="600" b="1" i="0" u="none" strike="noStrike">
                          <a:effectLst/>
                          <a:latin typeface="Calibri" panose="020F0502020204030204" pitchFamily="34" charset="0"/>
                        </a:rPr>
                      </a:br>
                      <a:br>
                        <a:rPr lang="en-US" sz="600" b="1" i="0" u="none" strike="noStrike">
                          <a:effectLst/>
                          <a:latin typeface="Calibri" panose="020F0502020204030204" pitchFamily="34" charset="0"/>
                        </a:rPr>
                      </a:br>
                      <a:r>
                        <a:rPr lang="en-US" sz="600" b="1" i="0" u="none" strike="noStrike">
                          <a:effectLst/>
                          <a:latin typeface="Calibri" panose="020F0502020204030204" pitchFamily="34" charset="0"/>
                        </a:rPr>
                        <a:t>Item/ Process Step</a:t>
                      </a:r>
                      <a:endParaRPr lang="en-US" sz="600" b="1" i="0" u="sng" strike="noStrike">
                        <a:effectLst/>
                        <a:latin typeface="Calibri" panose="020F0502020204030204" pitchFamily="34" charset="0"/>
                      </a:endParaRPr>
                    </a:p>
                  </a:txBody>
                  <a:tcPr marL="5786" marR="5786" marT="578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600" b="1" i="0" u="sng" strike="noStrike">
                          <a:effectLst/>
                          <a:latin typeface="Calibri" panose="020F0502020204030204" pitchFamily="34" charset="0"/>
                        </a:rPr>
                        <a:t>WHAT</a:t>
                      </a:r>
                      <a:br>
                        <a:rPr lang="en-US" sz="600" b="1" i="0" u="none" strike="noStrike">
                          <a:effectLst/>
                          <a:latin typeface="Calibri" panose="020F0502020204030204" pitchFamily="34" charset="0"/>
                        </a:rPr>
                      </a:br>
                      <a:br>
                        <a:rPr lang="en-US" sz="600" b="1" i="0" u="none" strike="noStrike">
                          <a:effectLst/>
                          <a:latin typeface="Calibri" panose="020F0502020204030204" pitchFamily="34" charset="0"/>
                        </a:rPr>
                      </a:br>
                      <a:br>
                        <a:rPr lang="en-US" sz="600" b="1" i="0" u="none" strike="noStrike">
                          <a:effectLst/>
                          <a:latin typeface="Calibri" panose="020F0502020204030204" pitchFamily="34" charset="0"/>
                        </a:rPr>
                      </a:br>
                      <a:r>
                        <a:rPr lang="en-US" sz="600" b="1" i="0" u="none" strike="noStrike">
                          <a:effectLst/>
                          <a:latin typeface="Calibri" panose="020F0502020204030204" pitchFamily="34" charset="0"/>
                        </a:rPr>
                        <a:t>Potential Failure Mode</a:t>
                      </a:r>
                      <a:endParaRPr lang="en-US" sz="600" b="1" i="0" u="sng" strike="noStrike">
                        <a:effectLst/>
                        <a:latin typeface="Calibri" panose="020F0502020204030204" pitchFamily="34" charset="0"/>
                      </a:endParaRP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FF"/>
                    </a:solidFill>
                  </a:tcPr>
                </a:tc>
                <a:tc>
                  <a:txBody>
                    <a:bodyPr/>
                    <a:lstStyle/>
                    <a:p>
                      <a:pPr algn="ctr" fontAlgn="ctr"/>
                      <a:r>
                        <a:rPr lang="en-US" sz="600" b="1" i="0" u="none" strike="noStrike">
                          <a:effectLst/>
                          <a:latin typeface="Calibri" panose="020F0502020204030204" pitchFamily="34" charset="0"/>
                        </a:rPr>
                        <a:t>Potential Effect(s) of Failure</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ctr"/>
                      <a:r>
                        <a:rPr lang="en-US" sz="600" b="1" i="0" u="none" strike="noStrike">
                          <a:effectLst/>
                          <a:latin typeface="Calibri" panose="020F0502020204030204" pitchFamily="34" charset="0"/>
                        </a:rPr>
                        <a:t>Severity</a:t>
                      </a:r>
                    </a:p>
                  </a:txBody>
                  <a:tcPr marL="5786" marR="5786" marT="5786"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ctr"/>
                      <a:r>
                        <a:rPr lang="en-US" sz="600" b="1" i="0" u="sng" strike="noStrike">
                          <a:effectLst/>
                          <a:latin typeface="Calibri" panose="020F0502020204030204" pitchFamily="34" charset="0"/>
                        </a:rPr>
                        <a:t>WHY</a:t>
                      </a:r>
                      <a:br>
                        <a:rPr lang="en-US" sz="600" b="1" i="0" u="none" strike="noStrike">
                          <a:effectLst/>
                          <a:latin typeface="Calibri" panose="020F0502020204030204" pitchFamily="34" charset="0"/>
                        </a:rPr>
                      </a:br>
                      <a:br>
                        <a:rPr lang="en-US" sz="600" b="1" i="0" u="none" strike="noStrike">
                          <a:effectLst/>
                          <a:latin typeface="Calibri" panose="020F0502020204030204" pitchFamily="34" charset="0"/>
                        </a:rPr>
                      </a:br>
                      <a:br>
                        <a:rPr lang="en-US" sz="600" b="1" i="0" u="none" strike="noStrike">
                          <a:effectLst/>
                          <a:latin typeface="Calibri" panose="020F0502020204030204" pitchFamily="34" charset="0"/>
                        </a:rPr>
                      </a:br>
                      <a:r>
                        <a:rPr lang="en-US" sz="600" b="1" i="0" u="none" strike="noStrike">
                          <a:effectLst/>
                          <a:latin typeface="Calibri" panose="020F0502020204030204" pitchFamily="34" charset="0"/>
                        </a:rPr>
                        <a:t>Potential Cause(s) of Failure</a:t>
                      </a:r>
                      <a:endParaRPr lang="en-US" sz="600" b="1" i="0" u="sng" strike="noStrike">
                        <a:effectLst/>
                        <a:latin typeface="Calibri" panose="020F0502020204030204" pitchFamily="34" charset="0"/>
                      </a:endParaRP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ctr" fontAlgn="ctr"/>
                      <a:r>
                        <a:rPr lang="en-US" sz="600" b="1" i="0" u="none" strike="noStrike">
                          <a:effectLst/>
                          <a:latin typeface="Calibri" panose="020F0502020204030204" pitchFamily="34" charset="0"/>
                        </a:rPr>
                        <a:t>Occurrence</a:t>
                      </a:r>
                    </a:p>
                  </a:txBody>
                  <a:tcPr marL="5786" marR="5786" marT="5786"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ctr"/>
                      <a:r>
                        <a:rPr lang="en-US" sz="600" b="1" i="0" u="none" strike="noStrike">
                          <a:effectLst/>
                          <a:latin typeface="Calibri" panose="020F0502020204030204" pitchFamily="34" charset="0"/>
                        </a:rPr>
                        <a:t>Current Controls</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ctr"/>
                      <a:r>
                        <a:rPr lang="en-US" sz="600" b="1" i="0" u="none" strike="noStrike">
                          <a:effectLst/>
                          <a:latin typeface="Calibri" panose="020F0502020204030204" pitchFamily="34" charset="0"/>
                        </a:rPr>
                        <a:t>Detection</a:t>
                      </a:r>
                    </a:p>
                  </a:txBody>
                  <a:tcPr marL="5786" marR="5786" marT="5786"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ctr"/>
                      <a:r>
                        <a:rPr lang="en-US" sz="600" b="1" i="0" u="none" strike="noStrike">
                          <a:effectLst/>
                          <a:latin typeface="Calibri" panose="020F0502020204030204" pitchFamily="34" charset="0"/>
                        </a:rPr>
                        <a:t>RPN</a:t>
                      </a:r>
                    </a:p>
                  </a:txBody>
                  <a:tcPr marL="5786" marR="5786" marT="5786"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ctr"/>
                      <a:r>
                        <a:rPr lang="en-US" sz="600" b="1" i="0" u="none" strike="noStrike">
                          <a:effectLst/>
                          <a:latin typeface="Calibri" panose="020F0502020204030204" pitchFamily="34" charset="0"/>
                        </a:rPr>
                        <a:t>Recommended Actions</a:t>
                      </a:r>
                      <a:br>
                        <a:rPr lang="en-US" sz="600" b="1" i="0" u="none" strike="noStrike">
                          <a:effectLst/>
                          <a:latin typeface="Calibri" panose="020F0502020204030204" pitchFamily="34" charset="0"/>
                        </a:rPr>
                      </a:br>
                      <a:br>
                        <a:rPr lang="en-US" sz="600" b="1" i="0" u="none" strike="noStrike">
                          <a:effectLst/>
                          <a:latin typeface="Calibri" panose="020F0502020204030204" pitchFamily="34" charset="0"/>
                        </a:rPr>
                      </a:br>
                      <a:r>
                        <a:rPr lang="en-US" sz="600" b="1" i="0" u="none" strike="noStrike">
                          <a:effectLst/>
                          <a:latin typeface="Calibri" panose="020F0502020204030204" pitchFamily="34" charset="0"/>
                        </a:rPr>
                        <a:t>(Response Plans - Containment, SOP's, Control Plans)</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extLst>
                  <a:ext uri="{0D108BD9-81ED-4DB2-BD59-A6C34878D82A}">
                    <a16:rowId xmlns:a16="http://schemas.microsoft.com/office/drawing/2014/main" val="3263268011"/>
                  </a:ext>
                </a:extLst>
              </a:tr>
              <a:tr h="653577">
                <a:tc>
                  <a:txBody>
                    <a:bodyPr/>
                    <a:lstStyle/>
                    <a:p>
                      <a:pPr algn="l" fontAlgn="ctr"/>
                      <a:r>
                        <a:rPr lang="en-US" sz="600" b="1" i="0" u="none" strike="noStrike">
                          <a:effectLst/>
                          <a:latin typeface="Calibri" panose="020F0502020204030204" pitchFamily="34" charset="0"/>
                        </a:rPr>
                        <a:t>Accounts payable</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500" b="0" i="0" u="none" strike="noStrike">
                          <a:solidFill>
                            <a:srgbClr val="073262"/>
                          </a:solidFill>
                          <a:effectLst/>
                          <a:latin typeface="Georgia" panose="02040502050405020303" pitchFamily="18" charset="0"/>
                        </a:rPr>
                        <a:t>Lack of regular follow ups </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effectLst/>
                          <a:latin typeface="Calibri" panose="020F0502020204030204" pitchFamily="34" charset="0"/>
                        </a:rPr>
                        <a:t>Although the AP team performs this control and the results are visible, this control shold be made more frequently.</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solidFill>
                            <a:srgbClr val="FF0000"/>
                          </a:solidFill>
                          <a:effectLst/>
                          <a:latin typeface="Calibri" panose="020F0502020204030204" pitchFamily="34" charset="0"/>
                        </a:rPr>
                        <a:t>The invoices remains in pending approval longer</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5</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Risk of delays in processing the invoice</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3</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Follow ups</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5</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r" fontAlgn="ctr"/>
                      <a:r>
                        <a:rPr lang="en-US" sz="600" b="1" i="0" u="none" strike="noStrike">
                          <a:effectLst/>
                          <a:latin typeface="Calibri" panose="020F0502020204030204" pitchFamily="34" charset="0"/>
                        </a:rPr>
                        <a:t>75</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solidFill>
                            <a:srgbClr val="FF0000"/>
                          </a:solidFill>
                          <a:effectLst/>
                          <a:latin typeface="Calibri" panose="020F0502020204030204" pitchFamily="34" charset="0"/>
                        </a:rPr>
                        <a:t>Follow-ups for all the invoices pending approval</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20452907"/>
                  </a:ext>
                </a:extLst>
              </a:tr>
              <a:tr h="775173">
                <a:tc>
                  <a:txBody>
                    <a:bodyPr/>
                    <a:lstStyle/>
                    <a:p>
                      <a:pPr algn="l" fontAlgn="ctr"/>
                      <a:r>
                        <a:rPr lang="en-US" sz="600" b="1" i="0" u="none" strike="noStrike">
                          <a:effectLst/>
                          <a:latin typeface="Calibri" panose="020F0502020204030204" pitchFamily="34" charset="0"/>
                        </a:rPr>
                        <a:t>Accounts payable</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500" b="0" i="0" u="none" strike="noStrike">
                          <a:solidFill>
                            <a:srgbClr val="073262"/>
                          </a:solidFill>
                          <a:effectLst/>
                          <a:latin typeface="Georgia" panose="02040502050405020303" pitchFamily="18" charset="0"/>
                        </a:rPr>
                        <a:t>Not standard procedures</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effectLst/>
                          <a:latin typeface="Calibri" panose="020F0502020204030204" pitchFamily="34" charset="0"/>
                        </a:rPr>
                        <a:t>The large number of exceptions that the booking procces has, lead to difficulties in learning the process and to increasing the error rate</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solidFill>
                            <a:srgbClr val="FF0000"/>
                          </a:solidFill>
                          <a:effectLst/>
                          <a:latin typeface="Calibri" panose="020F0502020204030204" pitchFamily="34" charset="0"/>
                        </a:rPr>
                        <a:t>Delays in processing the invoices</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7</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Risk of delays in processing the invoice</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6</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No control in place</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5</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r" fontAlgn="ctr"/>
                      <a:r>
                        <a:rPr lang="en-US" sz="600" b="1" i="0" u="none" strike="noStrike">
                          <a:effectLst/>
                          <a:latin typeface="Calibri" panose="020F0502020204030204" pitchFamily="34" charset="0"/>
                        </a:rPr>
                        <a:t>210</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ctr"/>
                      <a:r>
                        <a:rPr lang="en-US" sz="600" b="0" i="0" u="none" strike="noStrike">
                          <a:solidFill>
                            <a:srgbClr val="FF0000"/>
                          </a:solidFill>
                          <a:effectLst/>
                          <a:latin typeface="Calibri" panose="020F0502020204030204" pitchFamily="34" charset="0"/>
                        </a:rPr>
                        <a:t>Standardization of procedures, SOPs updates</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8760815"/>
                  </a:ext>
                </a:extLst>
              </a:tr>
              <a:tr h="653577">
                <a:tc>
                  <a:txBody>
                    <a:bodyPr/>
                    <a:lstStyle/>
                    <a:p>
                      <a:pPr algn="l" fontAlgn="ctr"/>
                      <a:r>
                        <a:rPr lang="en-US" sz="600" b="1" i="0" u="none" strike="noStrike">
                          <a:effectLst/>
                          <a:latin typeface="Calibri" panose="020F0502020204030204" pitchFamily="34" charset="0"/>
                        </a:rPr>
                        <a:t>Accounts payable</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500" b="0" i="0" u="none" strike="noStrike">
                          <a:solidFill>
                            <a:srgbClr val="073262"/>
                          </a:solidFill>
                          <a:effectLst/>
                          <a:latin typeface="Georgia" panose="02040502050405020303" pitchFamily="18" charset="0"/>
                        </a:rPr>
                        <a:t>Complex creating process for foreign and self-employed worker </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effectLst/>
                          <a:latin typeface="Calibri" panose="020F0502020204030204" pitchFamily="34" charset="0"/>
                        </a:rPr>
                        <a:t>The exceptions that the VMD process has, lead to difficulties in learning the process and to increasing the error rate</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solidFill>
                            <a:srgbClr val="FF0000"/>
                          </a:solidFill>
                          <a:effectLst/>
                          <a:latin typeface="Calibri" panose="020F0502020204030204" pitchFamily="34" charset="0"/>
                        </a:rPr>
                        <a:t>Delays in processing the invoices</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7</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Risk of delays in processing the invoice</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5</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No control in place</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4</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r" fontAlgn="ctr"/>
                      <a:r>
                        <a:rPr lang="en-US" sz="600" b="1" i="0" u="none" strike="noStrike">
                          <a:effectLst/>
                          <a:latin typeface="Calibri" panose="020F0502020204030204" pitchFamily="34" charset="0"/>
                        </a:rPr>
                        <a:t>140</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ctr"/>
                      <a:r>
                        <a:rPr lang="en-US" sz="600" b="0" i="0" u="none" strike="noStrike">
                          <a:solidFill>
                            <a:srgbClr val="FF0000"/>
                          </a:solidFill>
                          <a:effectLst/>
                          <a:latin typeface="Calibri" panose="020F0502020204030204" pitchFamily="34" charset="0"/>
                        </a:rPr>
                        <a:t>SOPs updates </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21587844"/>
                  </a:ext>
                </a:extLst>
              </a:tr>
              <a:tr h="387587">
                <a:tc>
                  <a:txBody>
                    <a:bodyPr/>
                    <a:lstStyle/>
                    <a:p>
                      <a:pPr algn="l" fontAlgn="ctr"/>
                      <a:r>
                        <a:rPr lang="en-US" sz="600" b="1" i="0" u="none" strike="noStrike">
                          <a:effectLst/>
                          <a:latin typeface="Calibri" panose="020F0502020204030204" pitchFamily="34" charset="0"/>
                        </a:rPr>
                        <a:t>Accounts payable</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500" b="0" i="0" u="none" strike="noStrike">
                          <a:solidFill>
                            <a:srgbClr val="073262"/>
                          </a:solidFill>
                          <a:effectLst/>
                          <a:latin typeface="Georgia" panose="02040502050405020303" pitchFamily="18" charset="0"/>
                        </a:rPr>
                        <a:t>Missing info about internal contact</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effectLst/>
                          <a:latin typeface="Calibri" panose="020F0502020204030204" pitchFamily="34" charset="0"/>
                        </a:rPr>
                        <a:t>The documents received may have missing information</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solidFill>
                            <a:srgbClr val="FF0000"/>
                          </a:solidFill>
                          <a:effectLst/>
                          <a:latin typeface="Calibri" panose="020F0502020204030204" pitchFamily="34" charset="0"/>
                        </a:rPr>
                        <a:t>Delays in processing the invoices by contacting the supplier</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6</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Risk of delays in processing the invoice</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4</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No control in place</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4</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r" fontAlgn="ctr"/>
                      <a:r>
                        <a:rPr lang="en-US" sz="600" b="1" i="0" u="none" strike="noStrike">
                          <a:effectLst/>
                          <a:latin typeface="Calibri" panose="020F0502020204030204" pitchFamily="34" charset="0"/>
                        </a:rPr>
                        <a:t>96</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solidFill>
                            <a:srgbClr val="FF0000"/>
                          </a:solidFill>
                          <a:effectLst/>
                          <a:latin typeface="Calibri" panose="020F0502020204030204" pitchFamily="34" charset="0"/>
                        </a:rPr>
                        <a:t>Users to be contacted to reinforce the need to communicate the correct information</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12861233"/>
                  </a:ext>
                </a:extLst>
              </a:tr>
              <a:tr h="387587">
                <a:tc>
                  <a:txBody>
                    <a:bodyPr/>
                    <a:lstStyle/>
                    <a:p>
                      <a:pPr algn="l" fontAlgn="ctr"/>
                      <a:r>
                        <a:rPr lang="en-US" sz="600" b="1" i="0" u="none" strike="noStrike">
                          <a:effectLst/>
                          <a:latin typeface="Calibri" panose="020F0502020204030204" pitchFamily="34" charset="0"/>
                        </a:rPr>
                        <a:t>Accounts payable</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500" b="0" i="0" u="none" strike="noStrike">
                          <a:solidFill>
                            <a:srgbClr val="073262"/>
                          </a:solidFill>
                          <a:effectLst/>
                          <a:latin typeface="Georgia" panose="02040502050405020303" pitchFamily="18" charset="0"/>
                        </a:rPr>
                        <a:t>Missing supplier contact details</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effectLst/>
                          <a:latin typeface="Calibri" panose="020F0502020204030204" pitchFamily="34" charset="0"/>
                        </a:rPr>
                        <a:t>There are suppliers with no contact details</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solidFill>
                            <a:srgbClr val="FF0000"/>
                          </a:solidFill>
                          <a:effectLst/>
                          <a:latin typeface="Calibri" panose="020F0502020204030204" pitchFamily="34" charset="0"/>
                        </a:rPr>
                        <a:t>Delays in processing the invoices if there is needed a response from the supplier</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6</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Risk of delays in processing the invoice</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3</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Request contact detalis for the new suppliers</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4</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r" fontAlgn="ctr"/>
                      <a:r>
                        <a:rPr lang="en-US" sz="600" b="1" i="0" u="none" strike="noStrike">
                          <a:effectLst/>
                          <a:latin typeface="Calibri" panose="020F0502020204030204" pitchFamily="34" charset="0"/>
                        </a:rPr>
                        <a:t>72</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solidFill>
                            <a:srgbClr val="FF0000"/>
                          </a:solidFill>
                          <a:effectLst/>
                          <a:latin typeface="Calibri" panose="020F0502020204030204" pitchFamily="34" charset="0"/>
                        </a:rPr>
                        <a:t>Users to be contacted to reinforce the need to communicate the correct information</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09797622"/>
                  </a:ext>
                </a:extLst>
              </a:tr>
              <a:tr h="387587">
                <a:tc>
                  <a:txBody>
                    <a:bodyPr/>
                    <a:lstStyle/>
                    <a:p>
                      <a:pPr algn="l" fontAlgn="ctr"/>
                      <a:r>
                        <a:rPr lang="en-US" sz="600" b="1" i="0" u="none" strike="noStrike">
                          <a:effectLst/>
                          <a:latin typeface="Calibri" panose="020F0502020204030204" pitchFamily="34" charset="0"/>
                        </a:rPr>
                        <a:t>Accounts payable</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500" b="0" i="0" u="none" strike="noStrike">
                          <a:solidFill>
                            <a:srgbClr val="073262"/>
                          </a:solidFill>
                          <a:effectLst/>
                          <a:latin typeface="Georgia" panose="02040502050405020303" pitchFamily="18" charset="0"/>
                        </a:rPr>
                        <a:t>OCR sending invoices rules</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effectLst/>
                          <a:latin typeface="Calibri" panose="020F0502020204030204" pitchFamily="34" charset="0"/>
                        </a:rPr>
                        <a:t>The OCR has a set of rules that must be met in order to receive the invoice</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solidFill>
                            <a:srgbClr val="FF0000"/>
                          </a:solidFill>
                          <a:effectLst/>
                          <a:latin typeface="Calibri" panose="020F0502020204030204" pitchFamily="34" charset="0"/>
                        </a:rPr>
                        <a:t>Delays in receiving the invoices if the rules are not met</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8</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Risk of delays in processing the invoice</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6</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Auto reply from OCR with the set of rules</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4</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r" fontAlgn="ctr"/>
                      <a:r>
                        <a:rPr lang="en-US" sz="600" b="1" i="0" u="none" strike="noStrike">
                          <a:effectLst/>
                          <a:latin typeface="Calibri" panose="020F0502020204030204" pitchFamily="34" charset="0"/>
                        </a:rPr>
                        <a:t>192</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ctr"/>
                      <a:r>
                        <a:rPr lang="en-US" sz="600" b="0" i="0" u="none" strike="noStrike">
                          <a:solidFill>
                            <a:srgbClr val="FF0000"/>
                          </a:solidFill>
                          <a:effectLst/>
                          <a:latin typeface="Calibri" panose="020F0502020204030204" pitchFamily="34" charset="0"/>
                        </a:rPr>
                        <a:t>Auto reply from OCR with the set of rules</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50205186"/>
                  </a:ext>
                </a:extLst>
              </a:tr>
              <a:tr h="395186">
                <a:tc>
                  <a:txBody>
                    <a:bodyPr/>
                    <a:lstStyle/>
                    <a:p>
                      <a:pPr algn="l" fontAlgn="ctr"/>
                      <a:r>
                        <a:rPr lang="en-US" sz="600" b="1" i="0" u="none" strike="noStrike">
                          <a:effectLst/>
                          <a:latin typeface="Calibri" panose="020F0502020204030204" pitchFamily="34" charset="0"/>
                        </a:rPr>
                        <a:t>Accounts payable</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500" b="0" i="0" u="none" strike="noStrike">
                          <a:solidFill>
                            <a:srgbClr val="073262"/>
                          </a:solidFill>
                          <a:effectLst/>
                          <a:latin typeface="Georgia" panose="02040502050405020303" pitchFamily="18" charset="0"/>
                        </a:rPr>
                        <a:t>Complex approval process (COUPA)</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effectLst/>
                          <a:latin typeface="Calibri" panose="020F0502020204030204" pitchFamily="34" charset="0"/>
                        </a:rPr>
                        <a:t>For some PO invoices a new approval flow is triggered for missing info</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solidFill>
                            <a:srgbClr val="FF0000"/>
                          </a:solidFill>
                          <a:effectLst/>
                          <a:latin typeface="Calibri" panose="020F0502020204030204" pitchFamily="34" charset="0"/>
                        </a:rPr>
                        <a:t>Delays in processing the invoices</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8</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Risk of delays in processing the invoice</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6</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No control in place</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3</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r" fontAlgn="ctr"/>
                      <a:r>
                        <a:rPr lang="en-US" sz="600" b="1" i="0" u="none" strike="noStrike">
                          <a:effectLst/>
                          <a:latin typeface="Calibri" panose="020F0502020204030204" pitchFamily="34" charset="0"/>
                        </a:rPr>
                        <a:t>144</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ctr"/>
                      <a:r>
                        <a:rPr lang="en-US" sz="600" b="0" i="0" u="none" strike="noStrike">
                          <a:solidFill>
                            <a:srgbClr val="FF0000"/>
                          </a:solidFill>
                          <a:effectLst/>
                          <a:latin typeface="Calibri" panose="020F0502020204030204" pitchFamily="34" charset="0"/>
                        </a:rPr>
                        <a:t>Refresher sessions whenever needed</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23524554"/>
                  </a:ext>
                </a:extLst>
              </a:tr>
              <a:tr h="395186">
                <a:tc>
                  <a:txBody>
                    <a:bodyPr/>
                    <a:lstStyle/>
                    <a:p>
                      <a:pPr algn="l" fontAlgn="ctr"/>
                      <a:r>
                        <a:rPr lang="en-US" sz="600" b="1" i="0" u="none" strike="noStrike">
                          <a:effectLst/>
                          <a:latin typeface="Calibri" panose="020F0502020204030204" pitchFamily="34" charset="0"/>
                        </a:rPr>
                        <a:t>Accounts payable</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500" b="0" i="0" u="none" strike="noStrike">
                          <a:solidFill>
                            <a:srgbClr val="073262"/>
                          </a:solidFill>
                          <a:effectLst/>
                          <a:latin typeface="Georgia" panose="02040502050405020303" pitchFamily="18" charset="0"/>
                        </a:rPr>
                        <a:t>Missing or incorrect booking details </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effectLst/>
                          <a:latin typeface="Calibri" panose="020F0502020204030204" pitchFamily="34" charset="0"/>
                        </a:rPr>
                        <a:t>The users are indicating the incorrect booking details</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solidFill>
                            <a:srgbClr val="FF0000"/>
                          </a:solidFill>
                          <a:effectLst/>
                          <a:latin typeface="Calibri" panose="020F0502020204030204" pitchFamily="34" charset="0"/>
                        </a:rPr>
                        <a:t>Delays in processing the invoices due to pending approval invoices</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7</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Risk of delays in processing the invoice</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4</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No control in place</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4</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r" fontAlgn="ctr"/>
                      <a:r>
                        <a:rPr lang="en-US" sz="600" b="1" i="0" u="none" strike="noStrike">
                          <a:effectLst/>
                          <a:latin typeface="Calibri" panose="020F0502020204030204" pitchFamily="34" charset="0"/>
                        </a:rPr>
                        <a:t>112</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ctr"/>
                      <a:r>
                        <a:rPr lang="en-US" sz="600" b="0" i="0" u="none" strike="noStrike">
                          <a:solidFill>
                            <a:srgbClr val="FF0000"/>
                          </a:solidFill>
                          <a:effectLst/>
                          <a:latin typeface="Calibri" panose="020F0502020204030204" pitchFamily="34" charset="0"/>
                        </a:rPr>
                        <a:t>Users to be contacted to reinforce the need to communicate the correct information</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63238532"/>
                  </a:ext>
                </a:extLst>
              </a:tr>
              <a:tr h="524381">
                <a:tc>
                  <a:txBody>
                    <a:bodyPr/>
                    <a:lstStyle/>
                    <a:p>
                      <a:pPr algn="l" fontAlgn="ctr"/>
                      <a:r>
                        <a:rPr lang="en-US" sz="600" b="1" i="0" u="none" strike="noStrike">
                          <a:effectLst/>
                          <a:latin typeface="Calibri" panose="020F0502020204030204" pitchFamily="34" charset="0"/>
                        </a:rPr>
                        <a:t>Accounts payable</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500" b="0" i="0" u="none" strike="noStrike">
                          <a:solidFill>
                            <a:srgbClr val="073262"/>
                          </a:solidFill>
                          <a:effectLst/>
                          <a:latin typeface="Georgia" panose="02040502050405020303" pitchFamily="18" charset="0"/>
                        </a:rPr>
                        <a:t>Process change</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effectLst/>
                          <a:latin typeface="Calibri" panose="020F0502020204030204" pitchFamily="34" charset="0"/>
                        </a:rPr>
                        <a:t>A new tool for invoice processing was adopted wile keeping the old procedure in parallel</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solidFill>
                            <a:srgbClr val="FF0000"/>
                          </a:solidFill>
                          <a:effectLst/>
                          <a:latin typeface="Calibri" panose="020F0502020204030204" pitchFamily="34" charset="0"/>
                        </a:rPr>
                        <a:t>Delays in processing the invoices</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8</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Risk of delays in processing the invoice</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7</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No control in place</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5</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r" fontAlgn="ctr"/>
                      <a:r>
                        <a:rPr lang="en-US" sz="600" b="1" i="0" u="none" strike="noStrike">
                          <a:effectLst/>
                          <a:latin typeface="Calibri" panose="020F0502020204030204" pitchFamily="34" charset="0"/>
                        </a:rPr>
                        <a:t>280</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ctr"/>
                      <a:r>
                        <a:rPr lang="en-US" sz="600" b="0" i="0" u="none" strike="noStrike">
                          <a:solidFill>
                            <a:srgbClr val="FF0000"/>
                          </a:solidFill>
                          <a:effectLst/>
                          <a:latin typeface="Calibri" panose="020F0502020204030204" pitchFamily="34" charset="0"/>
                        </a:rPr>
                        <a:t>Refresher sessions whenever needed</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40296394"/>
                  </a:ext>
                </a:extLst>
              </a:tr>
              <a:tr h="516782">
                <a:tc>
                  <a:txBody>
                    <a:bodyPr/>
                    <a:lstStyle/>
                    <a:p>
                      <a:pPr algn="l" fontAlgn="ctr"/>
                      <a:r>
                        <a:rPr lang="en-US" sz="600" b="1" i="0" u="none" strike="noStrike">
                          <a:effectLst/>
                          <a:latin typeface="Calibri" panose="020F0502020204030204" pitchFamily="34" charset="0"/>
                        </a:rPr>
                        <a:t>Accounts payable</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500" b="0" i="0" u="none" strike="noStrike" dirty="0">
                          <a:solidFill>
                            <a:srgbClr val="073262"/>
                          </a:solidFill>
                          <a:effectLst/>
                          <a:latin typeface="Georgia" panose="02040502050405020303" pitchFamily="18" charset="0"/>
                        </a:rPr>
                        <a:t>Reducing the number of payments</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l" fontAlgn="ctr"/>
                      <a:r>
                        <a:rPr lang="en-US" sz="600" b="0" i="0" u="none" strike="noStrike">
                          <a:effectLst/>
                          <a:latin typeface="Calibri" panose="020F0502020204030204" pitchFamily="34" charset="0"/>
                        </a:rPr>
                        <a:t>For some entities the number of payments has been reduced from 2 per week to 1.</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a:solidFill>
                            <a:srgbClr val="FF0000"/>
                          </a:solidFill>
                          <a:effectLst/>
                          <a:latin typeface="Calibri" panose="020F0502020204030204" pitchFamily="34" charset="0"/>
                        </a:rPr>
                        <a:t>For the invoices booked late, reducing the number of payments may lead to miss the POT</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effectLst/>
                          <a:latin typeface="Calibri" panose="020F0502020204030204" pitchFamily="34" charset="0"/>
                        </a:rPr>
                        <a:t>6</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Risk of paid late</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effectLst/>
                          <a:latin typeface="Calibri" panose="020F0502020204030204" pitchFamily="34" charset="0"/>
                        </a:rPr>
                        <a:t>5</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ctr"/>
                      <a:r>
                        <a:rPr lang="en-US" sz="600" b="0" i="0" u="none" strike="noStrike">
                          <a:solidFill>
                            <a:srgbClr val="FF0000"/>
                          </a:solidFill>
                          <a:effectLst/>
                          <a:latin typeface="Calibri" panose="020F0502020204030204" pitchFamily="34" charset="0"/>
                        </a:rPr>
                        <a:t>No control in place</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1" i="0" u="none" strike="noStrike">
                          <a:solidFill>
                            <a:srgbClr val="333399"/>
                          </a:solidFill>
                          <a:effectLst/>
                          <a:latin typeface="Calibri" panose="020F0502020204030204" pitchFamily="34" charset="0"/>
                        </a:rPr>
                        <a:t>4</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r" fontAlgn="ctr"/>
                      <a:r>
                        <a:rPr lang="en-US" sz="600" b="1" i="0" u="none" strike="noStrike">
                          <a:effectLst/>
                          <a:latin typeface="Calibri" panose="020F0502020204030204" pitchFamily="34" charset="0"/>
                        </a:rPr>
                        <a:t>120</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ctr"/>
                      <a:r>
                        <a:rPr lang="en-US" sz="600" b="0" i="0" u="none" strike="noStrike" dirty="0">
                          <a:solidFill>
                            <a:srgbClr val="FF0000"/>
                          </a:solidFill>
                          <a:effectLst/>
                          <a:latin typeface="Calibri" panose="020F0502020204030204" pitchFamily="34" charset="0"/>
                        </a:rPr>
                        <a:t>Early payments</a:t>
                      </a:r>
                    </a:p>
                  </a:txBody>
                  <a:tcPr marL="5786" marR="5786" marT="5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97863385"/>
                  </a:ext>
                </a:extLst>
              </a:tr>
            </a:tbl>
          </a:graphicData>
        </a:graphic>
      </p:graphicFrame>
    </p:spTree>
    <p:extLst>
      <p:ext uri="{BB962C8B-B14F-4D97-AF65-F5344CB8AC3E}">
        <p14:creationId xmlns:p14="http://schemas.microsoft.com/office/powerpoint/2010/main" val="185967470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3"/>
          <p:cNvSpPr txBox="1">
            <a:spLocks/>
          </p:cNvSpPr>
          <p:nvPr/>
        </p:nvSpPr>
        <p:spPr>
          <a:xfrm>
            <a:off x="381000" y="914161"/>
            <a:ext cx="11263493" cy="533400"/>
          </a:xfrm>
          <a:prstGeom prst="rect">
            <a:avLst/>
          </a:prstGeom>
        </p:spPr>
        <p:txBody>
          <a:bodyPr anchor="ctr"/>
          <a:lstStyle>
            <a:lvl1pPr marL="0">
              <a:defRPr sz="2200">
                <a:solidFill>
                  <a:srgbClr val="063161"/>
                </a:solidFill>
                <a:latin typeface="Georgia" panose="02040502050405020303"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en-US" altLang="ja-JP" sz="1050" i="1" dirty="0">
              <a:solidFill>
                <a:srgbClr val="002060"/>
              </a:solidFill>
              <a:latin typeface="Calibri" panose="020F0502020204030204" pitchFamily="34" charset="0"/>
            </a:endParaRPr>
          </a:p>
        </p:txBody>
      </p:sp>
      <p:sp>
        <p:nvSpPr>
          <p:cNvPr id="23" name="Title 5"/>
          <p:cNvSpPr txBox="1">
            <a:spLocks/>
          </p:cNvSpPr>
          <p:nvPr/>
        </p:nvSpPr>
        <p:spPr>
          <a:xfrm>
            <a:off x="2005845" y="142316"/>
            <a:ext cx="392479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defPPr>
              <a:defRPr lang="en-US"/>
            </a:defPPr>
            <a:lvl1pPr eaLnBrk="0" hangingPunct="0">
              <a:defRPr sz="2000">
                <a:solidFill>
                  <a:srgbClr val="006AB2"/>
                </a:solidFill>
                <a:latin typeface="Trebuchet MS" pitchFamily="34" charset="0"/>
                <a:ea typeface="MS PGothic" pitchFamily="34" charset="-128"/>
              </a:defRPr>
            </a:lvl1pPr>
          </a:lstStyle>
          <a:p>
            <a:r>
              <a:rPr lang="en-US" b="1" dirty="0">
                <a:solidFill>
                  <a:srgbClr val="073262"/>
                </a:solidFill>
                <a:latin typeface="+mj-lt"/>
              </a:rPr>
              <a:t>Prioritization Matrix</a:t>
            </a:r>
          </a:p>
        </p:txBody>
      </p:sp>
      <p:sp>
        <p:nvSpPr>
          <p:cNvPr id="24" name="Oval 13"/>
          <p:cNvSpPr>
            <a:spLocks noChangeArrowheads="1"/>
          </p:cNvSpPr>
          <p:nvPr>
            <p:custDataLst>
              <p:tags r:id="rId1"/>
            </p:custDataLst>
          </p:nvPr>
        </p:nvSpPr>
        <p:spPr bwMode="auto">
          <a:xfrm>
            <a:off x="485701" y="1920817"/>
            <a:ext cx="17985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50" b="1" dirty="0">
                <a:solidFill>
                  <a:srgbClr val="FFFFFF"/>
                </a:solidFill>
                <a:latin typeface="Arial" charset="0"/>
                <a:ea typeface="ＭＳ Ｐゴシック"/>
              </a:rPr>
              <a:t>K5</a:t>
            </a:r>
          </a:p>
        </p:txBody>
      </p:sp>
      <p:grpSp>
        <p:nvGrpSpPr>
          <p:cNvPr id="29" name="Group 28"/>
          <p:cNvGrpSpPr/>
          <p:nvPr/>
        </p:nvGrpSpPr>
        <p:grpSpPr>
          <a:xfrm>
            <a:off x="7093374" y="1549510"/>
            <a:ext cx="4710992" cy="4028910"/>
            <a:chOff x="2264804" y="1247879"/>
            <a:chExt cx="4067944" cy="4102968"/>
          </a:xfrm>
        </p:grpSpPr>
        <p:sp>
          <p:nvSpPr>
            <p:cNvPr id="30" name="Line 29"/>
            <p:cNvSpPr>
              <a:spLocks noChangeShapeType="1"/>
            </p:cNvSpPr>
            <p:nvPr/>
          </p:nvSpPr>
          <p:spPr bwMode="auto">
            <a:xfrm flipV="1">
              <a:off x="2475589" y="1589419"/>
              <a:ext cx="0" cy="3069565"/>
            </a:xfrm>
            <a:prstGeom prst="line">
              <a:avLst/>
            </a:prstGeom>
            <a:noFill/>
            <a:ln w="19050">
              <a:solidFill>
                <a:schemeClr val="tx1"/>
              </a:solidFill>
              <a:round/>
              <a:headEnd/>
              <a:tailEnd type="triangle" w="med" len="med"/>
            </a:ln>
          </p:spPr>
          <p:txBody>
            <a:bodyPr/>
            <a:lstStyle/>
            <a:p>
              <a:pPr defTabSz="1143023" fontAlgn="base">
                <a:spcBef>
                  <a:spcPct val="0"/>
                </a:spcBef>
                <a:spcAft>
                  <a:spcPct val="0"/>
                </a:spcAft>
                <a:buClr>
                  <a:srgbClr val="0069AA"/>
                </a:buClr>
              </a:pPr>
              <a:endParaRPr lang="en-US" sz="1375" b="1">
                <a:solidFill>
                  <a:srgbClr val="414141"/>
                </a:solidFill>
                <a:latin typeface="Arial" charset="0"/>
                <a:ea typeface="ＭＳ Ｐゴシック"/>
              </a:endParaRPr>
            </a:p>
          </p:txBody>
        </p:sp>
        <p:grpSp>
          <p:nvGrpSpPr>
            <p:cNvPr id="31" name="Group 37"/>
            <p:cNvGrpSpPr>
              <a:grpSpLocks/>
            </p:cNvGrpSpPr>
            <p:nvPr/>
          </p:nvGrpSpPr>
          <p:grpSpPr bwMode="auto">
            <a:xfrm>
              <a:off x="2737629" y="1247879"/>
              <a:ext cx="3393507" cy="3688550"/>
              <a:chOff x="1183" y="879"/>
              <a:chExt cx="3307" cy="2820"/>
            </a:xfrm>
            <a:solidFill>
              <a:srgbClr val="F1F0E6"/>
            </a:solidFill>
          </p:grpSpPr>
          <p:sp>
            <p:nvSpPr>
              <p:cNvPr id="39" name="Rectangle 14"/>
              <p:cNvSpPr>
                <a:spLocks noChangeArrowheads="1"/>
              </p:cNvSpPr>
              <p:nvPr/>
            </p:nvSpPr>
            <p:spPr bwMode="auto">
              <a:xfrm>
                <a:off x="1186" y="879"/>
                <a:ext cx="3293" cy="2820"/>
              </a:xfrm>
              <a:prstGeom prst="rect">
                <a:avLst/>
              </a:prstGeom>
              <a:solidFill>
                <a:schemeClr val="bg1">
                  <a:lumMod val="75000"/>
                </a:schemeClr>
              </a:solidFill>
              <a:ln w="9525">
                <a:noFill/>
                <a:miter lim="800000"/>
                <a:headEnd/>
                <a:tailEnd/>
              </a:ln>
            </p:spPr>
            <p:txBody>
              <a:bodyPr wrap="none" anchor="ctr"/>
              <a:lstStyle/>
              <a:p>
                <a:pPr defTabSz="1143023" fontAlgn="base">
                  <a:spcBef>
                    <a:spcPct val="0"/>
                  </a:spcBef>
                  <a:spcAft>
                    <a:spcPct val="0"/>
                  </a:spcAft>
                  <a:buClr>
                    <a:srgbClr val="0093D1"/>
                  </a:buClr>
                  <a:defRPr/>
                </a:pPr>
                <a:endParaRPr lang="en-US" sz="1000" b="1" kern="0">
                  <a:solidFill>
                    <a:sysClr val="windowText" lastClr="000000"/>
                  </a:solidFill>
                  <a:latin typeface="Arial" charset="0"/>
                  <a:ea typeface="ＭＳ Ｐゴシック"/>
                </a:endParaRPr>
              </a:p>
            </p:txBody>
          </p:sp>
          <p:sp>
            <p:nvSpPr>
              <p:cNvPr id="40" name="Line 30"/>
              <p:cNvSpPr>
                <a:spLocks noChangeShapeType="1"/>
              </p:cNvSpPr>
              <p:nvPr/>
            </p:nvSpPr>
            <p:spPr bwMode="auto">
              <a:xfrm>
                <a:off x="2295" y="883"/>
                <a:ext cx="0" cy="2803"/>
              </a:xfrm>
              <a:prstGeom prst="line">
                <a:avLst/>
              </a:prstGeom>
              <a:grpFill/>
              <a:ln w="28575">
                <a:solidFill>
                  <a:srgbClr val="FFFFFF"/>
                </a:solidFill>
                <a:round/>
                <a:headEnd/>
                <a:tailEnd/>
              </a:ln>
            </p:spPr>
            <p:txBody>
              <a:bodyPr/>
              <a:lstStyle/>
              <a:p>
                <a:pPr defTabSz="1143023" fontAlgn="base">
                  <a:spcBef>
                    <a:spcPct val="0"/>
                  </a:spcBef>
                  <a:spcAft>
                    <a:spcPct val="0"/>
                  </a:spcAft>
                  <a:buClr>
                    <a:srgbClr val="0069AA"/>
                  </a:buClr>
                  <a:defRPr/>
                </a:pPr>
                <a:endParaRPr lang="en-US" sz="1375" b="1" kern="0">
                  <a:solidFill>
                    <a:sysClr val="windowText" lastClr="000000"/>
                  </a:solidFill>
                  <a:latin typeface="Arial" charset="0"/>
                  <a:ea typeface="ＭＳ Ｐゴシック"/>
                </a:endParaRPr>
              </a:p>
            </p:txBody>
          </p:sp>
          <p:sp>
            <p:nvSpPr>
              <p:cNvPr id="41" name="Line 31"/>
              <p:cNvSpPr>
                <a:spLocks noChangeShapeType="1"/>
              </p:cNvSpPr>
              <p:nvPr/>
            </p:nvSpPr>
            <p:spPr bwMode="auto">
              <a:xfrm>
                <a:off x="3380" y="882"/>
                <a:ext cx="0" cy="2803"/>
              </a:xfrm>
              <a:prstGeom prst="line">
                <a:avLst/>
              </a:prstGeom>
              <a:grpFill/>
              <a:ln w="28575">
                <a:solidFill>
                  <a:srgbClr val="FFFFFF"/>
                </a:solidFill>
                <a:round/>
                <a:headEnd/>
                <a:tailEnd/>
              </a:ln>
            </p:spPr>
            <p:txBody>
              <a:bodyPr/>
              <a:lstStyle/>
              <a:p>
                <a:pPr defTabSz="1143023" fontAlgn="base">
                  <a:spcBef>
                    <a:spcPct val="0"/>
                  </a:spcBef>
                  <a:spcAft>
                    <a:spcPct val="0"/>
                  </a:spcAft>
                  <a:buClr>
                    <a:srgbClr val="0069AA"/>
                  </a:buClr>
                  <a:defRPr/>
                </a:pPr>
                <a:endParaRPr lang="en-US" sz="1375" b="1" kern="0">
                  <a:solidFill>
                    <a:sysClr val="windowText" lastClr="000000"/>
                  </a:solidFill>
                  <a:latin typeface="Arial" charset="0"/>
                  <a:ea typeface="ＭＳ Ｐゴシック"/>
                </a:endParaRPr>
              </a:p>
            </p:txBody>
          </p:sp>
          <p:sp>
            <p:nvSpPr>
              <p:cNvPr id="42" name="Line 33"/>
              <p:cNvSpPr>
                <a:spLocks noChangeShapeType="1"/>
              </p:cNvSpPr>
              <p:nvPr/>
            </p:nvSpPr>
            <p:spPr bwMode="auto">
              <a:xfrm>
                <a:off x="1183" y="2751"/>
                <a:ext cx="3292" cy="0"/>
              </a:xfrm>
              <a:prstGeom prst="line">
                <a:avLst/>
              </a:prstGeom>
              <a:grpFill/>
              <a:ln w="28575">
                <a:solidFill>
                  <a:srgbClr val="FFFFFF"/>
                </a:solidFill>
                <a:round/>
                <a:headEnd/>
                <a:tailEnd/>
              </a:ln>
            </p:spPr>
            <p:txBody>
              <a:bodyPr/>
              <a:lstStyle/>
              <a:p>
                <a:pPr defTabSz="1143023" fontAlgn="base">
                  <a:spcBef>
                    <a:spcPct val="0"/>
                  </a:spcBef>
                  <a:spcAft>
                    <a:spcPct val="0"/>
                  </a:spcAft>
                  <a:buClr>
                    <a:srgbClr val="0069AA"/>
                  </a:buClr>
                  <a:defRPr/>
                </a:pPr>
                <a:endParaRPr lang="en-US" sz="1375" b="1" kern="0">
                  <a:solidFill>
                    <a:sysClr val="windowText" lastClr="000000"/>
                  </a:solidFill>
                  <a:latin typeface="Arial" charset="0"/>
                  <a:ea typeface="ＭＳ Ｐゴシック"/>
                </a:endParaRPr>
              </a:p>
            </p:txBody>
          </p:sp>
          <p:sp>
            <p:nvSpPr>
              <p:cNvPr id="43" name="Line 34"/>
              <p:cNvSpPr>
                <a:spLocks noChangeShapeType="1"/>
              </p:cNvSpPr>
              <p:nvPr/>
            </p:nvSpPr>
            <p:spPr bwMode="auto">
              <a:xfrm>
                <a:off x="1198" y="1807"/>
                <a:ext cx="3292" cy="0"/>
              </a:xfrm>
              <a:prstGeom prst="line">
                <a:avLst/>
              </a:prstGeom>
              <a:grpFill/>
              <a:ln w="28575">
                <a:solidFill>
                  <a:srgbClr val="FFFFFF"/>
                </a:solidFill>
                <a:round/>
                <a:headEnd/>
                <a:tailEnd/>
              </a:ln>
            </p:spPr>
            <p:txBody>
              <a:bodyPr/>
              <a:lstStyle/>
              <a:p>
                <a:pPr defTabSz="1143023" fontAlgn="base">
                  <a:spcBef>
                    <a:spcPct val="0"/>
                  </a:spcBef>
                  <a:spcAft>
                    <a:spcPct val="0"/>
                  </a:spcAft>
                  <a:buClr>
                    <a:srgbClr val="0069AA"/>
                  </a:buClr>
                  <a:defRPr/>
                </a:pPr>
                <a:endParaRPr lang="en-US" sz="1375" b="1" kern="0">
                  <a:solidFill>
                    <a:sysClr val="windowText" lastClr="000000"/>
                  </a:solidFill>
                  <a:latin typeface="Arial" charset="0"/>
                  <a:ea typeface="ＭＳ Ｐゴシック"/>
                </a:endParaRPr>
              </a:p>
            </p:txBody>
          </p:sp>
        </p:grpSp>
        <p:sp>
          <p:nvSpPr>
            <p:cNvPr id="32" name="Line 26"/>
            <p:cNvSpPr>
              <a:spLocks noChangeShapeType="1"/>
            </p:cNvSpPr>
            <p:nvPr/>
          </p:nvSpPr>
          <p:spPr bwMode="auto">
            <a:xfrm>
              <a:off x="2949653" y="5210904"/>
              <a:ext cx="2822829" cy="0"/>
            </a:xfrm>
            <a:prstGeom prst="line">
              <a:avLst/>
            </a:prstGeom>
            <a:noFill/>
            <a:ln w="19050">
              <a:solidFill>
                <a:schemeClr val="tx1"/>
              </a:solidFill>
              <a:round/>
              <a:headEnd/>
              <a:tailEnd type="triangle" w="med" len="med"/>
            </a:ln>
          </p:spPr>
          <p:txBody>
            <a:bodyPr/>
            <a:lstStyle/>
            <a:p>
              <a:pPr defTabSz="1143023" fontAlgn="base">
                <a:spcBef>
                  <a:spcPct val="0"/>
                </a:spcBef>
                <a:spcAft>
                  <a:spcPct val="0"/>
                </a:spcAft>
                <a:buClr>
                  <a:srgbClr val="0069AA"/>
                </a:buClr>
              </a:pPr>
              <a:endParaRPr lang="en-US" sz="1375" b="1">
                <a:solidFill>
                  <a:srgbClr val="414141"/>
                </a:solidFill>
                <a:latin typeface="Arial" charset="0"/>
                <a:ea typeface="ＭＳ Ｐゴシック"/>
              </a:endParaRPr>
            </a:p>
          </p:txBody>
        </p:sp>
        <p:sp>
          <p:nvSpPr>
            <p:cNvPr id="33" name="Rectangle 27"/>
            <p:cNvSpPr>
              <a:spLocks noChangeArrowheads="1"/>
            </p:cNvSpPr>
            <p:nvPr>
              <p:custDataLst>
                <p:tags r:id="rId37"/>
              </p:custDataLst>
            </p:nvPr>
          </p:nvSpPr>
          <p:spPr bwMode="auto">
            <a:xfrm>
              <a:off x="4119320" y="5060500"/>
              <a:ext cx="798525" cy="290347"/>
            </a:xfrm>
            <a:prstGeom prst="rect">
              <a:avLst/>
            </a:prstGeom>
            <a:solidFill>
              <a:schemeClr val="bg1"/>
            </a:solidFill>
            <a:ln w="12700" algn="ctr">
              <a:noFill/>
              <a:miter lim="800000"/>
              <a:headEnd/>
              <a:tailEnd/>
            </a:ln>
          </p:spPr>
          <p:txBody>
            <a:bodyPr lIns="58268" tIns="11656" rIns="11656" bIns="11656" anchor="ctr"/>
            <a:lstStyle/>
            <a:p>
              <a:pPr marL="81113" algn="ctr" defTabSz="863166" fontAlgn="base">
                <a:spcBef>
                  <a:spcPct val="20000"/>
                </a:spcBef>
                <a:spcAft>
                  <a:spcPct val="0"/>
                </a:spcAft>
                <a:buClr>
                  <a:srgbClr val="E31836"/>
                </a:buClr>
                <a:buSzPct val="90000"/>
              </a:pPr>
              <a:r>
                <a:rPr lang="en-US" sz="1000" b="1" dirty="0">
                  <a:solidFill>
                    <a:srgbClr val="0070C0"/>
                  </a:solidFill>
                  <a:latin typeface="Arial" charset="0"/>
                  <a:ea typeface="ＭＳ Ｐゴシック"/>
                </a:rPr>
                <a:t>Ease of implementation</a:t>
              </a:r>
            </a:p>
          </p:txBody>
        </p:sp>
        <p:sp>
          <p:nvSpPr>
            <p:cNvPr id="34" name="Rectangle 17"/>
            <p:cNvSpPr>
              <a:spLocks noChangeArrowheads="1"/>
            </p:cNvSpPr>
            <p:nvPr>
              <p:custDataLst>
                <p:tags r:id="rId38"/>
              </p:custDataLst>
            </p:nvPr>
          </p:nvSpPr>
          <p:spPr bwMode="auto">
            <a:xfrm>
              <a:off x="2475590" y="5062815"/>
              <a:ext cx="488134" cy="276494"/>
            </a:xfrm>
            <a:prstGeom prst="rect">
              <a:avLst/>
            </a:prstGeom>
            <a:noFill/>
            <a:ln w="12700" algn="ctr">
              <a:noFill/>
              <a:miter lim="800000"/>
              <a:headEnd/>
              <a:tailEnd/>
            </a:ln>
          </p:spPr>
          <p:txBody>
            <a:bodyPr lIns="58268" tIns="11656" rIns="11656" bIns="11656" anchor="ctr"/>
            <a:lstStyle/>
            <a:p>
              <a:pPr marL="81113" defTabSz="863166" fontAlgn="base">
                <a:spcBef>
                  <a:spcPct val="20000"/>
                </a:spcBef>
                <a:spcAft>
                  <a:spcPct val="0"/>
                </a:spcAft>
                <a:buClr>
                  <a:srgbClr val="E31836"/>
                </a:buClr>
                <a:buSzPct val="90000"/>
                <a:defRPr/>
              </a:pPr>
              <a:r>
                <a:rPr lang="en-US" sz="1000" b="1" dirty="0">
                  <a:solidFill>
                    <a:srgbClr val="414142"/>
                  </a:solidFill>
                  <a:latin typeface="Arial" charset="0"/>
                  <a:ea typeface="ＭＳ Ｐゴシック"/>
                </a:rPr>
                <a:t>Difficult</a:t>
              </a:r>
            </a:p>
          </p:txBody>
        </p:sp>
        <p:sp>
          <p:nvSpPr>
            <p:cNvPr id="35" name="Rectangle 18"/>
            <p:cNvSpPr>
              <a:spLocks noChangeArrowheads="1"/>
            </p:cNvSpPr>
            <p:nvPr>
              <p:custDataLst>
                <p:tags r:id="rId39"/>
              </p:custDataLst>
            </p:nvPr>
          </p:nvSpPr>
          <p:spPr bwMode="auto">
            <a:xfrm>
              <a:off x="2292450" y="4708683"/>
              <a:ext cx="432484" cy="290347"/>
            </a:xfrm>
            <a:prstGeom prst="rect">
              <a:avLst/>
            </a:prstGeom>
            <a:noFill/>
            <a:ln w="12700" algn="ctr">
              <a:noFill/>
              <a:miter lim="800000"/>
              <a:headEnd/>
              <a:tailEnd/>
            </a:ln>
          </p:spPr>
          <p:txBody>
            <a:bodyPr lIns="58268" tIns="11656" rIns="11656" bIns="11656" anchor="ctr"/>
            <a:lstStyle/>
            <a:p>
              <a:pPr marL="81113" defTabSz="863166" fontAlgn="base">
                <a:spcBef>
                  <a:spcPct val="20000"/>
                </a:spcBef>
                <a:spcAft>
                  <a:spcPct val="0"/>
                </a:spcAft>
                <a:buClr>
                  <a:srgbClr val="E31836"/>
                </a:buClr>
                <a:buSzPct val="90000"/>
              </a:pPr>
              <a:r>
                <a:rPr lang="en-US" sz="1000" b="1">
                  <a:solidFill>
                    <a:srgbClr val="414142"/>
                  </a:solidFill>
                  <a:latin typeface="Arial" charset="0"/>
                  <a:ea typeface="ＭＳ Ｐゴシック"/>
                </a:rPr>
                <a:t>Low</a:t>
              </a:r>
            </a:p>
          </p:txBody>
        </p:sp>
        <p:sp>
          <p:nvSpPr>
            <p:cNvPr id="36" name="Rectangle 20"/>
            <p:cNvSpPr>
              <a:spLocks noChangeArrowheads="1"/>
            </p:cNvSpPr>
            <p:nvPr>
              <p:custDataLst>
                <p:tags r:id="rId40"/>
              </p:custDataLst>
            </p:nvPr>
          </p:nvSpPr>
          <p:spPr bwMode="auto">
            <a:xfrm>
              <a:off x="2264804" y="1345003"/>
              <a:ext cx="802385" cy="290347"/>
            </a:xfrm>
            <a:prstGeom prst="rect">
              <a:avLst/>
            </a:prstGeom>
            <a:noFill/>
            <a:ln w="12700" algn="ctr">
              <a:noFill/>
              <a:miter lim="800000"/>
              <a:headEnd/>
              <a:tailEnd/>
            </a:ln>
          </p:spPr>
          <p:txBody>
            <a:bodyPr lIns="58268" tIns="11656" rIns="11656" bIns="11656" anchor="ctr"/>
            <a:lstStyle/>
            <a:p>
              <a:pPr marL="81113" defTabSz="863166" fontAlgn="base">
                <a:spcBef>
                  <a:spcPct val="20000"/>
                </a:spcBef>
                <a:spcAft>
                  <a:spcPct val="0"/>
                </a:spcAft>
                <a:buClr>
                  <a:srgbClr val="E31836"/>
                </a:buClr>
                <a:buSzPct val="90000"/>
              </a:pPr>
              <a:r>
                <a:rPr lang="en-US" sz="1000" b="1" dirty="0">
                  <a:solidFill>
                    <a:srgbClr val="414142"/>
                  </a:solidFill>
                  <a:latin typeface="Arial" charset="0"/>
                  <a:ea typeface="ＭＳ Ｐゴシック"/>
                </a:rPr>
                <a:t>High </a:t>
              </a:r>
            </a:p>
          </p:txBody>
        </p:sp>
        <p:sp>
          <p:nvSpPr>
            <p:cNvPr id="37" name="Rectangle 66"/>
            <p:cNvSpPr>
              <a:spLocks noChangeArrowheads="1"/>
            </p:cNvSpPr>
            <p:nvPr>
              <p:custDataLst>
                <p:tags r:id="rId41"/>
              </p:custDataLst>
            </p:nvPr>
          </p:nvSpPr>
          <p:spPr bwMode="auto">
            <a:xfrm>
              <a:off x="5700616" y="5062815"/>
              <a:ext cx="632132" cy="276261"/>
            </a:xfrm>
            <a:prstGeom prst="rect">
              <a:avLst/>
            </a:prstGeom>
            <a:noFill/>
            <a:ln w="12700" algn="ctr">
              <a:noFill/>
              <a:miter lim="800000"/>
              <a:headEnd/>
              <a:tailEnd/>
            </a:ln>
          </p:spPr>
          <p:txBody>
            <a:bodyPr lIns="58268" tIns="11656" rIns="11656" bIns="11656" anchor="ctr"/>
            <a:lstStyle/>
            <a:p>
              <a:pPr marL="81113" defTabSz="863166" fontAlgn="base">
                <a:spcBef>
                  <a:spcPct val="20000"/>
                </a:spcBef>
                <a:spcAft>
                  <a:spcPct val="0"/>
                </a:spcAft>
                <a:buClr>
                  <a:srgbClr val="E31836"/>
                </a:buClr>
                <a:buSzPct val="90000"/>
              </a:pPr>
              <a:r>
                <a:rPr lang="en-US" sz="1000" b="1" dirty="0">
                  <a:solidFill>
                    <a:srgbClr val="414142"/>
                  </a:solidFill>
                  <a:latin typeface="Arial" charset="0"/>
                  <a:ea typeface="ＭＳ Ｐゴシック"/>
                </a:rPr>
                <a:t>Easy</a:t>
              </a:r>
            </a:p>
          </p:txBody>
        </p:sp>
        <p:sp>
          <p:nvSpPr>
            <p:cNvPr id="38" name="Rectangle 28"/>
            <p:cNvSpPr>
              <a:spLocks noChangeArrowheads="1"/>
            </p:cNvSpPr>
            <p:nvPr>
              <p:custDataLst>
                <p:tags r:id="rId42"/>
              </p:custDataLst>
            </p:nvPr>
          </p:nvSpPr>
          <p:spPr bwMode="auto">
            <a:xfrm rot="16200000">
              <a:off x="2123526" y="3055477"/>
              <a:ext cx="683424" cy="400866"/>
            </a:xfrm>
            <a:prstGeom prst="rect">
              <a:avLst/>
            </a:prstGeom>
            <a:solidFill>
              <a:schemeClr val="bg1"/>
            </a:solidFill>
            <a:ln w="12700" algn="ctr">
              <a:noFill/>
              <a:miter lim="800000"/>
              <a:headEnd/>
              <a:tailEnd/>
            </a:ln>
          </p:spPr>
          <p:txBody>
            <a:bodyPr lIns="58268" tIns="11656" rIns="11656" bIns="11656" anchor="ctr"/>
            <a:lstStyle/>
            <a:p>
              <a:pPr marL="81113" algn="ctr" defTabSz="863166" fontAlgn="base">
                <a:spcBef>
                  <a:spcPct val="20000"/>
                </a:spcBef>
                <a:spcAft>
                  <a:spcPct val="0"/>
                </a:spcAft>
                <a:buClr>
                  <a:srgbClr val="E31836"/>
                </a:buClr>
                <a:buSzPct val="90000"/>
              </a:pPr>
              <a:r>
                <a:rPr lang="en-US" sz="1000" b="1" dirty="0">
                  <a:solidFill>
                    <a:srgbClr val="0070C0"/>
                  </a:solidFill>
                  <a:latin typeface="Arial" charset="0"/>
                  <a:ea typeface="ＭＳ Ｐゴシック"/>
                </a:rPr>
                <a:t>Impact</a:t>
              </a:r>
            </a:p>
          </p:txBody>
        </p:sp>
      </p:grpSp>
      <p:sp>
        <p:nvSpPr>
          <p:cNvPr id="45" name="Oval 13"/>
          <p:cNvSpPr>
            <a:spLocks noChangeArrowheads="1"/>
          </p:cNvSpPr>
          <p:nvPr>
            <p:custDataLst>
              <p:tags r:id="rId2"/>
            </p:custDataLst>
          </p:nvPr>
        </p:nvSpPr>
        <p:spPr bwMode="auto">
          <a:xfrm>
            <a:off x="474746" y="758454"/>
            <a:ext cx="16726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50" b="1" dirty="0">
                <a:solidFill>
                  <a:srgbClr val="FFFFFF"/>
                </a:solidFill>
                <a:latin typeface="Arial" charset="0"/>
                <a:ea typeface="ＭＳ Ｐゴシック"/>
              </a:rPr>
              <a:t>K1</a:t>
            </a:r>
          </a:p>
        </p:txBody>
      </p:sp>
      <p:sp>
        <p:nvSpPr>
          <p:cNvPr id="46" name="TextBox 45"/>
          <p:cNvSpPr txBox="1"/>
          <p:nvPr/>
        </p:nvSpPr>
        <p:spPr>
          <a:xfrm>
            <a:off x="2146935" y="1129277"/>
            <a:ext cx="1326833" cy="162773"/>
          </a:xfrm>
          <a:prstGeom prst="rect">
            <a:avLst/>
          </a:prstGeom>
          <a:noFill/>
        </p:spPr>
        <p:txBody>
          <a:bodyPr wrap="square" lIns="0" tIns="0" rIns="0" bIns="0" rtlCol="0">
            <a:spAutoFit/>
          </a:bodyPr>
          <a:lstStyle/>
          <a:p>
            <a:pPr defTabSz="1143023" fontAlgn="base">
              <a:spcBef>
                <a:spcPct val="0"/>
              </a:spcBef>
              <a:spcAft>
                <a:spcPct val="0"/>
              </a:spcAft>
              <a:buClr>
                <a:srgbClr val="0069AA"/>
              </a:buClr>
            </a:pPr>
            <a:endParaRPr lang="en-US" sz="1500" b="1" dirty="0" err="1">
              <a:solidFill>
                <a:srgbClr val="1D1D1B"/>
              </a:solidFill>
              <a:latin typeface="Arial" charset="0"/>
              <a:ea typeface="ＭＳ Ｐゴシック"/>
            </a:endParaRPr>
          </a:p>
        </p:txBody>
      </p:sp>
      <p:sp>
        <p:nvSpPr>
          <p:cNvPr id="48" name="Oval 13"/>
          <p:cNvSpPr>
            <a:spLocks noChangeArrowheads="1"/>
          </p:cNvSpPr>
          <p:nvPr>
            <p:custDataLst>
              <p:tags r:id="rId3"/>
            </p:custDataLst>
          </p:nvPr>
        </p:nvSpPr>
        <p:spPr bwMode="auto">
          <a:xfrm>
            <a:off x="474750" y="1037308"/>
            <a:ext cx="17985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50" b="1" dirty="0">
                <a:solidFill>
                  <a:srgbClr val="FFFFFF"/>
                </a:solidFill>
                <a:latin typeface="Arial" charset="0"/>
                <a:ea typeface="ＭＳ Ｐゴシック"/>
              </a:rPr>
              <a:t>K2</a:t>
            </a:r>
          </a:p>
        </p:txBody>
      </p:sp>
      <p:sp>
        <p:nvSpPr>
          <p:cNvPr id="50" name="Oval 13"/>
          <p:cNvSpPr>
            <a:spLocks noChangeArrowheads="1"/>
          </p:cNvSpPr>
          <p:nvPr>
            <p:custDataLst>
              <p:tags r:id="rId4"/>
            </p:custDataLst>
          </p:nvPr>
        </p:nvSpPr>
        <p:spPr bwMode="auto">
          <a:xfrm>
            <a:off x="474746" y="1342108"/>
            <a:ext cx="17985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50" b="1" dirty="0">
                <a:solidFill>
                  <a:srgbClr val="FFFFFF"/>
                </a:solidFill>
                <a:latin typeface="Arial" charset="0"/>
                <a:ea typeface="ＭＳ Ｐゴシック"/>
              </a:rPr>
              <a:t>K3</a:t>
            </a:r>
          </a:p>
        </p:txBody>
      </p:sp>
      <p:sp>
        <p:nvSpPr>
          <p:cNvPr id="60" name="Oval 13"/>
          <p:cNvSpPr>
            <a:spLocks noChangeArrowheads="1"/>
          </p:cNvSpPr>
          <p:nvPr>
            <p:custDataLst>
              <p:tags r:id="rId5"/>
            </p:custDataLst>
          </p:nvPr>
        </p:nvSpPr>
        <p:spPr bwMode="auto">
          <a:xfrm>
            <a:off x="483982" y="1616017"/>
            <a:ext cx="16726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50" b="1" dirty="0">
                <a:solidFill>
                  <a:srgbClr val="FFFFFF"/>
                </a:solidFill>
                <a:latin typeface="Arial" charset="0"/>
                <a:ea typeface="ＭＳ Ｐゴシック"/>
              </a:rPr>
              <a:t>K4</a:t>
            </a:r>
          </a:p>
        </p:txBody>
      </p:sp>
      <p:sp>
        <p:nvSpPr>
          <p:cNvPr id="62" name="Oval 13"/>
          <p:cNvSpPr>
            <a:spLocks noChangeArrowheads="1"/>
          </p:cNvSpPr>
          <p:nvPr>
            <p:custDataLst>
              <p:tags r:id="rId6"/>
            </p:custDataLst>
          </p:nvPr>
        </p:nvSpPr>
        <p:spPr bwMode="auto">
          <a:xfrm>
            <a:off x="483979" y="2194723"/>
            <a:ext cx="17985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50" b="1" dirty="0">
                <a:solidFill>
                  <a:srgbClr val="FFFFFF"/>
                </a:solidFill>
                <a:latin typeface="Arial" charset="0"/>
                <a:ea typeface="ＭＳ Ｐゴシック"/>
              </a:rPr>
              <a:t>K6</a:t>
            </a:r>
          </a:p>
        </p:txBody>
      </p:sp>
      <p:sp>
        <p:nvSpPr>
          <p:cNvPr id="65" name="Oval 13"/>
          <p:cNvSpPr>
            <a:spLocks noChangeArrowheads="1"/>
          </p:cNvSpPr>
          <p:nvPr>
            <p:custDataLst>
              <p:tags r:id="rId7"/>
            </p:custDataLst>
          </p:nvPr>
        </p:nvSpPr>
        <p:spPr bwMode="auto">
          <a:xfrm>
            <a:off x="483982" y="2520892"/>
            <a:ext cx="16726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50" b="1" dirty="0">
                <a:solidFill>
                  <a:srgbClr val="FFFFFF"/>
                </a:solidFill>
                <a:latin typeface="Arial" charset="0"/>
                <a:ea typeface="ＭＳ Ｐゴシック"/>
              </a:rPr>
              <a:t>K7</a:t>
            </a:r>
          </a:p>
        </p:txBody>
      </p:sp>
      <p:sp>
        <p:nvSpPr>
          <p:cNvPr id="66" name="Oval 13"/>
          <p:cNvSpPr>
            <a:spLocks noChangeArrowheads="1"/>
          </p:cNvSpPr>
          <p:nvPr>
            <p:custDataLst>
              <p:tags r:id="rId8"/>
            </p:custDataLst>
          </p:nvPr>
        </p:nvSpPr>
        <p:spPr bwMode="auto">
          <a:xfrm>
            <a:off x="483979" y="2825692"/>
            <a:ext cx="17985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50" b="1" dirty="0">
                <a:solidFill>
                  <a:srgbClr val="FFFFFF"/>
                </a:solidFill>
                <a:latin typeface="Arial" charset="0"/>
                <a:ea typeface="ＭＳ Ｐゴシック"/>
              </a:rPr>
              <a:t>K8</a:t>
            </a:r>
          </a:p>
        </p:txBody>
      </p:sp>
      <p:sp>
        <p:nvSpPr>
          <p:cNvPr id="68" name="Oval 13"/>
          <p:cNvSpPr>
            <a:spLocks noChangeArrowheads="1"/>
          </p:cNvSpPr>
          <p:nvPr>
            <p:custDataLst>
              <p:tags r:id="rId9"/>
            </p:custDataLst>
          </p:nvPr>
        </p:nvSpPr>
        <p:spPr bwMode="auto">
          <a:xfrm>
            <a:off x="483976" y="3161383"/>
            <a:ext cx="17985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50" b="1" dirty="0">
                <a:solidFill>
                  <a:srgbClr val="FFFFFF"/>
                </a:solidFill>
                <a:latin typeface="Arial" charset="0"/>
                <a:ea typeface="ＭＳ Ｐゴシック"/>
              </a:rPr>
              <a:t>K9</a:t>
            </a:r>
          </a:p>
        </p:txBody>
      </p:sp>
      <p:sp>
        <p:nvSpPr>
          <p:cNvPr id="47" name="Oval 13"/>
          <p:cNvSpPr>
            <a:spLocks noChangeArrowheads="1"/>
          </p:cNvSpPr>
          <p:nvPr>
            <p:custDataLst>
              <p:tags r:id="rId10"/>
            </p:custDataLst>
          </p:nvPr>
        </p:nvSpPr>
        <p:spPr bwMode="auto">
          <a:xfrm>
            <a:off x="488264" y="3455881"/>
            <a:ext cx="17985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00" b="1" dirty="0">
                <a:solidFill>
                  <a:srgbClr val="FFFFFF"/>
                </a:solidFill>
                <a:latin typeface="Arial" charset="0"/>
                <a:ea typeface="ＭＳ Ｐゴシック"/>
              </a:rPr>
              <a:t>K10</a:t>
            </a:r>
          </a:p>
        </p:txBody>
      </p:sp>
      <p:sp>
        <p:nvSpPr>
          <p:cNvPr id="17" name="Rectangle 16"/>
          <p:cNvSpPr/>
          <p:nvPr/>
        </p:nvSpPr>
        <p:spPr>
          <a:xfrm>
            <a:off x="642016" y="698717"/>
            <a:ext cx="5288627" cy="215444"/>
          </a:xfrm>
          <a:prstGeom prst="rect">
            <a:avLst/>
          </a:prstGeom>
        </p:spPr>
        <p:txBody>
          <a:bodyPr wrap="none">
            <a:spAutoFit/>
          </a:bodyPr>
          <a:lstStyle/>
          <a:p>
            <a:pPr fontAlgn="ctr"/>
            <a:r>
              <a:rPr lang="en-US" sz="800" dirty="0">
                <a:latin typeface="Calibri" panose="020F0502020204030204" pitchFamily="34" charset="0"/>
              </a:rPr>
              <a:t>Suppliers to be contacted to reinforce the right method to send the invoices (to scanning center, </a:t>
            </a:r>
            <a:r>
              <a:rPr lang="en-US" sz="800" dirty="0" err="1">
                <a:latin typeface="Calibri" panose="020F0502020204030204" pitchFamily="34" charset="0"/>
              </a:rPr>
              <a:t>Coupa</a:t>
            </a:r>
            <a:r>
              <a:rPr lang="en-US" sz="800" dirty="0">
                <a:latin typeface="Calibri" panose="020F0502020204030204" pitchFamily="34" charset="0"/>
              </a:rPr>
              <a:t> or to the business)</a:t>
            </a:r>
          </a:p>
        </p:txBody>
      </p:sp>
      <p:sp>
        <p:nvSpPr>
          <p:cNvPr id="18" name="Rectangle 17"/>
          <p:cNvSpPr/>
          <p:nvPr/>
        </p:nvSpPr>
        <p:spPr>
          <a:xfrm>
            <a:off x="648215" y="939805"/>
            <a:ext cx="6096000" cy="338554"/>
          </a:xfrm>
          <a:prstGeom prst="rect">
            <a:avLst/>
          </a:prstGeom>
        </p:spPr>
        <p:txBody>
          <a:bodyPr>
            <a:spAutoFit/>
          </a:bodyPr>
          <a:lstStyle/>
          <a:p>
            <a:pPr fontAlgn="ctr"/>
            <a:r>
              <a:rPr lang="en-US" sz="800" dirty="0">
                <a:latin typeface="Calibri" panose="020F0502020204030204" pitchFamily="34" charset="0"/>
              </a:rPr>
              <a:t>Training sessions for the top 10 suppliers who made the most common mistakes to reinforce the need to add the right data to </a:t>
            </a:r>
            <a:r>
              <a:rPr lang="en-US" sz="800" dirty="0" err="1">
                <a:latin typeface="Calibri" panose="020F0502020204030204" pitchFamily="34" charset="0"/>
              </a:rPr>
              <a:t>Coupa</a:t>
            </a:r>
            <a:r>
              <a:rPr lang="en-US" sz="800" dirty="0">
                <a:latin typeface="Calibri" panose="020F0502020204030204" pitchFamily="34" charset="0"/>
              </a:rPr>
              <a:t>, as well as for the AP team </a:t>
            </a:r>
          </a:p>
        </p:txBody>
      </p:sp>
      <p:sp>
        <p:nvSpPr>
          <p:cNvPr id="19" name="Rectangle 18"/>
          <p:cNvSpPr/>
          <p:nvPr/>
        </p:nvSpPr>
        <p:spPr>
          <a:xfrm>
            <a:off x="650284" y="1306634"/>
            <a:ext cx="5444119" cy="215444"/>
          </a:xfrm>
          <a:prstGeom prst="rect">
            <a:avLst/>
          </a:prstGeom>
        </p:spPr>
        <p:txBody>
          <a:bodyPr wrap="none">
            <a:spAutoFit/>
          </a:bodyPr>
          <a:lstStyle/>
          <a:p>
            <a:pPr fontAlgn="ctr"/>
            <a:r>
              <a:rPr lang="en-US" sz="800" dirty="0">
                <a:latin typeface="Calibri" panose="020F0502020204030204" pitchFamily="34" charset="0"/>
              </a:rPr>
              <a:t>Identifying top suppliers who use more than one channel to process the invoice and reinforce the importance of using just one</a:t>
            </a:r>
          </a:p>
        </p:txBody>
      </p:sp>
      <p:sp>
        <p:nvSpPr>
          <p:cNvPr id="20" name="Rectangle 19"/>
          <p:cNvSpPr/>
          <p:nvPr/>
        </p:nvSpPr>
        <p:spPr>
          <a:xfrm>
            <a:off x="629263" y="1541380"/>
            <a:ext cx="6096000" cy="338554"/>
          </a:xfrm>
          <a:prstGeom prst="rect">
            <a:avLst/>
          </a:prstGeom>
        </p:spPr>
        <p:txBody>
          <a:bodyPr>
            <a:spAutoFit/>
          </a:bodyPr>
          <a:lstStyle/>
          <a:p>
            <a:pPr fontAlgn="ctr"/>
            <a:r>
              <a:rPr lang="en-US" sz="800" dirty="0">
                <a:latin typeface="Calibri" panose="020F0502020204030204" pitchFamily="34" charset="0"/>
              </a:rPr>
              <a:t>A list of top 20 suppliers for whom invoices were paid late because they are sent late and individual analysis of each supplier; suppliers to be contacted to reinforce the message</a:t>
            </a:r>
          </a:p>
        </p:txBody>
      </p:sp>
      <p:sp>
        <p:nvSpPr>
          <p:cNvPr id="21" name="Rectangle 20"/>
          <p:cNvSpPr/>
          <p:nvPr/>
        </p:nvSpPr>
        <p:spPr>
          <a:xfrm>
            <a:off x="642016" y="1907530"/>
            <a:ext cx="4411785" cy="215444"/>
          </a:xfrm>
          <a:prstGeom prst="rect">
            <a:avLst/>
          </a:prstGeom>
        </p:spPr>
        <p:txBody>
          <a:bodyPr wrap="none">
            <a:spAutoFit/>
          </a:bodyPr>
          <a:lstStyle/>
          <a:p>
            <a:pPr fontAlgn="ctr"/>
            <a:r>
              <a:rPr lang="en-US" sz="800" dirty="0">
                <a:latin typeface="Calibri" panose="020F0502020204030204" pitchFamily="34" charset="0"/>
              </a:rPr>
              <a:t>A list of top requesters that manage the invoices as non-</a:t>
            </a:r>
            <a:r>
              <a:rPr lang="en-US" sz="800" dirty="0" err="1">
                <a:latin typeface="Calibri" panose="020F0502020204030204" pitchFamily="34" charset="0"/>
              </a:rPr>
              <a:t>po</a:t>
            </a:r>
            <a:r>
              <a:rPr lang="en-US" sz="800" dirty="0">
                <a:latin typeface="Calibri" panose="020F0502020204030204" pitchFamily="34" charset="0"/>
              </a:rPr>
              <a:t>, to be contacted to reinforce the message</a:t>
            </a:r>
          </a:p>
        </p:txBody>
      </p:sp>
      <p:sp>
        <p:nvSpPr>
          <p:cNvPr id="22" name="Rectangle 21"/>
          <p:cNvSpPr/>
          <p:nvPr/>
        </p:nvSpPr>
        <p:spPr>
          <a:xfrm>
            <a:off x="650284" y="2138806"/>
            <a:ext cx="4815742" cy="215444"/>
          </a:xfrm>
          <a:prstGeom prst="rect">
            <a:avLst/>
          </a:prstGeom>
        </p:spPr>
        <p:txBody>
          <a:bodyPr wrap="none">
            <a:spAutoFit/>
          </a:bodyPr>
          <a:lstStyle/>
          <a:p>
            <a:pPr fontAlgn="ctr"/>
            <a:r>
              <a:rPr lang="en-US" sz="800" dirty="0">
                <a:latin typeface="Calibri" panose="020F0502020204030204" pitchFamily="34" charset="0"/>
              </a:rPr>
              <a:t>A list of top requesters who apply this procedure of retrospective PO, to be contacted to reinforce the message</a:t>
            </a:r>
          </a:p>
        </p:txBody>
      </p:sp>
      <p:sp>
        <p:nvSpPr>
          <p:cNvPr id="25" name="Rectangle 24"/>
          <p:cNvSpPr/>
          <p:nvPr/>
        </p:nvSpPr>
        <p:spPr>
          <a:xfrm>
            <a:off x="642016" y="2453670"/>
            <a:ext cx="1568058" cy="215444"/>
          </a:xfrm>
          <a:prstGeom prst="rect">
            <a:avLst/>
          </a:prstGeom>
        </p:spPr>
        <p:txBody>
          <a:bodyPr wrap="none">
            <a:spAutoFit/>
          </a:bodyPr>
          <a:lstStyle/>
          <a:p>
            <a:pPr fontAlgn="ctr"/>
            <a:r>
              <a:rPr lang="en-US" sz="800" dirty="0">
                <a:latin typeface="Calibri" panose="020F0502020204030204" pitchFamily="34" charset="0"/>
              </a:rPr>
              <a:t>Refresher sessions with the team</a:t>
            </a:r>
          </a:p>
        </p:txBody>
      </p:sp>
      <p:sp>
        <p:nvSpPr>
          <p:cNvPr id="26" name="Rectangle 25"/>
          <p:cNvSpPr/>
          <p:nvPr/>
        </p:nvSpPr>
        <p:spPr>
          <a:xfrm>
            <a:off x="642016" y="2779752"/>
            <a:ext cx="3280065" cy="215444"/>
          </a:xfrm>
          <a:prstGeom prst="rect">
            <a:avLst/>
          </a:prstGeom>
        </p:spPr>
        <p:txBody>
          <a:bodyPr wrap="none">
            <a:spAutoFit/>
          </a:bodyPr>
          <a:lstStyle/>
          <a:p>
            <a:pPr fontAlgn="ctr"/>
            <a:r>
              <a:rPr lang="en-US" sz="800" dirty="0">
                <a:latin typeface="Calibri" panose="020F0502020204030204" pitchFamily="34" charset="0"/>
              </a:rPr>
              <a:t>A list of top most common type of mistakes; training sessions for the team</a:t>
            </a:r>
          </a:p>
        </p:txBody>
      </p:sp>
      <p:sp>
        <p:nvSpPr>
          <p:cNvPr id="27" name="Rectangle 26"/>
          <p:cNvSpPr/>
          <p:nvPr/>
        </p:nvSpPr>
        <p:spPr>
          <a:xfrm>
            <a:off x="642016" y="3137618"/>
            <a:ext cx="5339923" cy="215444"/>
          </a:xfrm>
          <a:prstGeom prst="rect">
            <a:avLst/>
          </a:prstGeom>
        </p:spPr>
        <p:txBody>
          <a:bodyPr wrap="none">
            <a:spAutoFit/>
          </a:bodyPr>
          <a:lstStyle/>
          <a:p>
            <a:pPr fontAlgn="ctr"/>
            <a:r>
              <a:rPr lang="en-US" sz="800" dirty="0">
                <a:latin typeface="Calibri" panose="020F0502020204030204" pitchFamily="34" charset="0"/>
              </a:rPr>
              <a:t>Manual tracker to identify the users that do not know the approval process. Users to be contacted to reinforce the message</a:t>
            </a:r>
          </a:p>
        </p:txBody>
      </p:sp>
      <p:sp>
        <p:nvSpPr>
          <p:cNvPr id="28" name="Rectangle 27"/>
          <p:cNvSpPr/>
          <p:nvPr/>
        </p:nvSpPr>
        <p:spPr>
          <a:xfrm>
            <a:off x="650284" y="3421519"/>
            <a:ext cx="3281668" cy="215444"/>
          </a:xfrm>
          <a:prstGeom prst="rect">
            <a:avLst/>
          </a:prstGeom>
        </p:spPr>
        <p:txBody>
          <a:bodyPr wrap="none">
            <a:spAutoFit/>
          </a:bodyPr>
          <a:lstStyle/>
          <a:p>
            <a:pPr fontAlgn="ctr"/>
            <a:r>
              <a:rPr lang="en-US" sz="800" dirty="0">
                <a:latin typeface="Calibri" panose="020F0502020204030204" pitchFamily="34" charset="0"/>
              </a:rPr>
              <a:t>Users to be contacted to inform the correct procedure for vendor creation</a:t>
            </a:r>
          </a:p>
        </p:txBody>
      </p:sp>
      <p:sp>
        <p:nvSpPr>
          <p:cNvPr id="49" name="Rectangle 48"/>
          <p:cNvSpPr/>
          <p:nvPr/>
        </p:nvSpPr>
        <p:spPr>
          <a:xfrm>
            <a:off x="650284" y="3708011"/>
            <a:ext cx="6096000" cy="338554"/>
          </a:xfrm>
          <a:prstGeom prst="rect">
            <a:avLst/>
          </a:prstGeom>
        </p:spPr>
        <p:txBody>
          <a:bodyPr>
            <a:spAutoFit/>
          </a:bodyPr>
          <a:lstStyle/>
          <a:p>
            <a:pPr fontAlgn="ctr"/>
            <a:r>
              <a:rPr lang="en-US" sz="800" dirty="0">
                <a:latin typeface="Calibri" panose="020F0502020204030204" pitchFamily="34" charset="0"/>
              </a:rPr>
              <a:t>A list of top paid late invoice for which users are sending late the invoices. Users to be contacted to reinforce the need to send the invoices on time</a:t>
            </a:r>
          </a:p>
        </p:txBody>
      </p:sp>
      <p:sp>
        <p:nvSpPr>
          <p:cNvPr id="56" name="Oval 13"/>
          <p:cNvSpPr>
            <a:spLocks noChangeArrowheads="1"/>
          </p:cNvSpPr>
          <p:nvPr>
            <p:custDataLst>
              <p:tags r:id="rId11"/>
            </p:custDataLst>
          </p:nvPr>
        </p:nvSpPr>
        <p:spPr bwMode="auto">
          <a:xfrm>
            <a:off x="486225" y="3764698"/>
            <a:ext cx="17985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00" b="1" dirty="0">
                <a:solidFill>
                  <a:srgbClr val="FFFFFF"/>
                </a:solidFill>
                <a:latin typeface="Arial" charset="0"/>
                <a:ea typeface="ＭＳ Ｐゴシック"/>
              </a:rPr>
              <a:t>K11</a:t>
            </a:r>
          </a:p>
        </p:txBody>
      </p:sp>
      <p:sp>
        <p:nvSpPr>
          <p:cNvPr id="51" name="Rectangle 50"/>
          <p:cNvSpPr/>
          <p:nvPr/>
        </p:nvSpPr>
        <p:spPr>
          <a:xfrm>
            <a:off x="661061" y="4019841"/>
            <a:ext cx="4225837" cy="215444"/>
          </a:xfrm>
          <a:prstGeom prst="rect">
            <a:avLst/>
          </a:prstGeom>
        </p:spPr>
        <p:txBody>
          <a:bodyPr wrap="none">
            <a:spAutoFit/>
          </a:bodyPr>
          <a:lstStyle/>
          <a:p>
            <a:pPr fontAlgn="ctr"/>
            <a:r>
              <a:rPr lang="en-US" sz="800" dirty="0">
                <a:latin typeface="Calibri" panose="020F0502020204030204" pitchFamily="34" charset="0"/>
              </a:rPr>
              <a:t>Users to be contacted to reinforce the need to communicate the correct PO/BPO to the suppliers</a:t>
            </a:r>
          </a:p>
        </p:txBody>
      </p:sp>
      <p:sp>
        <p:nvSpPr>
          <p:cNvPr id="58" name="Oval 13"/>
          <p:cNvSpPr>
            <a:spLocks noChangeArrowheads="1"/>
          </p:cNvSpPr>
          <p:nvPr>
            <p:custDataLst>
              <p:tags r:id="rId12"/>
            </p:custDataLst>
          </p:nvPr>
        </p:nvSpPr>
        <p:spPr bwMode="auto">
          <a:xfrm>
            <a:off x="483976" y="4053115"/>
            <a:ext cx="17985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00" b="1" dirty="0">
                <a:solidFill>
                  <a:srgbClr val="FFFFFF"/>
                </a:solidFill>
                <a:latin typeface="Arial" charset="0"/>
                <a:ea typeface="ＭＳ Ｐゴシック"/>
              </a:rPr>
              <a:t>K12</a:t>
            </a:r>
          </a:p>
        </p:txBody>
      </p:sp>
      <p:sp>
        <p:nvSpPr>
          <p:cNvPr id="52" name="Rectangle 51"/>
          <p:cNvSpPr/>
          <p:nvPr/>
        </p:nvSpPr>
        <p:spPr>
          <a:xfrm>
            <a:off x="657543" y="4305155"/>
            <a:ext cx="6096000" cy="215444"/>
          </a:xfrm>
          <a:prstGeom prst="rect">
            <a:avLst/>
          </a:prstGeom>
        </p:spPr>
        <p:txBody>
          <a:bodyPr>
            <a:spAutoFit/>
          </a:bodyPr>
          <a:lstStyle/>
          <a:p>
            <a:pPr fontAlgn="ctr"/>
            <a:r>
              <a:rPr lang="en-US" sz="800" dirty="0">
                <a:latin typeface="Calibri" panose="020F0502020204030204" pitchFamily="34" charset="0"/>
              </a:rPr>
              <a:t>Early payments</a:t>
            </a:r>
          </a:p>
        </p:txBody>
      </p:sp>
      <p:sp>
        <p:nvSpPr>
          <p:cNvPr id="61" name="Oval 13"/>
          <p:cNvSpPr>
            <a:spLocks noChangeArrowheads="1"/>
          </p:cNvSpPr>
          <p:nvPr>
            <p:custDataLst>
              <p:tags r:id="rId13"/>
            </p:custDataLst>
          </p:nvPr>
        </p:nvSpPr>
        <p:spPr bwMode="auto">
          <a:xfrm>
            <a:off x="472370" y="4353864"/>
            <a:ext cx="17985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00" b="1" dirty="0">
                <a:solidFill>
                  <a:srgbClr val="FFFFFF"/>
                </a:solidFill>
                <a:latin typeface="Arial" charset="0"/>
                <a:ea typeface="ＭＳ Ｐゴシック"/>
              </a:rPr>
              <a:t>K13</a:t>
            </a:r>
          </a:p>
        </p:txBody>
      </p:sp>
      <p:sp>
        <p:nvSpPr>
          <p:cNvPr id="63" name="Oval 13"/>
          <p:cNvSpPr>
            <a:spLocks noChangeArrowheads="1"/>
          </p:cNvSpPr>
          <p:nvPr>
            <p:custDataLst>
              <p:tags r:id="rId14"/>
            </p:custDataLst>
          </p:nvPr>
        </p:nvSpPr>
        <p:spPr bwMode="auto">
          <a:xfrm>
            <a:off x="467410" y="4647821"/>
            <a:ext cx="17985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00" b="1" dirty="0">
                <a:solidFill>
                  <a:srgbClr val="FFFFFF"/>
                </a:solidFill>
                <a:latin typeface="Arial" charset="0"/>
                <a:ea typeface="ＭＳ Ｐゴシック"/>
              </a:rPr>
              <a:t>K14</a:t>
            </a:r>
          </a:p>
        </p:txBody>
      </p:sp>
      <p:sp>
        <p:nvSpPr>
          <p:cNvPr id="64" name="Oval 13"/>
          <p:cNvSpPr>
            <a:spLocks noChangeArrowheads="1"/>
          </p:cNvSpPr>
          <p:nvPr>
            <p:custDataLst>
              <p:tags r:id="rId15"/>
            </p:custDataLst>
          </p:nvPr>
        </p:nvSpPr>
        <p:spPr bwMode="auto">
          <a:xfrm>
            <a:off x="9049309" y="2864317"/>
            <a:ext cx="16726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50" b="1" dirty="0">
                <a:solidFill>
                  <a:srgbClr val="FFFFFF"/>
                </a:solidFill>
                <a:latin typeface="Arial" charset="0"/>
                <a:ea typeface="ＭＳ Ｐゴシック"/>
              </a:rPr>
              <a:t>K1</a:t>
            </a:r>
          </a:p>
        </p:txBody>
      </p:sp>
      <p:sp>
        <p:nvSpPr>
          <p:cNvPr id="55" name="Rectangle 54"/>
          <p:cNvSpPr/>
          <p:nvPr/>
        </p:nvSpPr>
        <p:spPr>
          <a:xfrm>
            <a:off x="629263" y="4634024"/>
            <a:ext cx="2185214" cy="215444"/>
          </a:xfrm>
          <a:prstGeom prst="rect">
            <a:avLst/>
          </a:prstGeom>
        </p:spPr>
        <p:txBody>
          <a:bodyPr wrap="none">
            <a:spAutoFit/>
          </a:bodyPr>
          <a:lstStyle/>
          <a:p>
            <a:pPr fontAlgn="ctr"/>
            <a:r>
              <a:rPr lang="en-US" sz="800" dirty="0">
                <a:latin typeface="Calibri" panose="020F0502020204030204" pitchFamily="34" charset="0"/>
              </a:rPr>
              <a:t>Follow-ups for all the invoices pending approval</a:t>
            </a:r>
          </a:p>
        </p:txBody>
      </p:sp>
      <p:sp>
        <p:nvSpPr>
          <p:cNvPr id="67" name="Oval 13"/>
          <p:cNvSpPr>
            <a:spLocks noChangeArrowheads="1"/>
          </p:cNvSpPr>
          <p:nvPr>
            <p:custDataLst>
              <p:tags r:id="rId16"/>
            </p:custDataLst>
          </p:nvPr>
        </p:nvSpPr>
        <p:spPr bwMode="auto">
          <a:xfrm>
            <a:off x="472370" y="4936813"/>
            <a:ext cx="17985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00" b="1" dirty="0">
                <a:solidFill>
                  <a:srgbClr val="FFFFFF"/>
                </a:solidFill>
                <a:latin typeface="Arial" charset="0"/>
                <a:ea typeface="ＭＳ Ｐゴシック"/>
              </a:rPr>
              <a:t>K15</a:t>
            </a:r>
          </a:p>
        </p:txBody>
      </p:sp>
      <p:sp>
        <p:nvSpPr>
          <p:cNvPr id="57" name="Rectangle 56"/>
          <p:cNvSpPr/>
          <p:nvPr/>
        </p:nvSpPr>
        <p:spPr>
          <a:xfrm>
            <a:off x="645077" y="4919901"/>
            <a:ext cx="2064989" cy="215444"/>
          </a:xfrm>
          <a:prstGeom prst="rect">
            <a:avLst/>
          </a:prstGeom>
        </p:spPr>
        <p:txBody>
          <a:bodyPr wrap="none">
            <a:spAutoFit/>
          </a:bodyPr>
          <a:lstStyle/>
          <a:p>
            <a:pPr fontAlgn="ctr"/>
            <a:r>
              <a:rPr lang="en-US" sz="800" dirty="0">
                <a:latin typeface="Calibri" panose="020F0502020204030204" pitchFamily="34" charset="0"/>
              </a:rPr>
              <a:t>Standardization of procedures, SOPs updates</a:t>
            </a:r>
          </a:p>
        </p:txBody>
      </p:sp>
      <p:sp>
        <p:nvSpPr>
          <p:cNvPr id="70" name="Oval 13"/>
          <p:cNvSpPr>
            <a:spLocks noChangeArrowheads="1"/>
          </p:cNvSpPr>
          <p:nvPr>
            <p:custDataLst>
              <p:tags r:id="rId17"/>
            </p:custDataLst>
          </p:nvPr>
        </p:nvSpPr>
        <p:spPr bwMode="auto">
          <a:xfrm>
            <a:off x="465221" y="5245596"/>
            <a:ext cx="17985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00" b="1" dirty="0">
                <a:solidFill>
                  <a:srgbClr val="FFFFFF"/>
                </a:solidFill>
                <a:latin typeface="Arial" charset="0"/>
                <a:ea typeface="ＭＳ Ｐゴシック"/>
              </a:rPr>
              <a:t>K16</a:t>
            </a:r>
          </a:p>
        </p:txBody>
      </p:sp>
      <p:sp>
        <p:nvSpPr>
          <p:cNvPr id="71" name="Rectangle 70"/>
          <p:cNvSpPr/>
          <p:nvPr/>
        </p:nvSpPr>
        <p:spPr>
          <a:xfrm>
            <a:off x="629263" y="5226530"/>
            <a:ext cx="1901483" cy="215444"/>
          </a:xfrm>
          <a:prstGeom prst="rect">
            <a:avLst/>
          </a:prstGeom>
        </p:spPr>
        <p:txBody>
          <a:bodyPr wrap="none">
            <a:spAutoFit/>
          </a:bodyPr>
          <a:lstStyle/>
          <a:p>
            <a:pPr fontAlgn="ctr"/>
            <a:r>
              <a:rPr lang="en-US" sz="800" dirty="0">
                <a:latin typeface="Calibri" panose="020F0502020204030204" pitchFamily="34" charset="0"/>
              </a:rPr>
              <a:t>Auto reply from OCR with the set of rules</a:t>
            </a:r>
          </a:p>
        </p:txBody>
      </p:sp>
      <p:sp>
        <p:nvSpPr>
          <p:cNvPr id="74" name="Oval 13"/>
          <p:cNvSpPr>
            <a:spLocks noChangeArrowheads="1"/>
          </p:cNvSpPr>
          <p:nvPr>
            <p:custDataLst>
              <p:tags r:id="rId18"/>
            </p:custDataLst>
          </p:nvPr>
        </p:nvSpPr>
        <p:spPr bwMode="auto">
          <a:xfrm>
            <a:off x="466248" y="5505942"/>
            <a:ext cx="17985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00" b="1" dirty="0">
                <a:solidFill>
                  <a:srgbClr val="FFFFFF"/>
                </a:solidFill>
                <a:latin typeface="Arial" charset="0"/>
                <a:ea typeface="ＭＳ Ｐゴシック"/>
              </a:rPr>
              <a:t>K17</a:t>
            </a:r>
          </a:p>
        </p:txBody>
      </p:sp>
      <p:sp>
        <p:nvSpPr>
          <p:cNvPr id="78" name="Oval 13"/>
          <p:cNvSpPr>
            <a:spLocks noChangeArrowheads="1"/>
          </p:cNvSpPr>
          <p:nvPr>
            <p:custDataLst>
              <p:tags r:id="rId19"/>
            </p:custDataLst>
          </p:nvPr>
        </p:nvSpPr>
        <p:spPr bwMode="auto">
          <a:xfrm>
            <a:off x="9049309" y="3107678"/>
            <a:ext cx="17985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50" b="1" dirty="0">
                <a:solidFill>
                  <a:srgbClr val="FFFFFF"/>
                </a:solidFill>
                <a:latin typeface="Arial" charset="0"/>
                <a:ea typeface="ＭＳ Ｐゴシック"/>
              </a:rPr>
              <a:t>K2</a:t>
            </a:r>
          </a:p>
        </p:txBody>
      </p:sp>
      <p:sp>
        <p:nvSpPr>
          <p:cNvPr id="79" name="Oval 13"/>
          <p:cNvSpPr>
            <a:spLocks noChangeArrowheads="1"/>
          </p:cNvSpPr>
          <p:nvPr>
            <p:custDataLst>
              <p:tags r:id="rId20"/>
            </p:custDataLst>
          </p:nvPr>
        </p:nvSpPr>
        <p:spPr bwMode="auto">
          <a:xfrm>
            <a:off x="9019609" y="3748780"/>
            <a:ext cx="17985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50" b="1" dirty="0">
                <a:solidFill>
                  <a:srgbClr val="FFFFFF"/>
                </a:solidFill>
                <a:latin typeface="Arial" charset="0"/>
                <a:ea typeface="ＭＳ Ｐゴシック"/>
              </a:rPr>
              <a:t>K3</a:t>
            </a:r>
          </a:p>
        </p:txBody>
      </p:sp>
      <p:sp>
        <p:nvSpPr>
          <p:cNvPr id="80" name="Oval 13"/>
          <p:cNvSpPr>
            <a:spLocks noChangeArrowheads="1"/>
          </p:cNvSpPr>
          <p:nvPr>
            <p:custDataLst>
              <p:tags r:id="rId21"/>
            </p:custDataLst>
          </p:nvPr>
        </p:nvSpPr>
        <p:spPr bwMode="auto">
          <a:xfrm>
            <a:off x="9041667" y="2510838"/>
            <a:ext cx="16726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50" b="1" dirty="0">
                <a:solidFill>
                  <a:srgbClr val="FFFFFF"/>
                </a:solidFill>
                <a:latin typeface="Arial" charset="0"/>
                <a:ea typeface="ＭＳ Ｐゴシック"/>
              </a:rPr>
              <a:t>K4</a:t>
            </a:r>
          </a:p>
        </p:txBody>
      </p:sp>
      <p:sp>
        <p:nvSpPr>
          <p:cNvPr id="81" name="Oval 13"/>
          <p:cNvSpPr>
            <a:spLocks noChangeArrowheads="1"/>
          </p:cNvSpPr>
          <p:nvPr>
            <p:custDataLst>
              <p:tags r:id="rId22"/>
            </p:custDataLst>
          </p:nvPr>
        </p:nvSpPr>
        <p:spPr bwMode="auto">
          <a:xfrm>
            <a:off x="10297223" y="2774020"/>
            <a:ext cx="17985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50" b="1" dirty="0">
                <a:solidFill>
                  <a:srgbClr val="FFFFFF"/>
                </a:solidFill>
                <a:latin typeface="Arial" charset="0"/>
                <a:ea typeface="ＭＳ Ｐゴシック"/>
              </a:rPr>
              <a:t>K5</a:t>
            </a:r>
          </a:p>
        </p:txBody>
      </p:sp>
      <p:sp>
        <p:nvSpPr>
          <p:cNvPr id="82" name="Oval 13"/>
          <p:cNvSpPr>
            <a:spLocks noChangeArrowheads="1"/>
          </p:cNvSpPr>
          <p:nvPr>
            <p:custDataLst>
              <p:tags r:id="rId23"/>
            </p:custDataLst>
          </p:nvPr>
        </p:nvSpPr>
        <p:spPr bwMode="auto">
          <a:xfrm>
            <a:off x="9119005" y="3957720"/>
            <a:ext cx="17985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50" b="1" dirty="0">
                <a:solidFill>
                  <a:srgbClr val="FFFFFF"/>
                </a:solidFill>
                <a:latin typeface="Arial" charset="0"/>
                <a:ea typeface="ＭＳ Ｐゴシック"/>
              </a:rPr>
              <a:t>K6</a:t>
            </a:r>
          </a:p>
        </p:txBody>
      </p:sp>
      <p:sp>
        <p:nvSpPr>
          <p:cNvPr id="83" name="Oval 13"/>
          <p:cNvSpPr>
            <a:spLocks noChangeArrowheads="1"/>
          </p:cNvSpPr>
          <p:nvPr>
            <p:custDataLst>
              <p:tags r:id="rId24"/>
            </p:custDataLst>
          </p:nvPr>
        </p:nvSpPr>
        <p:spPr bwMode="auto">
          <a:xfrm>
            <a:off x="10500820" y="2535630"/>
            <a:ext cx="16726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50" b="1" dirty="0">
                <a:solidFill>
                  <a:srgbClr val="FFFFFF"/>
                </a:solidFill>
                <a:latin typeface="Arial" charset="0"/>
                <a:ea typeface="ＭＳ Ｐゴシック"/>
              </a:rPr>
              <a:t>K7</a:t>
            </a:r>
          </a:p>
        </p:txBody>
      </p:sp>
      <p:sp>
        <p:nvSpPr>
          <p:cNvPr id="84" name="Oval 13"/>
          <p:cNvSpPr>
            <a:spLocks noChangeArrowheads="1"/>
          </p:cNvSpPr>
          <p:nvPr>
            <p:custDataLst>
              <p:tags r:id="rId25"/>
            </p:custDataLst>
          </p:nvPr>
        </p:nvSpPr>
        <p:spPr bwMode="auto">
          <a:xfrm>
            <a:off x="9791727" y="2535631"/>
            <a:ext cx="17985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50" b="1" dirty="0">
                <a:solidFill>
                  <a:srgbClr val="FFFFFF"/>
                </a:solidFill>
                <a:latin typeface="Arial" charset="0"/>
                <a:ea typeface="ＭＳ Ｐゴシック"/>
              </a:rPr>
              <a:t>K8</a:t>
            </a:r>
          </a:p>
        </p:txBody>
      </p:sp>
      <p:sp>
        <p:nvSpPr>
          <p:cNvPr id="85" name="Oval 13"/>
          <p:cNvSpPr>
            <a:spLocks noChangeArrowheads="1"/>
          </p:cNvSpPr>
          <p:nvPr>
            <p:custDataLst>
              <p:tags r:id="rId26"/>
            </p:custDataLst>
          </p:nvPr>
        </p:nvSpPr>
        <p:spPr bwMode="auto">
          <a:xfrm>
            <a:off x="8732378" y="2567350"/>
            <a:ext cx="17985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50" b="1" dirty="0">
                <a:solidFill>
                  <a:srgbClr val="FFFFFF"/>
                </a:solidFill>
                <a:latin typeface="Arial" charset="0"/>
                <a:ea typeface="ＭＳ Ｐゴシック"/>
              </a:rPr>
              <a:t>K9</a:t>
            </a:r>
          </a:p>
        </p:txBody>
      </p:sp>
      <p:sp>
        <p:nvSpPr>
          <p:cNvPr id="86" name="Oval 13"/>
          <p:cNvSpPr>
            <a:spLocks noChangeArrowheads="1"/>
          </p:cNvSpPr>
          <p:nvPr>
            <p:custDataLst>
              <p:tags r:id="rId27"/>
            </p:custDataLst>
          </p:nvPr>
        </p:nvSpPr>
        <p:spPr bwMode="auto">
          <a:xfrm>
            <a:off x="9316063" y="3111078"/>
            <a:ext cx="17985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00" b="1" dirty="0">
                <a:solidFill>
                  <a:srgbClr val="FFFFFF"/>
                </a:solidFill>
                <a:latin typeface="Arial" charset="0"/>
                <a:ea typeface="ＭＳ Ｐゴシック"/>
              </a:rPr>
              <a:t>K10</a:t>
            </a:r>
          </a:p>
        </p:txBody>
      </p:sp>
      <p:sp>
        <p:nvSpPr>
          <p:cNvPr id="87" name="Oval 13"/>
          <p:cNvSpPr>
            <a:spLocks noChangeArrowheads="1"/>
          </p:cNvSpPr>
          <p:nvPr>
            <p:custDataLst>
              <p:tags r:id="rId28"/>
            </p:custDataLst>
          </p:nvPr>
        </p:nvSpPr>
        <p:spPr bwMode="auto">
          <a:xfrm>
            <a:off x="9418870" y="2792225"/>
            <a:ext cx="17985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00" b="1" dirty="0">
                <a:solidFill>
                  <a:srgbClr val="FFFFFF"/>
                </a:solidFill>
                <a:latin typeface="Arial" charset="0"/>
                <a:ea typeface="ＭＳ Ｐゴシック"/>
              </a:rPr>
              <a:t>K11</a:t>
            </a:r>
          </a:p>
        </p:txBody>
      </p:sp>
      <p:sp>
        <p:nvSpPr>
          <p:cNvPr id="88" name="Oval 13"/>
          <p:cNvSpPr>
            <a:spLocks noChangeArrowheads="1"/>
          </p:cNvSpPr>
          <p:nvPr>
            <p:custDataLst>
              <p:tags r:id="rId29"/>
            </p:custDataLst>
          </p:nvPr>
        </p:nvSpPr>
        <p:spPr bwMode="auto">
          <a:xfrm>
            <a:off x="8726772" y="2840224"/>
            <a:ext cx="17985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00" b="1" dirty="0">
                <a:solidFill>
                  <a:srgbClr val="FFFFFF"/>
                </a:solidFill>
                <a:latin typeface="Arial" charset="0"/>
                <a:ea typeface="ＭＳ Ｐゴシック"/>
              </a:rPr>
              <a:t>K12</a:t>
            </a:r>
          </a:p>
        </p:txBody>
      </p:sp>
      <p:sp>
        <p:nvSpPr>
          <p:cNvPr id="89" name="Oval 13"/>
          <p:cNvSpPr>
            <a:spLocks noChangeArrowheads="1"/>
          </p:cNvSpPr>
          <p:nvPr>
            <p:custDataLst>
              <p:tags r:id="rId30"/>
            </p:custDataLst>
          </p:nvPr>
        </p:nvSpPr>
        <p:spPr bwMode="auto">
          <a:xfrm>
            <a:off x="10293634" y="2528222"/>
            <a:ext cx="17985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00" b="1" dirty="0">
                <a:solidFill>
                  <a:srgbClr val="FFFFFF"/>
                </a:solidFill>
                <a:latin typeface="Arial" charset="0"/>
                <a:ea typeface="ＭＳ Ｐゴシック"/>
              </a:rPr>
              <a:t>K13</a:t>
            </a:r>
          </a:p>
        </p:txBody>
      </p:sp>
      <p:sp>
        <p:nvSpPr>
          <p:cNvPr id="92" name="Oval 13"/>
          <p:cNvSpPr>
            <a:spLocks noChangeArrowheads="1"/>
          </p:cNvSpPr>
          <p:nvPr>
            <p:custDataLst>
              <p:tags r:id="rId31"/>
            </p:custDataLst>
          </p:nvPr>
        </p:nvSpPr>
        <p:spPr bwMode="auto">
          <a:xfrm>
            <a:off x="9283511" y="2500886"/>
            <a:ext cx="17985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00" b="1" dirty="0">
                <a:solidFill>
                  <a:srgbClr val="FFFFFF"/>
                </a:solidFill>
                <a:latin typeface="Arial" charset="0"/>
                <a:ea typeface="ＭＳ Ｐゴシック"/>
              </a:rPr>
              <a:t>K14</a:t>
            </a:r>
          </a:p>
        </p:txBody>
      </p:sp>
      <p:sp>
        <p:nvSpPr>
          <p:cNvPr id="94" name="Oval 13"/>
          <p:cNvSpPr>
            <a:spLocks noChangeArrowheads="1"/>
          </p:cNvSpPr>
          <p:nvPr>
            <p:custDataLst>
              <p:tags r:id="rId32"/>
            </p:custDataLst>
          </p:nvPr>
        </p:nvSpPr>
        <p:spPr bwMode="auto">
          <a:xfrm>
            <a:off x="8516991" y="2567349"/>
            <a:ext cx="17985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00" b="1" dirty="0">
                <a:solidFill>
                  <a:srgbClr val="FFFFFF"/>
                </a:solidFill>
                <a:latin typeface="Arial" charset="0"/>
                <a:ea typeface="ＭＳ Ｐゴシック"/>
              </a:rPr>
              <a:t>K15</a:t>
            </a:r>
          </a:p>
        </p:txBody>
      </p:sp>
      <p:sp>
        <p:nvSpPr>
          <p:cNvPr id="96" name="Oval 13"/>
          <p:cNvSpPr>
            <a:spLocks noChangeArrowheads="1"/>
          </p:cNvSpPr>
          <p:nvPr>
            <p:custDataLst>
              <p:tags r:id="rId33"/>
            </p:custDataLst>
          </p:nvPr>
        </p:nvSpPr>
        <p:spPr bwMode="auto">
          <a:xfrm>
            <a:off x="9524735" y="2500886"/>
            <a:ext cx="17985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00" b="1" dirty="0">
                <a:solidFill>
                  <a:srgbClr val="FFFFFF"/>
                </a:solidFill>
                <a:latin typeface="Arial" charset="0"/>
                <a:ea typeface="ＭＳ Ｐゴシック"/>
              </a:rPr>
              <a:t>K16</a:t>
            </a:r>
          </a:p>
        </p:txBody>
      </p:sp>
      <p:sp>
        <p:nvSpPr>
          <p:cNvPr id="90" name="AutoShape 8"/>
          <p:cNvSpPr>
            <a:spLocks noChangeArrowheads="1"/>
          </p:cNvSpPr>
          <p:nvPr/>
        </p:nvSpPr>
        <p:spPr bwMode="auto">
          <a:xfrm>
            <a:off x="0" y="70773"/>
            <a:ext cx="1814732" cy="416569"/>
          </a:xfrm>
          <a:prstGeom prst="chevron">
            <a:avLst>
              <a:gd name="adj" fmla="val 40576"/>
            </a:avLst>
          </a:prstGeom>
          <a:solidFill>
            <a:srgbClr val="EB3846"/>
          </a:solidFill>
          <a:ln>
            <a:noFill/>
          </a:ln>
          <a:effectLst/>
        </p:spPr>
        <p:txBody>
          <a:bodyPr wrap="none" anchor="ctr"/>
          <a:lstStyle>
            <a:lvl1pPr defTabSz="973138" eaLnBrk="0" hangingPunct="0">
              <a:tabLst>
                <a:tab pos="1374775" algn="l"/>
              </a:tabLst>
              <a:defRPr sz="1200">
                <a:solidFill>
                  <a:schemeClr val="tx1"/>
                </a:solidFill>
                <a:latin typeface="Arial" charset="0"/>
                <a:ea typeface="ＭＳ Ｐゴシック" pitchFamily="34" charset="-128"/>
              </a:defRPr>
            </a:lvl1pPr>
            <a:lvl2pPr marL="742950" indent="-285750" defTabSz="973138" eaLnBrk="0" hangingPunct="0">
              <a:tabLst>
                <a:tab pos="1374775" algn="l"/>
              </a:tabLst>
              <a:defRPr sz="1200">
                <a:solidFill>
                  <a:schemeClr val="tx1"/>
                </a:solidFill>
                <a:latin typeface="Arial" charset="0"/>
                <a:ea typeface="ＭＳ Ｐゴシック" pitchFamily="34" charset="-128"/>
              </a:defRPr>
            </a:lvl2pPr>
            <a:lvl3pPr marL="1143000" indent="-228600" defTabSz="973138" eaLnBrk="0" hangingPunct="0">
              <a:tabLst>
                <a:tab pos="1374775" algn="l"/>
              </a:tabLst>
              <a:defRPr sz="1200">
                <a:solidFill>
                  <a:schemeClr val="tx1"/>
                </a:solidFill>
                <a:latin typeface="Arial" charset="0"/>
                <a:ea typeface="ＭＳ Ｐゴシック" pitchFamily="34" charset="-128"/>
              </a:defRPr>
            </a:lvl3pPr>
            <a:lvl4pPr marL="1600200" indent="-228600" defTabSz="973138" eaLnBrk="0" hangingPunct="0">
              <a:tabLst>
                <a:tab pos="1374775" algn="l"/>
              </a:tabLst>
              <a:defRPr sz="1200">
                <a:solidFill>
                  <a:schemeClr val="tx1"/>
                </a:solidFill>
                <a:latin typeface="Arial" charset="0"/>
                <a:ea typeface="ＭＳ Ｐゴシック" pitchFamily="34" charset="-128"/>
              </a:defRPr>
            </a:lvl4pPr>
            <a:lvl5pPr marL="2057400" indent="-228600" defTabSz="973138" eaLnBrk="0" hangingPunct="0">
              <a:tabLst>
                <a:tab pos="1374775" algn="l"/>
              </a:tabLst>
              <a:defRPr sz="1200">
                <a:solidFill>
                  <a:schemeClr val="tx1"/>
                </a:solidFill>
                <a:latin typeface="Arial" charset="0"/>
                <a:ea typeface="ＭＳ Ｐゴシック" pitchFamily="34" charset="-128"/>
              </a:defRPr>
            </a:lvl5pPr>
            <a:lvl6pPr marL="25146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6pPr>
            <a:lvl7pPr marL="29718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7pPr>
            <a:lvl8pPr marL="34290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8pPr>
            <a:lvl9pPr marL="38862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9pPr>
          </a:lstStyle>
          <a:p>
            <a:pPr eaLnBrk="1" hangingPunct="1">
              <a:buClr>
                <a:srgbClr val="905500"/>
              </a:buClr>
            </a:pPr>
            <a:r>
              <a:rPr lang="en-US" altLang="en-US" sz="1400" b="1" dirty="0">
                <a:solidFill>
                  <a:schemeClr val="bg1"/>
                </a:solidFill>
              </a:rPr>
              <a:t>Design</a:t>
            </a:r>
          </a:p>
        </p:txBody>
      </p:sp>
      <p:sp>
        <p:nvSpPr>
          <p:cNvPr id="100" name="Rectangle 99"/>
          <p:cNvSpPr/>
          <p:nvPr/>
        </p:nvSpPr>
        <p:spPr>
          <a:xfrm>
            <a:off x="648215" y="5500652"/>
            <a:ext cx="6096000" cy="215444"/>
          </a:xfrm>
          <a:prstGeom prst="rect">
            <a:avLst/>
          </a:prstGeom>
        </p:spPr>
        <p:txBody>
          <a:bodyPr>
            <a:spAutoFit/>
          </a:bodyPr>
          <a:lstStyle/>
          <a:p>
            <a:pPr fontAlgn="ctr"/>
            <a:r>
              <a:rPr lang="en-US" sz="800" dirty="0">
                <a:latin typeface="Calibri" panose="020F0502020204030204" pitchFamily="34" charset="0"/>
              </a:rPr>
              <a:t>Weekly QC for the posted documents</a:t>
            </a:r>
          </a:p>
        </p:txBody>
      </p:sp>
      <p:sp>
        <p:nvSpPr>
          <p:cNvPr id="101" name="Oval 13"/>
          <p:cNvSpPr>
            <a:spLocks noChangeArrowheads="1"/>
          </p:cNvSpPr>
          <p:nvPr>
            <p:custDataLst>
              <p:tags r:id="rId34"/>
            </p:custDataLst>
          </p:nvPr>
        </p:nvSpPr>
        <p:spPr bwMode="auto">
          <a:xfrm>
            <a:off x="10013424" y="2542172"/>
            <a:ext cx="17985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00" b="1" dirty="0">
                <a:solidFill>
                  <a:srgbClr val="FFFFFF"/>
                </a:solidFill>
                <a:latin typeface="Arial" charset="0"/>
                <a:ea typeface="ＭＳ Ｐゴシック"/>
              </a:rPr>
              <a:t>K17</a:t>
            </a:r>
          </a:p>
        </p:txBody>
      </p:sp>
      <p:sp>
        <p:nvSpPr>
          <p:cNvPr id="93" name="Oval 13"/>
          <p:cNvSpPr>
            <a:spLocks noChangeArrowheads="1"/>
          </p:cNvSpPr>
          <p:nvPr>
            <p:custDataLst>
              <p:tags r:id="rId35"/>
            </p:custDataLst>
          </p:nvPr>
        </p:nvSpPr>
        <p:spPr bwMode="auto">
          <a:xfrm>
            <a:off x="474270" y="5787876"/>
            <a:ext cx="17985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00" b="1" dirty="0">
                <a:solidFill>
                  <a:srgbClr val="FFFFFF"/>
                </a:solidFill>
                <a:latin typeface="Arial" charset="0"/>
                <a:ea typeface="ＭＳ Ｐゴシック"/>
              </a:rPr>
              <a:t>K18</a:t>
            </a:r>
          </a:p>
        </p:txBody>
      </p:sp>
      <p:sp>
        <p:nvSpPr>
          <p:cNvPr id="99" name="Rectangle 98"/>
          <p:cNvSpPr/>
          <p:nvPr/>
        </p:nvSpPr>
        <p:spPr>
          <a:xfrm>
            <a:off x="648215" y="5786529"/>
            <a:ext cx="6096000" cy="215444"/>
          </a:xfrm>
          <a:prstGeom prst="rect">
            <a:avLst/>
          </a:prstGeom>
        </p:spPr>
        <p:txBody>
          <a:bodyPr>
            <a:spAutoFit/>
          </a:bodyPr>
          <a:lstStyle/>
          <a:p>
            <a:pPr fontAlgn="ctr"/>
            <a:r>
              <a:rPr lang="en-US" sz="800" dirty="0">
                <a:latin typeface="Calibri" panose="020F0502020204030204" pitchFamily="34" charset="0"/>
              </a:rPr>
              <a:t>Macro for prioritization</a:t>
            </a:r>
          </a:p>
        </p:txBody>
      </p:sp>
      <p:sp>
        <p:nvSpPr>
          <p:cNvPr id="102" name="Oval 13"/>
          <p:cNvSpPr>
            <a:spLocks noChangeArrowheads="1"/>
          </p:cNvSpPr>
          <p:nvPr>
            <p:custDataLst>
              <p:tags r:id="rId36"/>
            </p:custDataLst>
          </p:nvPr>
        </p:nvSpPr>
        <p:spPr bwMode="auto">
          <a:xfrm>
            <a:off x="10714466" y="2528222"/>
            <a:ext cx="179856" cy="167915"/>
          </a:xfrm>
          <a:prstGeom prst="ellipse">
            <a:avLst/>
          </a:prstGeom>
          <a:solidFill>
            <a:srgbClr val="60C7D7"/>
          </a:solidFill>
          <a:ln w="9525" algn="ctr">
            <a:noFill/>
            <a:round/>
            <a:headEnd/>
            <a:tailEnd/>
          </a:ln>
        </p:spPr>
        <p:txBody>
          <a:bodyPr wrap="none" lIns="0" tIns="0" rIns="0" bIns="0" anchor="ctr"/>
          <a:lstStyle/>
          <a:p>
            <a:pPr algn="ctr" defTabSz="938157" fontAlgn="base">
              <a:spcBef>
                <a:spcPct val="0"/>
              </a:spcBef>
              <a:spcAft>
                <a:spcPct val="0"/>
              </a:spcAft>
              <a:buClr>
                <a:srgbClr val="0093D1"/>
              </a:buClr>
              <a:tabLst>
                <a:tab pos="1325358" algn="l"/>
              </a:tabLst>
            </a:pPr>
            <a:r>
              <a:rPr lang="en-GB" sz="700" b="1" dirty="0">
                <a:solidFill>
                  <a:srgbClr val="FFFFFF"/>
                </a:solidFill>
                <a:latin typeface="Arial" charset="0"/>
                <a:ea typeface="ＭＳ Ｐゴシック"/>
              </a:rPr>
              <a:t>K18</a:t>
            </a:r>
          </a:p>
        </p:txBody>
      </p:sp>
    </p:spTree>
    <p:extLst>
      <p:ext uri="{BB962C8B-B14F-4D97-AF65-F5344CB8AC3E}">
        <p14:creationId xmlns:p14="http://schemas.microsoft.com/office/powerpoint/2010/main" val="420471460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2"/>
          <p:cNvSpPr txBox="1">
            <a:spLocks/>
          </p:cNvSpPr>
          <p:nvPr/>
        </p:nvSpPr>
        <p:spPr>
          <a:xfrm>
            <a:off x="1905000" y="12357"/>
            <a:ext cx="7235456" cy="533400"/>
          </a:xfrm>
          <a:prstGeom prst="rect">
            <a:avLst/>
          </a:prstGeom>
        </p:spPr>
        <p:txBody>
          <a:bodyPr anchor="ctr"/>
          <a:lstStyle>
            <a:lvl1pPr marL="0">
              <a:defRPr sz="3000">
                <a:solidFill>
                  <a:srgbClr val="063161"/>
                </a:solidFill>
                <a:latin typeface="Georgia" panose="02040502050405020303"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eaLnBrk="0" hangingPunct="0"/>
            <a:r>
              <a:rPr lang="en-US" sz="1800" b="1" dirty="0">
                <a:solidFill>
                  <a:srgbClr val="073262"/>
                </a:solidFill>
                <a:ea typeface="MS PGothic" pitchFamily="34" charset="-128"/>
              </a:rPr>
              <a:t>Control Impact Matrix</a:t>
            </a:r>
          </a:p>
        </p:txBody>
      </p:sp>
      <p:sp>
        <p:nvSpPr>
          <p:cNvPr id="20" name="AutoShape 8"/>
          <p:cNvSpPr>
            <a:spLocks noChangeArrowheads="1"/>
          </p:cNvSpPr>
          <p:nvPr/>
        </p:nvSpPr>
        <p:spPr bwMode="auto">
          <a:xfrm>
            <a:off x="0" y="70773"/>
            <a:ext cx="1814732" cy="416569"/>
          </a:xfrm>
          <a:prstGeom prst="chevron">
            <a:avLst>
              <a:gd name="adj" fmla="val 40576"/>
            </a:avLst>
          </a:prstGeom>
          <a:solidFill>
            <a:srgbClr val="EB3846"/>
          </a:solidFill>
          <a:ln>
            <a:noFill/>
          </a:ln>
          <a:effectLst/>
        </p:spPr>
        <p:txBody>
          <a:bodyPr wrap="none" anchor="ctr"/>
          <a:lstStyle>
            <a:lvl1pPr defTabSz="973138" eaLnBrk="0" hangingPunct="0">
              <a:tabLst>
                <a:tab pos="1374775" algn="l"/>
              </a:tabLst>
              <a:defRPr sz="1200">
                <a:solidFill>
                  <a:schemeClr val="tx1"/>
                </a:solidFill>
                <a:latin typeface="Arial" charset="0"/>
                <a:ea typeface="ＭＳ Ｐゴシック" pitchFamily="34" charset="-128"/>
              </a:defRPr>
            </a:lvl1pPr>
            <a:lvl2pPr marL="742950" indent="-285750" defTabSz="973138" eaLnBrk="0" hangingPunct="0">
              <a:tabLst>
                <a:tab pos="1374775" algn="l"/>
              </a:tabLst>
              <a:defRPr sz="1200">
                <a:solidFill>
                  <a:schemeClr val="tx1"/>
                </a:solidFill>
                <a:latin typeface="Arial" charset="0"/>
                <a:ea typeface="ＭＳ Ｐゴシック" pitchFamily="34" charset="-128"/>
              </a:defRPr>
            </a:lvl2pPr>
            <a:lvl3pPr marL="1143000" indent="-228600" defTabSz="973138" eaLnBrk="0" hangingPunct="0">
              <a:tabLst>
                <a:tab pos="1374775" algn="l"/>
              </a:tabLst>
              <a:defRPr sz="1200">
                <a:solidFill>
                  <a:schemeClr val="tx1"/>
                </a:solidFill>
                <a:latin typeface="Arial" charset="0"/>
                <a:ea typeface="ＭＳ Ｐゴシック" pitchFamily="34" charset="-128"/>
              </a:defRPr>
            </a:lvl3pPr>
            <a:lvl4pPr marL="1600200" indent="-228600" defTabSz="973138" eaLnBrk="0" hangingPunct="0">
              <a:tabLst>
                <a:tab pos="1374775" algn="l"/>
              </a:tabLst>
              <a:defRPr sz="1200">
                <a:solidFill>
                  <a:schemeClr val="tx1"/>
                </a:solidFill>
                <a:latin typeface="Arial" charset="0"/>
                <a:ea typeface="ＭＳ Ｐゴシック" pitchFamily="34" charset="-128"/>
              </a:defRPr>
            </a:lvl4pPr>
            <a:lvl5pPr marL="2057400" indent="-228600" defTabSz="973138" eaLnBrk="0" hangingPunct="0">
              <a:tabLst>
                <a:tab pos="1374775" algn="l"/>
              </a:tabLst>
              <a:defRPr sz="1200">
                <a:solidFill>
                  <a:schemeClr val="tx1"/>
                </a:solidFill>
                <a:latin typeface="Arial" charset="0"/>
                <a:ea typeface="ＭＳ Ｐゴシック" pitchFamily="34" charset="-128"/>
              </a:defRPr>
            </a:lvl5pPr>
            <a:lvl6pPr marL="25146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6pPr>
            <a:lvl7pPr marL="29718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7pPr>
            <a:lvl8pPr marL="34290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8pPr>
            <a:lvl9pPr marL="38862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9pPr>
          </a:lstStyle>
          <a:p>
            <a:pPr eaLnBrk="1" hangingPunct="1">
              <a:buClr>
                <a:srgbClr val="905500"/>
              </a:buClr>
            </a:pPr>
            <a:r>
              <a:rPr lang="en-US" altLang="en-US" sz="1400" b="1" dirty="0">
                <a:solidFill>
                  <a:schemeClr val="bg1"/>
                </a:solidFill>
              </a:rPr>
              <a:t>Design</a:t>
            </a:r>
          </a:p>
        </p:txBody>
      </p:sp>
      <p:pic>
        <p:nvPicPr>
          <p:cNvPr id="4" name="Picture 3"/>
          <p:cNvPicPr>
            <a:picLocks noChangeAspect="1"/>
          </p:cNvPicPr>
          <p:nvPr/>
        </p:nvPicPr>
        <p:blipFill>
          <a:blip r:embed="rId2"/>
          <a:stretch>
            <a:fillRect/>
          </a:stretch>
        </p:blipFill>
        <p:spPr>
          <a:xfrm>
            <a:off x="304800" y="1143000"/>
            <a:ext cx="11481052" cy="4876800"/>
          </a:xfrm>
          <a:prstGeom prst="rect">
            <a:avLst/>
          </a:prstGeom>
        </p:spPr>
      </p:pic>
    </p:spTree>
    <p:extLst>
      <p:ext uri="{BB962C8B-B14F-4D97-AF65-F5344CB8AC3E}">
        <p14:creationId xmlns:p14="http://schemas.microsoft.com/office/powerpoint/2010/main" val="424804819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4"/>
          </p:nvPr>
        </p:nvSpPr>
        <p:spPr>
          <a:xfrm>
            <a:off x="1143000" y="1676400"/>
            <a:ext cx="9932949" cy="1289051"/>
          </a:xfrm>
        </p:spPr>
        <p:txBody>
          <a:bodyPr/>
          <a:lstStyle/>
          <a:p>
            <a:pPr defTabSz="904946">
              <a:lnSpc>
                <a:spcPct val="200000"/>
              </a:lnSpc>
              <a:spcBef>
                <a:spcPct val="0"/>
              </a:spcBef>
              <a:defRPr/>
            </a:pPr>
            <a:r>
              <a:rPr lang="en-US" sz="3600" b="1" dirty="0"/>
              <a:t>Deploy</a:t>
            </a:r>
            <a:endParaRPr lang="en-US" altLang="en-US" sz="3600" dirty="0">
              <a:latin typeface="Calibri" panose="020F0502020204030204" pitchFamily="34" charset="0"/>
              <a:ea typeface="ＭＳ Ｐゴシック" pitchFamily="34" charset="-128"/>
              <a:cs typeface="Times New Roman" pitchFamily="18" charset="0"/>
            </a:endParaRPr>
          </a:p>
        </p:txBody>
      </p:sp>
    </p:spTree>
    <p:extLst>
      <p:ext uri="{BB962C8B-B14F-4D97-AF65-F5344CB8AC3E}">
        <p14:creationId xmlns:p14="http://schemas.microsoft.com/office/powerpoint/2010/main" val="196100369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2"/>
          <p:cNvSpPr txBox="1">
            <a:spLocks/>
          </p:cNvSpPr>
          <p:nvPr/>
        </p:nvSpPr>
        <p:spPr>
          <a:xfrm>
            <a:off x="1821659" y="12357"/>
            <a:ext cx="7235456" cy="533400"/>
          </a:xfrm>
          <a:prstGeom prst="rect">
            <a:avLst/>
          </a:prstGeom>
        </p:spPr>
        <p:txBody>
          <a:bodyPr anchor="ctr"/>
          <a:lstStyle>
            <a:lvl1pPr marL="0">
              <a:defRPr sz="3000">
                <a:solidFill>
                  <a:srgbClr val="063161"/>
                </a:solidFill>
                <a:latin typeface="Georgia" panose="02040502050405020303"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1800" b="1" kern="0" dirty="0">
                <a:latin typeface="+mj-lt"/>
              </a:rPr>
              <a:t>Implementation Plan</a:t>
            </a:r>
          </a:p>
        </p:txBody>
      </p:sp>
      <p:sp>
        <p:nvSpPr>
          <p:cNvPr id="13" name="AutoShape 8"/>
          <p:cNvSpPr>
            <a:spLocks noChangeArrowheads="1"/>
          </p:cNvSpPr>
          <p:nvPr/>
        </p:nvSpPr>
        <p:spPr bwMode="auto">
          <a:xfrm>
            <a:off x="0" y="70773"/>
            <a:ext cx="1814732" cy="416569"/>
          </a:xfrm>
          <a:prstGeom prst="chevron">
            <a:avLst>
              <a:gd name="adj" fmla="val 40576"/>
            </a:avLst>
          </a:prstGeom>
          <a:solidFill>
            <a:srgbClr val="EB3846"/>
          </a:solidFill>
          <a:ln>
            <a:noFill/>
          </a:ln>
          <a:effectLst/>
        </p:spPr>
        <p:txBody>
          <a:bodyPr wrap="none" anchor="ctr"/>
          <a:lstStyle>
            <a:lvl1pPr defTabSz="973138" eaLnBrk="0" hangingPunct="0">
              <a:tabLst>
                <a:tab pos="1374775" algn="l"/>
              </a:tabLst>
              <a:defRPr sz="1200">
                <a:solidFill>
                  <a:schemeClr val="tx1"/>
                </a:solidFill>
                <a:latin typeface="Arial" charset="0"/>
                <a:ea typeface="ＭＳ Ｐゴシック" pitchFamily="34" charset="-128"/>
              </a:defRPr>
            </a:lvl1pPr>
            <a:lvl2pPr marL="742950" indent="-285750" defTabSz="973138" eaLnBrk="0" hangingPunct="0">
              <a:tabLst>
                <a:tab pos="1374775" algn="l"/>
              </a:tabLst>
              <a:defRPr sz="1200">
                <a:solidFill>
                  <a:schemeClr val="tx1"/>
                </a:solidFill>
                <a:latin typeface="Arial" charset="0"/>
                <a:ea typeface="ＭＳ Ｐゴシック" pitchFamily="34" charset="-128"/>
              </a:defRPr>
            </a:lvl2pPr>
            <a:lvl3pPr marL="1143000" indent="-228600" defTabSz="973138" eaLnBrk="0" hangingPunct="0">
              <a:tabLst>
                <a:tab pos="1374775" algn="l"/>
              </a:tabLst>
              <a:defRPr sz="1200">
                <a:solidFill>
                  <a:schemeClr val="tx1"/>
                </a:solidFill>
                <a:latin typeface="Arial" charset="0"/>
                <a:ea typeface="ＭＳ Ｐゴシック" pitchFamily="34" charset="-128"/>
              </a:defRPr>
            </a:lvl3pPr>
            <a:lvl4pPr marL="1600200" indent="-228600" defTabSz="973138" eaLnBrk="0" hangingPunct="0">
              <a:tabLst>
                <a:tab pos="1374775" algn="l"/>
              </a:tabLst>
              <a:defRPr sz="1200">
                <a:solidFill>
                  <a:schemeClr val="tx1"/>
                </a:solidFill>
                <a:latin typeface="Arial" charset="0"/>
                <a:ea typeface="ＭＳ Ｐゴシック" pitchFamily="34" charset="-128"/>
              </a:defRPr>
            </a:lvl4pPr>
            <a:lvl5pPr marL="2057400" indent="-228600" defTabSz="973138" eaLnBrk="0" hangingPunct="0">
              <a:tabLst>
                <a:tab pos="1374775" algn="l"/>
              </a:tabLst>
              <a:defRPr sz="1200">
                <a:solidFill>
                  <a:schemeClr val="tx1"/>
                </a:solidFill>
                <a:latin typeface="Arial" charset="0"/>
                <a:ea typeface="ＭＳ Ｐゴシック" pitchFamily="34" charset="-128"/>
              </a:defRPr>
            </a:lvl5pPr>
            <a:lvl6pPr marL="25146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6pPr>
            <a:lvl7pPr marL="29718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7pPr>
            <a:lvl8pPr marL="34290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8pPr>
            <a:lvl9pPr marL="38862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9pPr>
          </a:lstStyle>
          <a:p>
            <a:pPr eaLnBrk="1" hangingPunct="1">
              <a:buClr>
                <a:srgbClr val="905500"/>
              </a:buClr>
            </a:pPr>
            <a:r>
              <a:rPr lang="en-US" altLang="en-US" sz="1400" b="1" dirty="0">
                <a:solidFill>
                  <a:schemeClr val="bg1"/>
                </a:solidFill>
              </a:rPr>
              <a:t>Deploy</a:t>
            </a:r>
          </a:p>
        </p:txBody>
      </p:sp>
      <p:pic>
        <p:nvPicPr>
          <p:cNvPr id="5" name="Picture 4"/>
          <p:cNvPicPr>
            <a:picLocks noChangeAspect="1"/>
          </p:cNvPicPr>
          <p:nvPr/>
        </p:nvPicPr>
        <p:blipFill>
          <a:blip r:embed="rId2"/>
          <a:stretch>
            <a:fillRect/>
          </a:stretch>
        </p:blipFill>
        <p:spPr>
          <a:xfrm>
            <a:off x="533400" y="1295400"/>
            <a:ext cx="11262687" cy="4800600"/>
          </a:xfrm>
          <a:prstGeom prst="rect">
            <a:avLst/>
          </a:prstGeom>
        </p:spPr>
      </p:pic>
    </p:spTree>
    <p:extLst>
      <p:ext uri="{BB962C8B-B14F-4D97-AF65-F5344CB8AC3E}">
        <p14:creationId xmlns:p14="http://schemas.microsoft.com/office/powerpoint/2010/main" val="185789414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8"/>
          <p:cNvSpPr>
            <a:spLocks noChangeArrowheads="1"/>
          </p:cNvSpPr>
          <p:nvPr/>
        </p:nvSpPr>
        <p:spPr bwMode="auto">
          <a:xfrm>
            <a:off x="0" y="70773"/>
            <a:ext cx="1814732" cy="416569"/>
          </a:xfrm>
          <a:prstGeom prst="chevron">
            <a:avLst>
              <a:gd name="adj" fmla="val 40576"/>
            </a:avLst>
          </a:prstGeom>
          <a:solidFill>
            <a:srgbClr val="EB3846"/>
          </a:solidFill>
          <a:ln>
            <a:noFill/>
          </a:ln>
          <a:effectLst/>
        </p:spPr>
        <p:txBody>
          <a:bodyPr wrap="none" anchor="ctr"/>
          <a:lstStyle>
            <a:lvl1pPr defTabSz="973138" eaLnBrk="0" hangingPunct="0">
              <a:tabLst>
                <a:tab pos="1374775" algn="l"/>
              </a:tabLst>
              <a:defRPr sz="1200">
                <a:solidFill>
                  <a:schemeClr val="tx1"/>
                </a:solidFill>
                <a:latin typeface="Arial" charset="0"/>
                <a:ea typeface="ＭＳ Ｐゴシック" pitchFamily="34" charset="-128"/>
              </a:defRPr>
            </a:lvl1pPr>
            <a:lvl2pPr marL="742950" indent="-285750" defTabSz="973138" eaLnBrk="0" hangingPunct="0">
              <a:tabLst>
                <a:tab pos="1374775" algn="l"/>
              </a:tabLst>
              <a:defRPr sz="1200">
                <a:solidFill>
                  <a:schemeClr val="tx1"/>
                </a:solidFill>
                <a:latin typeface="Arial" charset="0"/>
                <a:ea typeface="ＭＳ Ｐゴシック" pitchFamily="34" charset="-128"/>
              </a:defRPr>
            </a:lvl2pPr>
            <a:lvl3pPr marL="1143000" indent="-228600" defTabSz="973138" eaLnBrk="0" hangingPunct="0">
              <a:tabLst>
                <a:tab pos="1374775" algn="l"/>
              </a:tabLst>
              <a:defRPr sz="1200">
                <a:solidFill>
                  <a:schemeClr val="tx1"/>
                </a:solidFill>
                <a:latin typeface="Arial" charset="0"/>
                <a:ea typeface="ＭＳ Ｐゴシック" pitchFamily="34" charset="-128"/>
              </a:defRPr>
            </a:lvl3pPr>
            <a:lvl4pPr marL="1600200" indent="-228600" defTabSz="973138" eaLnBrk="0" hangingPunct="0">
              <a:tabLst>
                <a:tab pos="1374775" algn="l"/>
              </a:tabLst>
              <a:defRPr sz="1200">
                <a:solidFill>
                  <a:schemeClr val="tx1"/>
                </a:solidFill>
                <a:latin typeface="Arial" charset="0"/>
                <a:ea typeface="ＭＳ Ｐゴシック" pitchFamily="34" charset="-128"/>
              </a:defRPr>
            </a:lvl4pPr>
            <a:lvl5pPr marL="2057400" indent="-228600" defTabSz="973138" eaLnBrk="0" hangingPunct="0">
              <a:tabLst>
                <a:tab pos="1374775" algn="l"/>
              </a:tabLst>
              <a:defRPr sz="1200">
                <a:solidFill>
                  <a:schemeClr val="tx1"/>
                </a:solidFill>
                <a:latin typeface="Arial" charset="0"/>
                <a:ea typeface="ＭＳ Ｐゴシック" pitchFamily="34" charset="-128"/>
              </a:defRPr>
            </a:lvl5pPr>
            <a:lvl6pPr marL="25146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6pPr>
            <a:lvl7pPr marL="29718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7pPr>
            <a:lvl8pPr marL="34290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8pPr>
            <a:lvl9pPr marL="38862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9pPr>
          </a:lstStyle>
          <a:p>
            <a:pPr eaLnBrk="1" hangingPunct="1">
              <a:buClr>
                <a:srgbClr val="905500"/>
              </a:buClr>
            </a:pPr>
            <a:r>
              <a:rPr lang="en-US" altLang="en-US" sz="1400" b="1" dirty="0">
                <a:solidFill>
                  <a:schemeClr val="bg1"/>
                </a:solidFill>
              </a:rPr>
              <a:t>Deploy</a:t>
            </a:r>
          </a:p>
        </p:txBody>
      </p:sp>
      <p:sp>
        <p:nvSpPr>
          <p:cNvPr id="5" name="Text Placeholder 1"/>
          <p:cNvSpPr txBox="1">
            <a:spLocks/>
          </p:cNvSpPr>
          <p:nvPr/>
        </p:nvSpPr>
        <p:spPr>
          <a:xfrm>
            <a:off x="1814732" y="145241"/>
            <a:ext cx="7536406" cy="609600"/>
          </a:xfrm>
          <a:prstGeom prst="rect">
            <a:avLst/>
          </a:prstGeom>
        </p:spPr>
        <p:txBody>
          <a:bodyPr/>
          <a:lstStyle>
            <a:lvl1pPr marL="0">
              <a:defRPr sz="3200">
                <a:solidFill>
                  <a:schemeClr val="accent6"/>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1800" b="1" kern="0" dirty="0"/>
              <a:t>Implemented solution – Macro for prioritization</a:t>
            </a:r>
          </a:p>
          <a:p>
            <a:endParaRPr lang="en-US" sz="2400" kern="0" dirty="0"/>
          </a:p>
        </p:txBody>
      </p:sp>
      <p:pic>
        <p:nvPicPr>
          <p:cNvPr id="7" name="Picture 6"/>
          <p:cNvPicPr>
            <a:picLocks noChangeAspect="1"/>
          </p:cNvPicPr>
          <p:nvPr/>
        </p:nvPicPr>
        <p:blipFill>
          <a:blip r:embed="rId2"/>
          <a:stretch>
            <a:fillRect/>
          </a:stretch>
        </p:blipFill>
        <p:spPr>
          <a:xfrm>
            <a:off x="304800" y="1123975"/>
            <a:ext cx="7924800" cy="2188325"/>
          </a:xfrm>
          <a:prstGeom prst="rect">
            <a:avLst/>
          </a:prstGeom>
        </p:spPr>
      </p:pic>
      <p:pic>
        <p:nvPicPr>
          <p:cNvPr id="8" name="Picture 7"/>
          <p:cNvPicPr>
            <a:picLocks noChangeAspect="1"/>
          </p:cNvPicPr>
          <p:nvPr/>
        </p:nvPicPr>
        <p:blipFill>
          <a:blip r:embed="rId3"/>
          <a:stretch>
            <a:fillRect/>
          </a:stretch>
        </p:blipFill>
        <p:spPr>
          <a:xfrm>
            <a:off x="8077200" y="5256383"/>
            <a:ext cx="3371850" cy="770321"/>
          </a:xfrm>
          <a:prstGeom prst="rect">
            <a:avLst/>
          </a:prstGeom>
        </p:spPr>
      </p:pic>
      <p:sp>
        <p:nvSpPr>
          <p:cNvPr id="9" name="TextBox 8"/>
          <p:cNvSpPr txBox="1"/>
          <p:nvPr/>
        </p:nvSpPr>
        <p:spPr>
          <a:xfrm>
            <a:off x="304800" y="672166"/>
            <a:ext cx="1447800" cy="369332"/>
          </a:xfrm>
          <a:prstGeom prst="rect">
            <a:avLst/>
          </a:prstGeom>
          <a:noFill/>
          <a:ln w="28575">
            <a:solidFill>
              <a:schemeClr val="accent1">
                <a:lumMod val="40000"/>
                <a:lumOff val="60000"/>
              </a:schemeClr>
            </a:solidFill>
          </a:ln>
        </p:spPr>
        <p:txBody>
          <a:bodyPr wrap="square" rtlCol="0">
            <a:spAutoFit/>
          </a:bodyPr>
          <a:lstStyle/>
          <a:p>
            <a:pPr>
              <a:lnSpc>
                <a:spcPct val="150000"/>
              </a:lnSpc>
            </a:pPr>
            <a:r>
              <a:rPr lang="en-US" sz="1200" dirty="0"/>
              <a:t>Macro rules:</a:t>
            </a:r>
          </a:p>
        </p:txBody>
      </p:sp>
      <p:sp>
        <p:nvSpPr>
          <p:cNvPr id="11" name="TextBox 10"/>
          <p:cNvSpPr txBox="1"/>
          <p:nvPr/>
        </p:nvSpPr>
        <p:spPr>
          <a:xfrm>
            <a:off x="304800" y="3594785"/>
            <a:ext cx="9258300" cy="923330"/>
          </a:xfrm>
          <a:prstGeom prst="rect">
            <a:avLst/>
          </a:prstGeom>
          <a:noFill/>
          <a:ln w="28575">
            <a:solidFill>
              <a:schemeClr val="accent1">
                <a:lumMod val="40000"/>
                <a:lumOff val="60000"/>
              </a:schemeClr>
            </a:solidFill>
          </a:ln>
        </p:spPr>
        <p:txBody>
          <a:bodyPr wrap="square" rtlCol="0">
            <a:spAutoFit/>
          </a:bodyPr>
          <a:lstStyle/>
          <a:p>
            <a:pPr marL="171450" indent="-171450">
              <a:lnSpc>
                <a:spcPct val="150000"/>
              </a:lnSpc>
              <a:buFont typeface="Wingdings" panose="05000000000000000000" pitchFamily="2" charset="2"/>
              <a:buChar char="ü"/>
            </a:pPr>
            <a:r>
              <a:rPr lang="en-US" sz="1200" dirty="0"/>
              <a:t>The macro identify all the invoices that could be saved from the POT point of view by comparing the invoice date and the payment date regardless of the status of the invoice (if the invoice is still pending for approval)</a:t>
            </a:r>
          </a:p>
          <a:p>
            <a:pPr marL="171450" indent="-171450">
              <a:lnSpc>
                <a:spcPct val="150000"/>
              </a:lnSpc>
              <a:buFont typeface="Wingdings" panose="05000000000000000000" pitchFamily="2" charset="2"/>
              <a:buChar char="ü"/>
            </a:pPr>
            <a:r>
              <a:rPr lang="en-US" sz="1200" dirty="0"/>
              <a:t>For the identified invoice, a follow up will be performed via e-mail of phone</a:t>
            </a:r>
          </a:p>
        </p:txBody>
      </p:sp>
    </p:spTree>
    <p:extLst>
      <p:ext uri="{BB962C8B-B14F-4D97-AF65-F5344CB8AC3E}">
        <p14:creationId xmlns:p14="http://schemas.microsoft.com/office/powerpoint/2010/main" val="218202125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txBox="1">
            <a:spLocks/>
          </p:cNvSpPr>
          <p:nvPr/>
        </p:nvSpPr>
        <p:spPr>
          <a:xfrm>
            <a:off x="1807805" y="2225"/>
            <a:ext cx="7235456" cy="533400"/>
          </a:xfrm>
          <a:prstGeom prst="rect">
            <a:avLst/>
          </a:prstGeom>
        </p:spPr>
        <p:txBody>
          <a:bodyPr anchor="ctr"/>
          <a:lstStyle>
            <a:lvl1pPr marL="0">
              <a:defRPr sz="3000">
                <a:solidFill>
                  <a:srgbClr val="063161"/>
                </a:solidFill>
                <a:latin typeface="Georgia" panose="02040502050405020303"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lvl="0">
              <a:defRPr/>
            </a:pPr>
            <a:r>
              <a:rPr lang="en-US" sz="1800" b="1" kern="0" dirty="0">
                <a:latin typeface="Georgia"/>
              </a:rPr>
              <a:t>Target validation</a:t>
            </a:r>
          </a:p>
        </p:txBody>
      </p:sp>
      <p:sp>
        <p:nvSpPr>
          <p:cNvPr id="5" name="AutoShape 8"/>
          <p:cNvSpPr>
            <a:spLocks noChangeArrowheads="1"/>
          </p:cNvSpPr>
          <p:nvPr/>
        </p:nvSpPr>
        <p:spPr bwMode="auto">
          <a:xfrm>
            <a:off x="0" y="70773"/>
            <a:ext cx="1814732" cy="416569"/>
          </a:xfrm>
          <a:prstGeom prst="chevron">
            <a:avLst>
              <a:gd name="adj" fmla="val 40576"/>
            </a:avLst>
          </a:prstGeom>
          <a:solidFill>
            <a:srgbClr val="EB3846"/>
          </a:solidFill>
          <a:ln>
            <a:noFill/>
          </a:ln>
          <a:effectLst/>
        </p:spPr>
        <p:txBody>
          <a:bodyPr wrap="none" anchor="ctr"/>
          <a:lstStyle>
            <a:lvl1pPr defTabSz="973138" eaLnBrk="0" hangingPunct="0">
              <a:tabLst>
                <a:tab pos="1374775" algn="l"/>
              </a:tabLst>
              <a:defRPr sz="1200">
                <a:solidFill>
                  <a:schemeClr val="tx1"/>
                </a:solidFill>
                <a:latin typeface="Arial" charset="0"/>
                <a:ea typeface="ＭＳ Ｐゴシック" pitchFamily="34" charset="-128"/>
              </a:defRPr>
            </a:lvl1pPr>
            <a:lvl2pPr marL="742950" indent="-285750" defTabSz="973138" eaLnBrk="0" hangingPunct="0">
              <a:tabLst>
                <a:tab pos="1374775" algn="l"/>
              </a:tabLst>
              <a:defRPr sz="1200">
                <a:solidFill>
                  <a:schemeClr val="tx1"/>
                </a:solidFill>
                <a:latin typeface="Arial" charset="0"/>
                <a:ea typeface="ＭＳ Ｐゴシック" pitchFamily="34" charset="-128"/>
              </a:defRPr>
            </a:lvl2pPr>
            <a:lvl3pPr marL="1143000" indent="-228600" defTabSz="973138" eaLnBrk="0" hangingPunct="0">
              <a:tabLst>
                <a:tab pos="1374775" algn="l"/>
              </a:tabLst>
              <a:defRPr sz="1200">
                <a:solidFill>
                  <a:schemeClr val="tx1"/>
                </a:solidFill>
                <a:latin typeface="Arial" charset="0"/>
                <a:ea typeface="ＭＳ Ｐゴシック" pitchFamily="34" charset="-128"/>
              </a:defRPr>
            </a:lvl3pPr>
            <a:lvl4pPr marL="1600200" indent="-228600" defTabSz="973138" eaLnBrk="0" hangingPunct="0">
              <a:tabLst>
                <a:tab pos="1374775" algn="l"/>
              </a:tabLst>
              <a:defRPr sz="1200">
                <a:solidFill>
                  <a:schemeClr val="tx1"/>
                </a:solidFill>
                <a:latin typeface="Arial" charset="0"/>
                <a:ea typeface="ＭＳ Ｐゴシック" pitchFamily="34" charset="-128"/>
              </a:defRPr>
            </a:lvl4pPr>
            <a:lvl5pPr marL="2057400" indent="-228600" defTabSz="973138" eaLnBrk="0" hangingPunct="0">
              <a:tabLst>
                <a:tab pos="1374775" algn="l"/>
              </a:tabLst>
              <a:defRPr sz="1200">
                <a:solidFill>
                  <a:schemeClr val="tx1"/>
                </a:solidFill>
                <a:latin typeface="Arial" charset="0"/>
                <a:ea typeface="ＭＳ Ｐゴシック" pitchFamily="34" charset="-128"/>
              </a:defRPr>
            </a:lvl5pPr>
            <a:lvl6pPr marL="25146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6pPr>
            <a:lvl7pPr marL="29718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7pPr>
            <a:lvl8pPr marL="34290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8pPr>
            <a:lvl9pPr marL="38862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9pPr>
          </a:lstStyle>
          <a:p>
            <a:pPr eaLnBrk="1" hangingPunct="1">
              <a:buClr>
                <a:srgbClr val="905500"/>
              </a:buClr>
            </a:pPr>
            <a:r>
              <a:rPr lang="en-US" altLang="en-US" sz="1800" b="1" dirty="0">
                <a:solidFill>
                  <a:schemeClr val="bg1"/>
                </a:solidFill>
              </a:rPr>
              <a:t>Deploy</a:t>
            </a:r>
          </a:p>
        </p:txBody>
      </p:sp>
      <p:sp>
        <p:nvSpPr>
          <p:cNvPr id="8" name="TextBox 7"/>
          <p:cNvSpPr txBox="1"/>
          <p:nvPr/>
        </p:nvSpPr>
        <p:spPr>
          <a:xfrm>
            <a:off x="518570" y="3094053"/>
            <a:ext cx="4978400" cy="1200329"/>
          </a:xfrm>
          <a:prstGeom prst="rect">
            <a:avLst/>
          </a:prstGeom>
          <a:noFill/>
          <a:ln w="28575">
            <a:solidFill>
              <a:schemeClr val="accent1">
                <a:lumMod val="40000"/>
                <a:lumOff val="60000"/>
              </a:schemeClr>
            </a:solidFill>
          </a:ln>
        </p:spPr>
        <p:txBody>
          <a:bodyPr wrap="square" rtlCol="0">
            <a:spAutoFit/>
          </a:bodyPr>
          <a:lstStyle/>
          <a:p>
            <a:pPr marL="171450" indent="-171450">
              <a:lnSpc>
                <a:spcPct val="150000"/>
              </a:lnSpc>
              <a:buFont typeface="Wingdings" panose="05000000000000000000" pitchFamily="2" charset="2"/>
              <a:buChar char="ü"/>
            </a:pPr>
            <a:r>
              <a:rPr lang="en-US" sz="1200" dirty="0"/>
              <a:t>The data selection range was from February ‘21 until July ’21;</a:t>
            </a:r>
          </a:p>
          <a:p>
            <a:pPr marL="171450" indent="-171450">
              <a:lnSpc>
                <a:spcPct val="150000"/>
              </a:lnSpc>
              <a:buFont typeface="Wingdings" panose="05000000000000000000" pitchFamily="2" charset="2"/>
              <a:buChar char="ü"/>
            </a:pPr>
            <a:r>
              <a:rPr lang="en-US" sz="1200" dirty="0"/>
              <a:t>The current Sigma Level is situated at 2.58;</a:t>
            </a:r>
          </a:p>
          <a:p>
            <a:pPr marL="171450" indent="-171450">
              <a:lnSpc>
                <a:spcPct val="150000"/>
              </a:lnSpc>
              <a:buFont typeface="Wingdings" panose="05000000000000000000" pitchFamily="2" charset="2"/>
              <a:buChar char="ü"/>
            </a:pPr>
            <a:r>
              <a:rPr lang="en-US" sz="1200" dirty="0"/>
              <a:t>The total number of late payments represents approximately 14% out of the total number of invoices paid; </a:t>
            </a:r>
          </a:p>
        </p:txBody>
      </p:sp>
      <p:pic>
        <p:nvPicPr>
          <p:cNvPr id="14" name="Picture 13"/>
          <p:cNvPicPr>
            <a:picLocks noChangeAspect="1"/>
          </p:cNvPicPr>
          <p:nvPr/>
        </p:nvPicPr>
        <p:blipFill>
          <a:blip r:embed="rId2"/>
          <a:stretch>
            <a:fillRect/>
          </a:stretch>
        </p:blipFill>
        <p:spPr>
          <a:xfrm>
            <a:off x="276121" y="4724400"/>
            <a:ext cx="6043098" cy="1327906"/>
          </a:xfrm>
          <a:prstGeom prst="rect">
            <a:avLst/>
          </a:prstGeom>
        </p:spPr>
      </p:pic>
      <p:pic>
        <p:nvPicPr>
          <p:cNvPr id="2" name="Picture 1"/>
          <p:cNvPicPr>
            <a:picLocks noChangeAspect="1"/>
          </p:cNvPicPr>
          <p:nvPr/>
        </p:nvPicPr>
        <p:blipFill>
          <a:blip r:embed="rId3"/>
          <a:stretch>
            <a:fillRect/>
          </a:stretch>
        </p:blipFill>
        <p:spPr>
          <a:xfrm>
            <a:off x="325000" y="739307"/>
            <a:ext cx="6000750" cy="2066925"/>
          </a:xfrm>
          <a:prstGeom prst="rect">
            <a:avLst/>
          </a:prstGeom>
        </p:spPr>
      </p:pic>
      <p:graphicFrame>
        <p:nvGraphicFramePr>
          <p:cNvPr id="6" name="Table 5"/>
          <p:cNvGraphicFramePr>
            <a:graphicFrameLocks noGrp="1"/>
          </p:cNvGraphicFramePr>
          <p:nvPr/>
        </p:nvGraphicFramePr>
        <p:xfrm>
          <a:off x="6172200" y="3094053"/>
          <a:ext cx="3987799" cy="1504950"/>
        </p:xfrm>
        <a:graphic>
          <a:graphicData uri="http://schemas.openxmlformats.org/drawingml/2006/table">
            <a:tbl>
              <a:tblPr/>
              <a:tblGrid>
                <a:gridCol w="685254">
                  <a:extLst>
                    <a:ext uri="{9D8B030D-6E8A-4147-A177-3AD203B41FA5}">
                      <a16:colId xmlns:a16="http://schemas.microsoft.com/office/drawing/2014/main" val="2860742446"/>
                    </a:ext>
                  </a:extLst>
                </a:gridCol>
                <a:gridCol w="1322922">
                  <a:extLst>
                    <a:ext uri="{9D8B030D-6E8A-4147-A177-3AD203B41FA5}">
                      <a16:colId xmlns:a16="http://schemas.microsoft.com/office/drawing/2014/main" val="1854385473"/>
                    </a:ext>
                  </a:extLst>
                </a:gridCol>
                <a:gridCol w="1053261">
                  <a:extLst>
                    <a:ext uri="{9D8B030D-6E8A-4147-A177-3AD203B41FA5}">
                      <a16:colId xmlns:a16="http://schemas.microsoft.com/office/drawing/2014/main" val="389899396"/>
                    </a:ext>
                  </a:extLst>
                </a:gridCol>
                <a:gridCol w="926362">
                  <a:extLst>
                    <a:ext uri="{9D8B030D-6E8A-4147-A177-3AD203B41FA5}">
                      <a16:colId xmlns:a16="http://schemas.microsoft.com/office/drawing/2014/main" val="3091145313"/>
                    </a:ext>
                  </a:extLst>
                </a:gridCol>
              </a:tblGrid>
              <a:tr h="200025">
                <a:tc>
                  <a:txBody>
                    <a:bodyPr/>
                    <a:lstStyle/>
                    <a:p>
                      <a:pPr algn="l" fontAlgn="b"/>
                      <a:r>
                        <a:rPr lang="en-US" sz="1000" b="1" i="0" u="none" strike="noStrike" dirty="0">
                          <a:solidFill>
                            <a:srgbClr val="FFFFFF"/>
                          </a:solidFill>
                          <a:effectLst/>
                          <a:latin typeface="Arial" panose="020B0604020202020204" pitchFamily="34" charset="0"/>
                        </a:rPr>
                        <a:t>Month</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39966"/>
                    </a:solidFill>
                  </a:tcPr>
                </a:tc>
                <a:tc>
                  <a:txBody>
                    <a:bodyPr/>
                    <a:lstStyle/>
                    <a:p>
                      <a:pPr algn="l" fontAlgn="b"/>
                      <a:r>
                        <a:rPr lang="en-US" sz="1000" b="1" i="0" u="none" strike="noStrike">
                          <a:solidFill>
                            <a:srgbClr val="FFFFFF"/>
                          </a:solidFill>
                          <a:effectLst/>
                          <a:latin typeface="Arial" panose="020B0604020202020204" pitchFamily="34" charset="0"/>
                        </a:rPr>
                        <a:t>Total Paid Invoices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39966"/>
                    </a:solidFill>
                  </a:tcPr>
                </a:tc>
                <a:tc>
                  <a:txBody>
                    <a:bodyPr/>
                    <a:lstStyle/>
                    <a:p>
                      <a:pPr algn="l" fontAlgn="b"/>
                      <a:r>
                        <a:rPr lang="en-US" sz="1000" b="1" i="0" u="none" strike="noStrike">
                          <a:solidFill>
                            <a:srgbClr val="FFFFFF"/>
                          </a:solidFill>
                          <a:effectLst/>
                          <a:latin typeface="Arial" panose="020B0604020202020204" pitchFamily="34" charset="0"/>
                        </a:rPr>
                        <a:t>Defects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39966"/>
                    </a:solidFill>
                  </a:tcPr>
                </a:tc>
                <a:tc>
                  <a:txBody>
                    <a:bodyPr/>
                    <a:lstStyle/>
                    <a:p>
                      <a:pPr algn="l" fontAlgn="b"/>
                      <a:r>
                        <a:rPr lang="en-US" sz="1000" b="1" i="0" u="none" strike="noStrike">
                          <a:solidFill>
                            <a:srgbClr val="FFFFFF"/>
                          </a:solidFill>
                          <a:effectLst/>
                          <a:latin typeface="Arial" panose="020B0604020202020204" pitchFamily="34" charset="0"/>
                        </a:rPr>
                        <a:t>% Defects</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39966"/>
                    </a:solidFill>
                  </a:tcPr>
                </a:tc>
                <a:extLst>
                  <a:ext uri="{0D108BD9-81ED-4DB2-BD59-A6C34878D82A}">
                    <a16:rowId xmlns:a16="http://schemas.microsoft.com/office/drawing/2014/main" val="289936799"/>
                  </a:ext>
                </a:extLst>
              </a:tr>
              <a:tr h="200025">
                <a:tc>
                  <a:txBody>
                    <a:bodyPr/>
                    <a:lstStyle/>
                    <a:p>
                      <a:pPr algn="l" fontAlgn="b"/>
                      <a:r>
                        <a:rPr lang="en-US" sz="1100" b="0" i="0" u="none" strike="noStrike">
                          <a:effectLst/>
                          <a:latin typeface="Arial" panose="020B0604020202020204" pitchFamily="34" charset="0"/>
                        </a:rPr>
                        <a:t>Feb'21</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effectLst/>
                          <a:latin typeface="Arial" panose="020B0604020202020204" pitchFamily="34" charset="0"/>
                        </a:rPr>
                        <a:t>1990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effectLst/>
                          <a:latin typeface="Arial" panose="020B0604020202020204" pitchFamily="34" charset="0"/>
                        </a:rPr>
                        <a:t>420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effectLst/>
                          <a:latin typeface="Arial" panose="020B0604020202020204" pitchFamily="34" charset="0"/>
                        </a:rPr>
                        <a:t>21%</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24037125"/>
                  </a:ext>
                </a:extLst>
              </a:tr>
              <a:tr h="190500">
                <a:tc>
                  <a:txBody>
                    <a:bodyPr/>
                    <a:lstStyle/>
                    <a:p>
                      <a:pPr algn="l" fontAlgn="b"/>
                      <a:r>
                        <a:rPr lang="en-US" sz="1100" b="0" i="0" u="none" strike="noStrike">
                          <a:effectLst/>
                          <a:latin typeface="Arial" panose="020B0604020202020204" pitchFamily="34" charset="0"/>
                        </a:rPr>
                        <a:t>Mar'21</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effectLst/>
                          <a:latin typeface="Arial" panose="020B0604020202020204" pitchFamily="34" charset="0"/>
                        </a:rPr>
                        <a:t>2216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effectLst/>
                          <a:latin typeface="Arial" panose="020B0604020202020204" pitchFamily="34" charset="0"/>
                        </a:rPr>
                        <a:t>307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effectLst/>
                          <a:latin typeface="Arial" panose="020B0604020202020204" pitchFamily="34" charset="0"/>
                        </a:rPr>
                        <a:t>14%</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065512"/>
                  </a:ext>
                </a:extLst>
              </a:tr>
              <a:tr h="190500">
                <a:tc>
                  <a:txBody>
                    <a:bodyPr/>
                    <a:lstStyle/>
                    <a:p>
                      <a:pPr algn="l" fontAlgn="b"/>
                      <a:r>
                        <a:rPr lang="en-US" sz="1100" b="0" i="0" u="none" strike="noStrike">
                          <a:effectLst/>
                          <a:latin typeface="Arial" panose="020B0604020202020204" pitchFamily="34" charset="0"/>
                        </a:rPr>
                        <a:t>Apr'21</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effectLst/>
                          <a:latin typeface="Arial" panose="020B0604020202020204" pitchFamily="34" charset="0"/>
                        </a:rPr>
                        <a:t>1624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effectLst/>
                          <a:latin typeface="Arial" panose="020B0604020202020204" pitchFamily="34" charset="0"/>
                        </a:rPr>
                        <a:t>225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effectLst/>
                          <a:latin typeface="Arial" panose="020B0604020202020204" pitchFamily="34" charset="0"/>
                        </a:rPr>
                        <a:t>14%</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28475248"/>
                  </a:ext>
                </a:extLst>
              </a:tr>
              <a:tr h="180975">
                <a:tc>
                  <a:txBody>
                    <a:bodyPr/>
                    <a:lstStyle/>
                    <a:p>
                      <a:pPr algn="l" fontAlgn="b"/>
                      <a:r>
                        <a:rPr lang="en-US" sz="1100" b="0" i="0" u="none" strike="noStrike">
                          <a:effectLst/>
                          <a:latin typeface="Arial" panose="020B0604020202020204" pitchFamily="34" charset="0"/>
                        </a:rPr>
                        <a:t>May'21</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effectLst/>
                          <a:latin typeface="Arial" panose="020B0604020202020204" pitchFamily="34" charset="0"/>
                        </a:rPr>
                        <a:t>1950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effectLst/>
                          <a:latin typeface="Arial" panose="020B0604020202020204" pitchFamily="34" charset="0"/>
                        </a:rPr>
                        <a:t>265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effectLst/>
                          <a:latin typeface="Arial" panose="020B0604020202020204" pitchFamily="34" charset="0"/>
                        </a:rPr>
                        <a:t>14%</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66678286"/>
                  </a:ext>
                </a:extLst>
              </a:tr>
              <a:tr h="190500">
                <a:tc>
                  <a:txBody>
                    <a:bodyPr/>
                    <a:lstStyle/>
                    <a:p>
                      <a:pPr algn="l" fontAlgn="b"/>
                      <a:r>
                        <a:rPr lang="en-US" sz="1100" b="0" i="0" u="none" strike="noStrike">
                          <a:effectLst/>
                          <a:latin typeface="Arial" panose="020B0604020202020204" pitchFamily="34" charset="0"/>
                        </a:rPr>
                        <a:t>June'21</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effectLst/>
                          <a:latin typeface="Arial" panose="020B0604020202020204" pitchFamily="34" charset="0"/>
                        </a:rPr>
                        <a:t>2102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effectLst/>
                          <a:latin typeface="Arial" panose="020B0604020202020204" pitchFamily="34" charset="0"/>
                        </a:rPr>
                        <a:t>225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effectLst/>
                          <a:latin typeface="Arial" panose="020B0604020202020204" pitchFamily="34" charset="0"/>
                        </a:rPr>
                        <a:t>11%</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8208232"/>
                  </a:ext>
                </a:extLst>
              </a:tr>
              <a:tr h="180975">
                <a:tc>
                  <a:txBody>
                    <a:bodyPr/>
                    <a:lstStyle/>
                    <a:p>
                      <a:pPr algn="l" fontAlgn="b"/>
                      <a:r>
                        <a:rPr lang="en-US" sz="1100" b="0" i="0" u="none" strike="noStrike">
                          <a:effectLst/>
                          <a:latin typeface="Arial" panose="020B0604020202020204" pitchFamily="34" charset="0"/>
                        </a:rPr>
                        <a:t>July'21</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effectLst/>
                          <a:latin typeface="Arial" panose="020B0604020202020204" pitchFamily="34" charset="0"/>
                        </a:rPr>
                        <a:t>1915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effectLst/>
                          <a:latin typeface="Arial" panose="020B0604020202020204" pitchFamily="34" charset="0"/>
                        </a:rPr>
                        <a:t>202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effectLst/>
                          <a:latin typeface="Arial" panose="020B0604020202020204" pitchFamily="34" charset="0"/>
                        </a:rPr>
                        <a:t>11%</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32172584"/>
                  </a:ext>
                </a:extLst>
              </a:tr>
              <a:tr h="171450">
                <a:tc>
                  <a:txBody>
                    <a:bodyPr/>
                    <a:lstStyle/>
                    <a:p>
                      <a:pPr algn="l" fontAlgn="b"/>
                      <a:r>
                        <a:rPr lang="en-US" sz="1000" b="1" i="0" u="none" strike="noStrike">
                          <a:solidFill>
                            <a:srgbClr val="FFFFFF"/>
                          </a:solidFill>
                          <a:effectLst/>
                          <a:latin typeface="Arial" panose="020B0604020202020204" pitchFamily="34" charset="0"/>
                        </a:rPr>
                        <a:t>Total</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39966"/>
                    </a:solidFill>
                  </a:tcPr>
                </a:tc>
                <a:tc>
                  <a:txBody>
                    <a:bodyPr/>
                    <a:lstStyle/>
                    <a:p>
                      <a:pPr algn="r" fontAlgn="b"/>
                      <a:r>
                        <a:rPr lang="en-US" sz="1000" b="1" i="0" u="none" strike="noStrike">
                          <a:solidFill>
                            <a:srgbClr val="FFFFFF"/>
                          </a:solidFill>
                          <a:effectLst/>
                          <a:latin typeface="Arial" panose="020B0604020202020204" pitchFamily="34" charset="0"/>
                        </a:rPr>
                        <a:t>11797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39966"/>
                    </a:solidFill>
                  </a:tcPr>
                </a:tc>
                <a:tc>
                  <a:txBody>
                    <a:bodyPr/>
                    <a:lstStyle/>
                    <a:p>
                      <a:pPr algn="r" fontAlgn="b"/>
                      <a:r>
                        <a:rPr lang="en-US" sz="1000" b="1" i="0" u="none" strike="noStrike">
                          <a:solidFill>
                            <a:srgbClr val="FFFFFF"/>
                          </a:solidFill>
                          <a:effectLst/>
                          <a:latin typeface="Arial" panose="020B0604020202020204" pitchFamily="34" charset="0"/>
                        </a:rPr>
                        <a:t>1644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39966"/>
                    </a:solidFill>
                  </a:tcPr>
                </a:tc>
                <a:tc>
                  <a:txBody>
                    <a:bodyPr/>
                    <a:lstStyle/>
                    <a:p>
                      <a:pPr algn="r" fontAlgn="b"/>
                      <a:r>
                        <a:rPr lang="en-US" sz="1000" b="1" i="0" u="none" strike="noStrike" dirty="0">
                          <a:solidFill>
                            <a:srgbClr val="FFFFFF"/>
                          </a:solidFill>
                          <a:effectLst/>
                          <a:latin typeface="Arial" panose="020B0604020202020204" pitchFamily="34" charset="0"/>
                        </a:rPr>
                        <a:t>14%</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39966"/>
                    </a:solidFill>
                  </a:tcPr>
                </a:tc>
                <a:extLst>
                  <a:ext uri="{0D108BD9-81ED-4DB2-BD59-A6C34878D82A}">
                    <a16:rowId xmlns:a16="http://schemas.microsoft.com/office/drawing/2014/main" val="2005665551"/>
                  </a:ext>
                </a:extLst>
              </a:tr>
            </a:tbl>
          </a:graphicData>
        </a:graphic>
      </p:graphicFrame>
    </p:spTree>
    <p:extLst>
      <p:ext uri="{BB962C8B-B14F-4D97-AF65-F5344CB8AC3E}">
        <p14:creationId xmlns:p14="http://schemas.microsoft.com/office/powerpoint/2010/main" val="394974640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p:cNvSpPr txBox="1">
            <a:spLocks/>
          </p:cNvSpPr>
          <p:nvPr/>
        </p:nvSpPr>
        <p:spPr>
          <a:xfrm>
            <a:off x="3068865" y="-43728"/>
            <a:ext cx="8697912" cy="1047750"/>
          </a:xfrm>
          <a:prstGeom prst="rect">
            <a:avLst/>
          </a:prstGeom>
        </p:spPr>
        <p:txBody>
          <a:bodyPr/>
          <a:lstStyle>
            <a:lvl1pPr>
              <a:defRPr>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sng" strike="noStrike" kern="1200" cap="none" spc="0" normalizeH="0" baseline="0" noProof="0" dirty="0">
                <a:ln>
                  <a:noFill/>
                </a:ln>
                <a:solidFill>
                  <a:srgbClr val="073262"/>
                </a:solidFill>
                <a:effectLst/>
                <a:uLnTx/>
                <a:uFillTx/>
                <a:latin typeface="Georgia"/>
                <a:ea typeface="+mj-ea"/>
                <a:cs typeface="+mj-cs"/>
              </a:rPr>
              <a:t>Paid on Time Standard – Progress Chart</a:t>
            </a:r>
            <a:endParaRPr kumimoji="0" lang="en-US" sz="1800" b="1" i="0" u="sng" strike="noStrike" kern="1200" cap="none" spc="0" normalizeH="0" baseline="0" noProof="0" dirty="0">
              <a:ln>
                <a:noFill/>
              </a:ln>
              <a:solidFill>
                <a:srgbClr val="073262"/>
              </a:solidFill>
              <a:effectLst/>
              <a:uLnTx/>
              <a:uFillTx/>
              <a:latin typeface="Georgia"/>
              <a:ea typeface="ＭＳ Ｐゴシック"/>
              <a:cs typeface="ＭＳ Ｐゴシック"/>
            </a:endParaRPr>
          </a:p>
        </p:txBody>
      </p:sp>
      <p:sp>
        <p:nvSpPr>
          <p:cNvPr id="6" name="Rounded Rectangle 5"/>
          <p:cNvSpPr/>
          <p:nvPr/>
        </p:nvSpPr>
        <p:spPr>
          <a:xfrm>
            <a:off x="358743" y="915533"/>
            <a:ext cx="1686345" cy="4643437"/>
          </a:xfrm>
          <a:prstGeom prst="roundRect">
            <a:avLst>
              <a:gd name="adj" fmla="val 1120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7" name="Rounded Rectangle 6"/>
          <p:cNvSpPr/>
          <p:nvPr/>
        </p:nvSpPr>
        <p:spPr>
          <a:xfrm>
            <a:off x="568428" y="1169635"/>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8" name="Rounded Rectangle 7"/>
          <p:cNvSpPr/>
          <p:nvPr/>
        </p:nvSpPr>
        <p:spPr>
          <a:xfrm>
            <a:off x="568428" y="1590550"/>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9" name="Rounded Rectangle 8"/>
          <p:cNvSpPr/>
          <p:nvPr/>
        </p:nvSpPr>
        <p:spPr>
          <a:xfrm>
            <a:off x="568428" y="2011465"/>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10" name="Rounded Rectangle 9"/>
          <p:cNvSpPr/>
          <p:nvPr/>
        </p:nvSpPr>
        <p:spPr>
          <a:xfrm>
            <a:off x="568428" y="2446893"/>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11" name="Rounded Rectangle 10"/>
          <p:cNvSpPr/>
          <p:nvPr/>
        </p:nvSpPr>
        <p:spPr>
          <a:xfrm>
            <a:off x="568428" y="2867807"/>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12" name="Rounded Rectangle 11"/>
          <p:cNvSpPr/>
          <p:nvPr/>
        </p:nvSpPr>
        <p:spPr>
          <a:xfrm>
            <a:off x="568428" y="3281466"/>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3" name="Rounded Rectangle 12"/>
          <p:cNvSpPr/>
          <p:nvPr/>
        </p:nvSpPr>
        <p:spPr>
          <a:xfrm>
            <a:off x="568428" y="3702381"/>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4" name="Rounded Rectangle 13"/>
          <p:cNvSpPr/>
          <p:nvPr/>
        </p:nvSpPr>
        <p:spPr>
          <a:xfrm>
            <a:off x="568428" y="4123296"/>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5" name="Rounded Rectangle 14"/>
          <p:cNvSpPr/>
          <p:nvPr/>
        </p:nvSpPr>
        <p:spPr>
          <a:xfrm>
            <a:off x="568428" y="4558724"/>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6" name="Rounded Rectangle 15"/>
          <p:cNvSpPr/>
          <p:nvPr/>
        </p:nvSpPr>
        <p:spPr>
          <a:xfrm>
            <a:off x="568428" y="4979638"/>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7" name="Rounded Rectangle 16"/>
          <p:cNvSpPr/>
          <p:nvPr/>
        </p:nvSpPr>
        <p:spPr>
          <a:xfrm>
            <a:off x="2283244" y="915533"/>
            <a:ext cx="1686345" cy="4643437"/>
          </a:xfrm>
          <a:prstGeom prst="roundRect">
            <a:avLst>
              <a:gd name="adj" fmla="val 1120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18" name="Rounded Rectangle 17"/>
          <p:cNvSpPr/>
          <p:nvPr/>
        </p:nvSpPr>
        <p:spPr>
          <a:xfrm>
            <a:off x="2492929" y="1169635"/>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19" name="Rounded Rectangle 18"/>
          <p:cNvSpPr/>
          <p:nvPr/>
        </p:nvSpPr>
        <p:spPr>
          <a:xfrm>
            <a:off x="2492929" y="1590550"/>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20" name="Rounded Rectangle 19"/>
          <p:cNvSpPr/>
          <p:nvPr/>
        </p:nvSpPr>
        <p:spPr>
          <a:xfrm>
            <a:off x="2492929" y="2011465"/>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21" name="Rounded Rectangle 20"/>
          <p:cNvSpPr/>
          <p:nvPr/>
        </p:nvSpPr>
        <p:spPr>
          <a:xfrm>
            <a:off x="2492929" y="2446893"/>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22" name="Rounded Rectangle 21"/>
          <p:cNvSpPr/>
          <p:nvPr/>
        </p:nvSpPr>
        <p:spPr>
          <a:xfrm>
            <a:off x="2492929" y="2867807"/>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23" name="Rounded Rectangle 22"/>
          <p:cNvSpPr/>
          <p:nvPr/>
        </p:nvSpPr>
        <p:spPr>
          <a:xfrm>
            <a:off x="2492929" y="3281466"/>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24" name="Rounded Rectangle 23"/>
          <p:cNvSpPr/>
          <p:nvPr/>
        </p:nvSpPr>
        <p:spPr>
          <a:xfrm>
            <a:off x="2492929" y="3702381"/>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25" name="Rounded Rectangle 24"/>
          <p:cNvSpPr/>
          <p:nvPr/>
        </p:nvSpPr>
        <p:spPr>
          <a:xfrm>
            <a:off x="2492929" y="4123296"/>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26" name="Rounded Rectangle 25"/>
          <p:cNvSpPr/>
          <p:nvPr/>
        </p:nvSpPr>
        <p:spPr>
          <a:xfrm>
            <a:off x="2492929" y="4558724"/>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27" name="Rounded Rectangle 26"/>
          <p:cNvSpPr/>
          <p:nvPr/>
        </p:nvSpPr>
        <p:spPr>
          <a:xfrm>
            <a:off x="2492929" y="4979638"/>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28" name="Rounded Rectangle 27"/>
          <p:cNvSpPr/>
          <p:nvPr/>
        </p:nvSpPr>
        <p:spPr>
          <a:xfrm>
            <a:off x="4382339" y="1169635"/>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29" name="Rounded Rectangle 28"/>
          <p:cNvSpPr/>
          <p:nvPr/>
        </p:nvSpPr>
        <p:spPr>
          <a:xfrm>
            <a:off x="4382339" y="1590550"/>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30" name="Rounded Rectangle 29"/>
          <p:cNvSpPr/>
          <p:nvPr/>
        </p:nvSpPr>
        <p:spPr>
          <a:xfrm>
            <a:off x="4382339" y="2011465"/>
            <a:ext cx="1266976" cy="274432"/>
          </a:xfrm>
          <a:prstGeom prst="roundRect">
            <a:avLst>
              <a:gd name="adj" fmla="val 4729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31" name="Rounded Rectangle 30"/>
          <p:cNvSpPr/>
          <p:nvPr/>
        </p:nvSpPr>
        <p:spPr>
          <a:xfrm>
            <a:off x="4382339" y="2446893"/>
            <a:ext cx="1266976" cy="274432"/>
          </a:xfrm>
          <a:prstGeom prst="roundRect">
            <a:avLst>
              <a:gd name="adj" fmla="val 4729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32" name="Rounded Rectangle 31"/>
          <p:cNvSpPr/>
          <p:nvPr/>
        </p:nvSpPr>
        <p:spPr>
          <a:xfrm>
            <a:off x="4382339" y="2867807"/>
            <a:ext cx="1266976" cy="274432"/>
          </a:xfrm>
          <a:prstGeom prst="roundRect">
            <a:avLst>
              <a:gd name="adj" fmla="val 4729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33" name="Rounded Rectangle 32"/>
          <p:cNvSpPr/>
          <p:nvPr/>
        </p:nvSpPr>
        <p:spPr>
          <a:xfrm>
            <a:off x="4382339" y="3281466"/>
            <a:ext cx="1266976" cy="274432"/>
          </a:xfrm>
          <a:prstGeom prst="roundRect">
            <a:avLst>
              <a:gd name="adj" fmla="val 4729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34" name="Rounded Rectangle 33"/>
          <p:cNvSpPr/>
          <p:nvPr/>
        </p:nvSpPr>
        <p:spPr>
          <a:xfrm>
            <a:off x="4382339" y="3702381"/>
            <a:ext cx="1266976" cy="274432"/>
          </a:xfrm>
          <a:prstGeom prst="roundRect">
            <a:avLst>
              <a:gd name="adj" fmla="val 4729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35" name="Rounded Rectangle 34"/>
          <p:cNvSpPr/>
          <p:nvPr/>
        </p:nvSpPr>
        <p:spPr>
          <a:xfrm>
            <a:off x="4382339" y="4123296"/>
            <a:ext cx="1266976" cy="274432"/>
          </a:xfrm>
          <a:prstGeom prst="roundRect">
            <a:avLst>
              <a:gd name="adj" fmla="val 4729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36" name="Rounded Rectangle 35"/>
          <p:cNvSpPr/>
          <p:nvPr/>
        </p:nvSpPr>
        <p:spPr>
          <a:xfrm>
            <a:off x="4382339" y="4558724"/>
            <a:ext cx="1266976" cy="274432"/>
          </a:xfrm>
          <a:prstGeom prst="roundRect">
            <a:avLst>
              <a:gd name="adj" fmla="val 4729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37" name="Rounded Rectangle 36"/>
          <p:cNvSpPr/>
          <p:nvPr/>
        </p:nvSpPr>
        <p:spPr>
          <a:xfrm>
            <a:off x="4382339" y="4979638"/>
            <a:ext cx="1266976" cy="274432"/>
          </a:xfrm>
          <a:prstGeom prst="roundRect">
            <a:avLst>
              <a:gd name="adj" fmla="val 4729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38" name="TextBox 37"/>
          <p:cNvSpPr txBox="1"/>
          <p:nvPr/>
        </p:nvSpPr>
        <p:spPr>
          <a:xfrm>
            <a:off x="2733010" y="5603325"/>
            <a:ext cx="117154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73262"/>
                </a:solidFill>
                <a:effectLst/>
                <a:uLnTx/>
                <a:uFillTx/>
                <a:latin typeface="Georgia"/>
                <a:ea typeface="+mn-ea"/>
                <a:cs typeface="+mn-cs"/>
              </a:rPr>
              <a:t>86.15%</a:t>
            </a:r>
          </a:p>
        </p:txBody>
      </p:sp>
      <p:sp>
        <p:nvSpPr>
          <p:cNvPr id="39" name="Rectangle 38"/>
          <p:cNvSpPr/>
          <p:nvPr/>
        </p:nvSpPr>
        <p:spPr>
          <a:xfrm>
            <a:off x="0" y="6062760"/>
            <a:ext cx="12192000" cy="37421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92D050"/>
                </a:solidFill>
                <a:effectLst/>
                <a:uLnTx/>
                <a:uFillTx/>
                <a:latin typeface="Georgia"/>
                <a:ea typeface="+mn-ea"/>
                <a:cs typeface="+mn-cs"/>
              </a:rPr>
              <a:t>8%</a:t>
            </a:r>
            <a:r>
              <a:rPr kumimoji="0" lang="en-US" sz="2400" b="0" i="0" u="none" strike="noStrike" kern="1200" cap="none" spc="0" normalizeH="0" baseline="0" noProof="0" dirty="0">
                <a:ln>
                  <a:noFill/>
                </a:ln>
                <a:solidFill>
                  <a:srgbClr val="FF0000"/>
                </a:solidFill>
                <a:effectLst/>
                <a:uLnTx/>
                <a:uFillTx/>
                <a:latin typeface="Georgia"/>
                <a:ea typeface="+mn-ea"/>
                <a:cs typeface="+mn-cs"/>
              </a:rPr>
              <a:t>  </a:t>
            </a:r>
            <a:r>
              <a:rPr kumimoji="0" lang="en-US" sz="1600" b="0" i="0" u="none" strike="noStrike" kern="1200" cap="none" spc="0" normalizeH="0" baseline="0" noProof="0" dirty="0">
                <a:ln>
                  <a:noFill/>
                </a:ln>
                <a:solidFill>
                  <a:prstClr val="white"/>
                </a:solidFill>
                <a:effectLst/>
                <a:uLnTx/>
                <a:uFillTx/>
                <a:latin typeface="Georgia"/>
                <a:ea typeface="+mn-ea"/>
                <a:cs typeface="+mn-cs"/>
              </a:rPr>
              <a:t>average POT increase after the initiation of the project</a:t>
            </a:r>
          </a:p>
        </p:txBody>
      </p:sp>
      <p:sp>
        <p:nvSpPr>
          <p:cNvPr id="40" name="TextBox 39"/>
          <p:cNvSpPr txBox="1"/>
          <p:nvPr/>
        </p:nvSpPr>
        <p:spPr>
          <a:xfrm>
            <a:off x="918947" y="5603325"/>
            <a:ext cx="117154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73262"/>
                </a:solidFill>
                <a:effectLst/>
                <a:uLnTx/>
                <a:uFillTx/>
                <a:latin typeface="Georgia"/>
                <a:ea typeface="+mn-ea"/>
                <a:cs typeface="+mn-cs"/>
              </a:rPr>
              <a:t>78.89%</a:t>
            </a:r>
          </a:p>
        </p:txBody>
      </p:sp>
      <p:sp>
        <p:nvSpPr>
          <p:cNvPr id="41" name="TextBox 40"/>
          <p:cNvSpPr txBox="1"/>
          <p:nvPr/>
        </p:nvSpPr>
        <p:spPr>
          <a:xfrm>
            <a:off x="8450827" y="521912"/>
            <a:ext cx="117154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73262"/>
                </a:solidFill>
                <a:effectLst/>
                <a:uLnTx/>
                <a:uFillTx/>
                <a:latin typeface="Georgia"/>
                <a:ea typeface="+mn-ea"/>
                <a:cs typeface="+mn-cs"/>
              </a:rPr>
              <a:t>June</a:t>
            </a:r>
          </a:p>
        </p:txBody>
      </p:sp>
      <p:sp>
        <p:nvSpPr>
          <p:cNvPr id="42" name="TextBox 41"/>
          <p:cNvSpPr txBox="1"/>
          <p:nvPr/>
        </p:nvSpPr>
        <p:spPr>
          <a:xfrm>
            <a:off x="10466909" y="516291"/>
            <a:ext cx="12288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73262"/>
                </a:solidFill>
                <a:effectLst/>
                <a:uLnTx/>
                <a:uFillTx/>
                <a:latin typeface="Georgia"/>
                <a:ea typeface="+mn-ea"/>
                <a:cs typeface="+mn-cs"/>
              </a:rPr>
              <a:t>July</a:t>
            </a:r>
          </a:p>
        </p:txBody>
      </p:sp>
      <p:sp>
        <p:nvSpPr>
          <p:cNvPr id="44" name="Rounded Rectangle 43"/>
          <p:cNvSpPr/>
          <p:nvPr/>
        </p:nvSpPr>
        <p:spPr>
          <a:xfrm>
            <a:off x="360511" y="929481"/>
            <a:ext cx="1686345" cy="4643437"/>
          </a:xfrm>
          <a:prstGeom prst="roundRect">
            <a:avLst>
              <a:gd name="adj" fmla="val 1120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45" name="Rounded Rectangle 44"/>
          <p:cNvSpPr/>
          <p:nvPr/>
        </p:nvSpPr>
        <p:spPr>
          <a:xfrm>
            <a:off x="570196" y="1183583"/>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46" name="Rounded Rectangle 45"/>
          <p:cNvSpPr/>
          <p:nvPr/>
        </p:nvSpPr>
        <p:spPr>
          <a:xfrm>
            <a:off x="570196" y="1604498"/>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47" name="Rounded Rectangle 46"/>
          <p:cNvSpPr/>
          <p:nvPr/>
        </p:nvSpPr>
        <p:spPr>
          <a:xfrm>
            <a:off x="570196" y="2025413"/>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48" name="Rounded Rectangle 47"/>
          <p:cNvSpPr/>
          <p:nvPr/>
        </p:nvSpPr>
        <p:spPr>
          <a:xfrm>
            <a:off x="570196" y="2460841"/>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49" name="Rounded Rectangle 48"/>
          <p:cNvSpPr/>
          <p:nvPr/>
        </p:nvSpPr>
        <p:spPr>
          <a:xfrm>
            <a:off x="570196" y="2881755"/>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50" name="Rounded Rectangle 49"/>
          <p:cNvSpPr/>
          <p:nvPr/>
        </p:nvSpPr>
        <p:spPr>
          <a:xfrm>
            <a:off x="570196" y="3295414"/>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51" name="Rounded Rectangle 50"/>
          <p:cNvSpPr/>
          <p:nvPr/>
        </p:nvSpPr>
        <p:spPr>
          <a:xfrm>
            <a:off x="570196" y="3716329"/>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52" name="Rounded Rectangle 51"/>
          <p:cNvSpPr/>
          <p:nvPr/>
        </p:nvSpPr>
        <p:spPr>
          <a:xfrm>
            <a:off x="570196" y="4137244"/>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53" name="Rounded Rectangle 52"/>
          <p:cNvSpPr/>
          <p:nvPr/>
        </p:nvSpPr>
        <p:spPr>
          <a:xfrm>
            <a:off x="570196" y="4572672"/>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54" name="Rounded Rectangle 53"/>
          <p:cNvSpPr/>
          <p:nvPr/>
        </p:nvSpPr>
        <p:spPr>
          <a:xfrm>
            <a:off x="570196" y="4993586"/>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55" name="Rounded Rectangle 54"/>
          <p:cNvSpPr/>
          <p:nvPr/>
        </p:nvSpPr>
        <p:spPr>
          <a:xfrm>
            <a:off x="570196" y="3716329"/>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56" name="Rounded Rectangle 55"/>
          <p:cNvSpPr/>
          <p:nvPr/>
        </p:nvSpPr>
        <p:spPr>
          <a:xfrm>
            <a:off x="570196" y="3284506"/>
            <a:ext cx="1266976" cy="288727"/>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57" name="Rounded Rectangle 56"/>
          <p:cNvSpPr/>
          <p:nvPr/>
        </p:nvSpPr>
        <p:spPr>
          <a:xfrm>
            <a:off x="570196" y="2867807"/>
            <a:ext cx="1266976" cy="295751"/>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58" name="Rounded Rectangle 57"/>
          <p:cNvSpPr/>
          <p:nvPr/>
        </p:nvSpPr>
        <p:spPr>
          <a:xfrm>
            <a:off x="570196" y="2460841"/>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59" name="Rounded Rectangle 58"/>
          <p:cNvSpPr/>
          <p:nvPr/>
        </p:nvSpPr>
        <p:spPr>
          <a:xfrm>
            <a:off x="570195" y="2018535"/>
            <a:ext cx="1266976" cy="292497"/>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60" name="Freeform 59"/>
          <p:cNvSpPr/>
          <p:nvPr/>
        </p:nvSpPr>
        <p:spPr>
          <a:xfrm>
            <a:off x="540401" y="1591418"/>
            <a:ext cx="405632" cy="286085"/>
          </a:xfrm>
          <a:custGeom>
            <a:avLst/>
            <a:gdLst>
              <a:gd name="connsiteX0" fmla="*/ 129801 w 405632"/>
              <a:gd name="connsiteY0" fmla="*/ 0 h 274432"/>
              <a:gd name="connsiteX1" fmla="*/ 405632 w 405632"/>
              <a:gd name="connsiteY1" fmla="*/ 0 h 274432"/>
              <a:gd name="connsiteX2" fmla="*/ 405632 w 405632"/>
              <a:gd name="connsiteY2" fmla="*/ 274432 h 274432"/>
              <a:gd name="connsiteX3" fmla="*/ 129801 w 405632"/>
              <a:gd name="connsiteY3" fmla="*/ 274432 h 274432"/>
              <a:gd name="connsiteX4" fmla="*/ 0 w 405632"/>
              <a:gd name="connsiteY4" fmla="*/ 144631 h 274432"/>
              <a:gd name="connsiteX5" fmla="*/ 0 w 405632"/>
              <a:gd name="connsiteY5" fmla="*/ 129801 h 274432"/>
              <a:gd name="connsiteX6" fmla="*/ 129801 w 405632"/>
              <a:gd name="connsiteY6" fmla="*/ 0 h 274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5632" h="274432">
                <a:moveTo>
                  <a:pt x="129801" y="0"/>
                </a:moveTo>
                <a:lnTo>
                  <a:pt x="405632" y="0"/>
                </a:lnTo>
                <a:lnTo>
                  <a:pt x="405632" y="274432"/>
                </a:lnTo>
                <a:lnTo>
                  <a:pt x="129801" y="274432"/>
                </a:lnTo>
                <a:cubicBezTo>
                  <a:pt x="58114" y="274432"/>
                  <a:pt x="0" y="216318"/>
                  <a:pt x="0" y="144631"/>
                </a:cubicBezTo>
                <a:lnTo>
                  <a:pt x="0" y="129801"/>
                </a:lnTo>
                <a:cubicBezTo>
                  <a:pt x="0" y="58114"/>
                  <a:pt x="58114" y="0"/>
                  <a:pt x="12980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61" name="Rounded Rectangle 60"/>
          <p:cNvSpPr/>
          <p:nvPr/>
        </p:nvSpPr>
        <p:spPr>
          <a:xfrm>
            <a:off x="2482647" y="1995744"/>
            <a:ext cx="1275214" cy="292497"/>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62" name="Rounded Rectangle 61"/>
          <p:cNvSpPr/>
          <p:nvPr/>
        </p:nvSpPr>
        <p:spPr>
          <a:xfrm>
            <a:off x="4189145" y="895811"/>
            <a:ext cx="1686345" cy="4643437"/>
          </a:xfrm>
          <a:prstGeom prst="roundRect">
            <a:avLst>
              <a:gd name="adj" fmla="val 1120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63" name="Rounded Rectangle 62"/>
          <p:cNvSpPr/>
          <p:nvPr/>
        </p:nvSpPr>
        <p:spPr>
          <a:xfrm>
            <a:off x="4398830" y="1149913"/>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64" name="Rounded Rectangle 63"/>
          <p:cNvSpPr/>
          <p:nvPr/>
        </p:nvSpPr>
        <p:spPr>
          <a:xfrm>
            <a:off x="4398830" y="1570828"/>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65" name="Rounded Rectangle 64"/>
          <p:cNvSpPr/>
          <p:nvPr/>
        </p:nvSpPr>
        <p:spPr>
          <a:xfrm>
            <a:off x="4398830" y="1991743"/>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66" name="Rounded Rectangle 65"/>
          <p:cNvSpPr/>
          <p:nvPr/>
        </p:nvSpPr>
        <p:spPr>
          <a:xfrm>
            <a:off x="4398830" y="2427171"/>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67" name="Rounded Rectangle 66"/>
          <p:cNvSpPr/>
          <p:nvPr/>
        </p:nvSpPr>
        <p:spPr>
          <a:xfrm>
            <a:off x="4398830" y="2848085"/>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68" name="Rounded Rectangle 67"/>
          <p:cNvSpPr/>
          <p:nvPr/>
        </p:nvSpPr>
        <p:spPr>
          <a:xfrm>
            <a:off x="4398830" y="3261744"/>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69" name="Rounded Rectangle 68"/>
          <p:cNvSpPr/>
          <p:nvPr/>
        </p:nvSpPr>
        <p:spPr>
          <a:xfrm>
            <a:off x="4398830" y="3682659"/>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70" name="Rounded Rectangle 69"/>
          <p:cNvSpPr/>
          <p:nvPr/>
        </p:nvSpPr>
        <p:spPr>
          <a:xfrm>
            <a:off x="4398830" y="4103574"/>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71" name="Rounded Rectangle 70"/>
          <p:cNvSpPr/>
          <p:nvPr/>
        </p:nvSpPr>
        <p:spPr>
          <a:xfrm>
            <a:off x="4398830" y="4539002"/>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72" name="Rounded Rectangle 71"/>
          <p:cNvSpPr/>
          <p:nvPr/>
        </p:nvSpPr>
        <p:spPr>
          <a:xfrm>
            <a:off x="4398830" y="4959916"/>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73" name="Freeform 72"/>
          <p:cNvSpPr/>
          <p:nvPr/>
        </p:nvSpPr>
        <p:spPr>
          <a:xfrm>
            <a:off x="4392650" y="1562363"/>
            <a:ext cx="714409" cy="290154"/>
          </a:xfrm>
          <a:custGeom>
            <a:avLst/>
            <a:gdLst>
              <a:gd name="connsiteX0" fmla="*/ 129801 w 941395"/>
              <a:gd name="connsiteY0" fmla="*/ 0 h 274432"/>
              <a:gd name="connsiteX1" fmla="*/ 941395 w 941395"/>
              <a:gd name="connsiteY1" fmla="*/ 0 h 274432"/>
              <a:gd name="connsiteX2" fmla="*/ 941395 w 941395"/>
              <a:gd name="connsiteY2" fmla="*/ 274432 h 274432"/>
              <a:gd name="connsiteX3" fmla="*/ 129801 w 941395"/>
              <a:gd name="connsiteY3" fmla="*/ 274432 h 274432"/>
              <a:gd name="connsiteX4" fmla="*/ 0 w 941395"/>
              <a:gd name="connsiteY4" fmla="*/ 144631 h 274432"/>
              <a:gd name="connsiteX5" fmla="*/ 0 w 941395"/>
              <a:gd name="connsiteY5" fmla="*/ 129801 h 274432"/>
              <a:gd name="connsiteX6" fmla="*/ 129801 w 941395"/>
              <a:gd name="connsiteY6" fmla="*/ 0 h 274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1395" h="274432">
                <a:moveTo>
                  <a:pt x="129801" y="0"/>
                </a:moveTo>
                <a:lnTo>
                  <a:pt x="941395" y="0"/>
                </a:lnTo>
                <a:lnTo>
                  <a:pt x="941395" y="274432"/>
                </a:lnTo>
                <a:lnTo>
                  <a:pt x="129801" y="274432"/>
                </a:lnTo>
                <a:cubicBezTo>
                  <a:pt x="58114" y="274432"/>
                  <a:pt x="0" y="216318"/>
                  <a:pt x="0" y="144631"/>
                </a:cubicBezTo>
                <a:lnTo>
                  <a:pt x="0" y="129801"/>
                </a:lnTo>
                <a:cubicBezTo>
                  <a:pt x="0" y="58114"/>
                  <a:pt x="58114" y="0"/>
                  <a:pt x="12980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74" name="Rounded Rectangle 73"/>
          <p:cNvSpPr/>
          <p:nvPr/>
        </p:nvSpPr>
        <p:spPr>
          <a:xfrm>
            <a:off x="4388548" y="1976022"/>
            <a:ext cx="1275214" cy="292497"/>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75" name="TextBox 74"/>
          <p:cNvSpPr txBox="1"/>
          <p:nvPr/>
        </p:nvSpPr>
        <p:spPr>
          <a:xfrm>
            <a:off x="4612110" y="5558537"/>
            <a:ext cx="117154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73262"/>
                </a:solidFill>
                <a:effectLst/>
                <a:uLnTx/>
                <a:uFillTx/>
                <a:latin typeface="Georgia"/>
                <a:ea typeface="+mn-ea"/>
                <a:cs typeface="+mn-cs"/>
              </a:rPr>
              <a:t>86.14%</a:t>
            </a:r>
          </a:p>
        </p:txBody>
      </p:sp>
      <p:sp>
        <p:nvSpPr>
          <p:cNvPr id="76" name="TextBox 75"/>
          <p:cNvSpPr txBox="1"/>
          <p:nvPr/>
        </p:nvSpPr>
        <p:spPr>
          <a:xfrm>
            <a:off x="6583048" y="5544724"/>
            <a:ext cx="117154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73262"/>
                </a:solidFill>
                <a:effectLst/>
                <a:uLnTx/>
                <a:uFillTx/>
                <a:latin typeface="Georgia"/>
                <a:ea typeface="+mn-ea"/>
                <a:cs typeface="+mn-cs"/>
              </a:rPr>
              <a:t>86.31%</a:t>
            </a:r>
          </a:p>
        </p:txBody>
      </p:sp>
      <p:sp>
        <p:nvSpPr>
          <p:cNvPr id="78" name="Rounded Rectangle 77"/>
          <p:cNvSpPr/>
          <p:nvPr/>
        </p:nvSpPr>
        <p:spPr>
          <a:xfrm>
            <a:off x="6105107" y="893455"/>
            <a:ext cx="1686345" cy="4643437"/>
          </a:xfrm>
          <a:prstGeom prst="roundRect">
            <a:avLst>
              <a:gd name="adj" fmla="val 1120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79" name="Rounded Rectangle 78"/>
          <p:cNvSpPr/>
          <p:nvPr/>
        </p:nvSpPr>
        <p:spPr>
          <a:xfrm>
            <a:off x="6314792" y="1182188"/>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80" name="Rounded Rectangle 79"/>
          <p:cNvSpPr/>
          <p:nvPr/>
        </p:nvSpPr>
        <p:spPr>
          <a:xfrm>
            <a:off x="6314792" y="1603103"/>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81" name="Rounded Rectangle 80"/>
          <p:cNvSpPr/>
          <p:nvPr/>
        </p:nvSpPr>
        <p:spPr>
          <a:xfrm>
            <a:off x="6314792" y="2024018"/>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82" name="Rounded Rectangle 81"/>
          <p:cNvSpPr/>
          <p:nvPr/>
        </p:nvSpPr>
        <p:spPr>
          <a:xfrm>
            <a:off x="6314792" y="2459446"/>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83" name="Rounded Rectangle 82"/>
          <p:cNvSpPr/>
          <p:nvPr/>
        </p:nvSpPr>
        <p:spPr>
          <a:xfrm>
            <a:off x="6314792" y="2880360"/>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84" name="Rounded Rectangle 83"/>
          <p:cNvSpPr/>
          <p:nvPr/>
        </p:nvSpPr>
        <p:spPr>
          <a:xfrm>
            <a:off x="6314792" y="3294019"/>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85" name="Rounded Rectangle 84"/>
          <p:cNvSpPr/>
          <p:nvPr/>
        </p:nvSpPr>
        <p:spPr>
          <a:xfrm>
            <a:off x="6314792" y="3714934"/>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86" name="Rounded Rectangle 85"/>
          <p:cNvSpPr/>
          <p:nvPr/>
        </p:nvSpPr>
        <p:spPr>
          <a:xfrm>
            <a:off x="6314792" y="4135849"/>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87" name="Rounded Rectangle 86"/>
          <p:cNvSpPr/>
          <p:nvPr/>
        </p:nvSpPr>
        <p:spPr>
          <a:xfrm>
            <a:off x="6314792" y="4571277"/>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88" name="Rounded Rectangle 87"/>
          <p:cNvSpPr/>
          <p:nvPr/>
        </p:nvSpPr>
        <p:spPr>
          <a:xfrm>
            <a:off x="6314792" y="4992191"/>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89" name="Rounded Rectangle 88"/>
          <p:cNvSpPr/>
          <p:nvPr/>
        </p:nvSpPr>
        <p:spPr>
          <a:xfrm>
            <a:off x="6316560" y="1196136"/>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90" name="Rounded Rectangle 89"/>
          <p:cNvSpPr/>
          <p:nvPr/>
        </p:nvSpPr>
        <p:spPr>
          <a:xfrm>
            <a:off x="6316560" y="1617051"/>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91" name="Rounded Rectangle 90"/>
          <p:cNvSpPr/>
          <p:nvPr/>
        </p:nvSpPr>
        <p:spPr>
          <a:xfrm>
            <a:off x="6316560" y="2037966"/>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92" name="Rounded Rectangle 91"/>
          <p:cNvSpPr/>
          <p:nvPr/>
        </p:nvSpPr>
        <p:spPr>
          <a:xfrm>
            <a:off x="6316560" y="2473394"/>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93" name="Rounded Rectangle 92"/>
          <p:cNvSpPr/>
          <p:nvPr/>
        </p:nvSpPr>
        <p:spPr>
          <a:xfrm>
            <a:off x="6316560" y="2894308"/>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94" name="Rounded Rectangle 93"/>
          <p:cNvSpPr/>
          <p:nvPr/>
        </p:nvSpPr>
        <p:spPr>
          <a:xfrm>
            <a:off x="6316560" y="3307967"/>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95" name="Rounded Rectangle 94"/>
          <p:cNvSpPr/>
          <p:nvPr/>
        </p:nvSpPr>
        <p:spPr>
          <a:xfrm>
            <a:off x="6316560" y="3728882"/>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96" name="Rounded Rectangle 95"/>
          <p:cNvSpPr/>
          <p:nvPr/>
        </p:nvSpPr>
        <p:spPr>
          <a:xfrm>
            <a:off x="6316560" y="4149797"/>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97" name="Rounded Rectangle 96"/>
          <p:cNvSpPr/>
          <p:nvPr/>
        </p:nvSpPr>
        <p:spPr>
          <a:xfrm>
            <a:off x="6316560" y="4585225"/>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98" name="Rounded Rectangle 97"/>
          <p:cNvSpPr/>
          <p:nvPr/>
        </p:nvSpPr>
        <p:spPr>
          <a:xfrm>
            <a:off x="6316560" y="5006139"/>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99" name="Rounded Rectangle 98"/>
          <p:cNvSpPr/>
          <p:nvPr/>
        </p:nvSpPr>
        <p:spPr>
          <a:xfrm>
            <a:off x="6316560" y="3728882"/>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00" name="Rounded Rectangle 99"/>
          <p:cNvSpPr/>
          <p:nvPr/>
        </p:nvSpPr>
        <p:spPr>
          <a:xfrm>
            <a:off x="6316560" y="3297059"/>
            <a:ext cx="1266976" cy="288727"/>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01" name="Rounded Rectangle 100"/>
          <p:cNvSpPr/>
          <p:nvPr/>
        </p:nvSpPr>
        <p:spPr>
          <a:xfrm>
            <a:off x="6303112" y="2015712"/>
            <a:ext cx="1278656" cy="294427"/>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03" name="TextBox 102"/>
          <p:cNvSpPr txBox="1"/>
          <p:nvPr/>
        </p:nvSpPr>
        <p:spPr>
          <a:xfrm>
            <a:off x="10271385" y="5500061"/>
            <a:ext cx="117154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2060"/>
                </a:solidFill>
                <a:effectLst/>
                <a:uLnTx/>
                <a:uFillTx/>
                <a:latin typeface="Georgia"/>
                <a:ea typeface="+mn-ea"/>
                <a:cs typeface="+mn-cs"/>
              </a:rPr>
              <a:t>89.45%</a:t>
            </a:r>
          </a:p>
        </p:txBody>
      </p:sp>
      <p:sp>
        <p:nvSpPr>
          <p:cNvPr id="105" name="Rounded Rectangle 104"/>
          <p:cNvSpPr/>
          <p:nvPr/>
        </p:nvSpPr>
        <p:spPr>
          <a:xfrm>
            <a:off x="9964498" y="906155"/>
            <a:ext cx="1686345" cy="4643437"/>
          </a:xfrm>
          <a:prstGeom prst="roundRect">
            <a:avLst>
              <a:gd name="adj" fmla="val 1120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106" name="Rounded Rectangle 105"/>
          <p:cNvSpPr/>
          <p:nvPr/>
        </p:nvSpPr>
        <p:spPr>
          <a:xfrm>
            <a:off x="10174183" y="1194888"/>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107" name="Rounded Rectangle 106"/>
          <p:cNvSpPr/>
          <p:nvPr/>
        </p:nvSpPr>
        <p:spPr>
          <a:xfrm>
            <a:off x="10174183" y="1615803"/>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108" name="Rounded Rectangle 107"/>
          <p:cNvSpPr/>
          <p:nvPr/>
        </p:nvSpPr>
        <p:spPr>
          <a:xfrm>
            <a:off x="10174183" y="2036718"/>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109" name="Rounded Rectangle 108"/>
          <p:cNvSpPr/>
          <p:nvPr/>
        </p:nvSpPr>
        <p:spPr>
          <a:xfrm>
            <a:off x="10174183" y="2472146"/>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110" name="Rounded Rectangle 109"/>
          <p:cNvSpPr/>
          <p:nvPr/>
        </p:nvSpPr>
        <p:spPr>
          <a:xfrm>
            <a:off x="10174183" y="2893060"/>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111" name="Rounded Rectangle 110"/>
          <p:cNvSpPr/>
          <p:nvPr/>
        </p:nvSpPr>
        <p:spPr>
          <a:xfrm>
            <a:off x="10174183" y="3306719"/>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12" name="Rounded Rectangle 111"/>
          <p:cNvSpPr/>
          <p:nvPr/>
        </p:nvSpPr>
        <p:spPr>
          <a:xfrm>
            <a:off x="10174183" y="3727634"/>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13" name="Rounded Rectangle 112"/>
          <p:cNvSpPr/>
          <p:nvPr/>
        </p:nvSpPr>
        <p:spPr>
          <a:xfrm>
            <a:off x="10174183" y="4148549"/>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14" name="Rounded Rectangle 113"/>
          <p:cNvSpPr/>
          <p:nvPr/>
        </p:nvSpPr>
        <p:spPr>
          <a:xfrm>
            <a:off x="10174183" y="4583977"/>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15" name="Rounded Rectangle 114"/>
          <p:cNvSpPr/>
          <p:nvPr/>
        </p:nvSpPr>
        <p:spPr>
          <a:xfrm>
            <a:off x="10174183" y="5004891"/>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16" name="Rounded Rectangle 115"/>
          <p:cNvSpPr/>
          <p:nvPr/>
        </p:nvSpPr>
        <p:spPr>
          <a:xfrm>
            <a:off x="10175951" y="1208836"/>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117" name="Rounded Rectangle 116"/>
          <p:cNvSpPr/>
          <p:nvPr/>
        </p:nvSpPr>
        <p:spPr>
          <a:xfrm>
            <a:off x="10175951" y="1629751"/>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118" name="Rounded Rectangle 117"/>
          <p:cNvSpPr/>
          <p:nvPr/>
        </p:nvSpPr>
        <p:spPr>
          <a:xfrm>
            <a:off x="10175951" y="2050666"/>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119" name="Rounded Rectangle 118"/>
          <p:cNvSpPr/>
          <p:nvPr/>
        </p:nvSpPr>
        <p:spPr>
          <a:xfrm>
            <a:off x="10175951" y="2486094"/>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120" name="Rounded Rectangle 119"/>
          <p:cNvSpPr/>
          <p:nvPr/>
        </p:nvSpPr>
        <p:spPr>
          <a:xfrm>
            <a:off x="10175951" y="2907008"/>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121" name="Rounded Rectangle 120"/>
          <p:cNvSpPr/>
          <p:nvPr/>
        </p:nvSpPr>
        <p:spPr>
          <a:xfrm>
            <a:off x="10175951" y="3320667"/>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122" name="Rounded Rectangle 121"/>
          <p:cNvSpPr/>
          <p:nvPr/>
        </p:nvSpPr>
        <p:spPr>
          <a:xfrm>
            <a:off x="10175951" y="3741582"/>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123" name="Rounded Rectangle 122"/>
          <p:cNvSpPr/>
          <p:nvPr/>
        </p:nvSpPr>
        <p:spPr>
          <a:xfrm>
            <a:off x="10175951" y="4162497"/>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24" name="Rounded Rectangle 123"/>
          <p:cNvSpPr/>
          <p:nvPr/>
        </p:nvSpPr>
        <p:spPr>
          <a:xfrm>
            <a:off x="10175951" y="4597925"/>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25" name="Rounded Rectangle 124"/>
          <p:cNvSpPr/>
          <p:nvPr/>
        </p:nvSpPr>
        <p:spPr>
          <a:xfrm>
            <a:off x="10175951" y="5018839"/>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26" name="Rounded Rectangle 125"/>
          <p:cNvSpPr/>
          <p:nvPr/>
        </p:nvSpPr>
        <p:spPr>
          <a:xfrm>
            <a:off x="10175951" y="3741582"/>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27" name="Rounded Rectangle 126"/>
          <p:cNvSpPr/>
          <p:nvPr/>
        </p:nvSpPr>
        <p:spPr>
          <a:xfrm>
            <a:off x="10175951" y="3309759"/>
            <a:ext cx="1266976" cy="288727"/>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28" name="Rounded Rectangle 127"/>
          <p:cNvSpPr/>
          <p:nvPr/>
        </p:nvSpPr>
        <p:spPr>
          <a:xfrm>
            <a:off x="10162503" y="2028412"/>
            <a:ext cx="1278656" cy="294427"/>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29" name="Freeform 128"/>
          <p:cNvSpPr/>
          <p:nvPr/>
        </p:nvSpPr>
        <p:spPr>
          <a:xfrm>
            <a:off x="10175952" y="1601867"/>
            <a:ext cx="1078610" cy="314215"/>
          </a:xfrm>
          <a:custGeom>
            <a:avLst/>
            <a:gdLst>
              <a:gd name="connsiteX0" fmla="*/ 129801 w 941395"/>
              <a:gd name="connsiteY0" fmla="*/ 0 h 274432"/>
              <a:gd name="connsiteX1" fmla="*/ 941395 w 941395"/>
              <a:gd name="connsiteY1" fmla="*/ 0 h 274432"/>
              <a:gd name="connsiteX2" fmla="*/ 941395 w 941395"/>
              <a:gd name="connsiteY2" fmla="*/ 274432 h 274432"/>
              <a:gd name="connsiteX3" fmla="*/ 129801 w 941395"/>
              <a:gd name="connsiteY3" fmla="*/ 274432 h 274432"/>
              <a:gd name="connsiteX4" fmla="*/ 0 w 941395"/>
              <a:gd name="connsiteY4" fmla="*/ 144631 h 274432"/>
              <a:gd name="connsiteX5" fmla="*/ 0 w 941395"/>
              <a:gd name="connsiteY5" fmla="*/ 129801 h 274432"/>
              <a:gd name="connsiteX6" fmla="*/ 129801 w 941395"/>
              <a:gd name="connsiteY6" fmla="*/ 0 h 274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1395" h="274432">
                <a:moveTo>
                  <a:pt x="129801" y="0"/>
                </a:moveTo>
                <a:lnTo>
                  <a:pt x="941395" y="0"/>
                </a:lnTo>
                <a:lnTo>
                  <a:pt x="941395" y="274432"/>
                </a:lnTo>
                <a:lnTo>
                  <a:pt x="129801" y="274432"/>
                </a:lnTo>
                <a:cubicBezTo>
                  <a:pt x="58114" y="274432"/>
                  <a:pt x="0" y="216318"/>
                  <a:pt x="0" y="144631"/>
                </a:cubicBezTo>
                <a:lnTo>
                  <a:pt x="0" y="129801"/>
                </a:lnTo>
                <a:cubicBezTo>
                  <a:pt x="0" y="58114"/>
                  <a:pt x="58114" y="0"/>
                  <a:pt x="12980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131" name="Rounded Rectangle 130"/>
          <p:cNvSpPr/>
          <p:nvPr/>
        </p:nvSpPr>
        <p:spPr>
          <a:xfrm>
            <a:off x="6304409" y="2448314"/>
            <a:ext cx="1266976" cy="292497"/>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32" name="Rounded Rectangle 131"/>
          <p:cNvSpPr/>
          <p:nvPr/>
        </p:nvSpPr>
        <p:spPr>
          <a:xfrm>
            <a:off x="6314076" y="2880887"/>
            <a:ext cx="1266976" cy="292497"/>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33" name="Rounded Rectangle 132"/>
          <p:cNvSpPr/>
          <p:nvPr/>
        </p:nvSpPr>
        <p:spPr>
          <a:xfrm>
            <a:off x="10173467" y="2893587"/>
            <a:ext cx="1266976" cy="292497"/>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34" name="Rounded Rectangle 133"/>
          <p:cNvSpPr/>
          <p:nvPr/>
        </p:nvSpPr>
        <p:spPr>
          <a:xfrm>
            <a:off x="10169480" y="2472602"/>
            <a:ext cx="1266976" cy="292497"/>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36" name="Rounded Rectangle 135"/>
          <p:cNvSpPr/>
          <p:nvPr/>
        </p:nvSpPr>
        <p:spPr>
          <a:xfrm>
            <a:off x="8052443" y="887809"/>
            <a:ext cx="1686345" cy="4643437"/>
          </a:xfrm>
          <a:prstGeom prst="roundRect">
            <a:avLst>
              <a:gd name="adj" fmla="val 1120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137" name="Rounded Rectangle 136"/>
          <p:cNvSpPr/>
          <p:nvPr/>
        </p:nvSpPr>
        <p:spPr>
          <a:xfrm>
            <a:off x="8262128" y="1176542"/>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138" name="Rounded Rectangle 137"/>
          <p:cNvSpPr/>
          <p:nvPr/>
        </p:nvSpPr>
        <p:spPr>
          <a:xfrm>
            <a:off x="8262128" y="1597457"/>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139" name="Rounded Rectangle 138"/>
          <p:cNvSpPr/>
          <p:nvPr/>
        </p:nvSpPr>
        <p:spPr>
          <a:xfrm>
            <a:off x="8262128" y="2018372"/>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140" name="Rounded Rectangle 139"/>
          <p:cNvSpPr/>
          <p:nvPr/>
        </p:nvSpPr>
        <p:spPr>
          <a:xfrm>
            <a:off x="8262128" y="2453800"/>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141" name="Rounded Rectangle 140"/>
          <p:cNvSpPr/>
          <p:nvPr/>
        </p:nvSpPr>
        <p:spPr>
          <a:xfrm>
            <a:off x="8262128" y="2874714"/>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142" name="Rounded Rectangle 141"/>
          <p:cNvSpPr/>
          <p:nvPr/>
        </p:nvSpPr>
        <p:spPr>
          <a:xfrm>
            <a:off x="8262128" y="3288373"/>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43" name="Rounded Rectangle 142"/>
          <p:cNvSpPr/>
          <p:nvPr/>
        </p:nvSpPr>
        <p:spPr>
          <a:xfrm>
            <a:off x="8262128" y="3709288"/>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44" name="Rounded Rectangle 143"/>
          <p:cNvSpPr/>
          <p:nvPr/>
        </p:nvSpPr>
        <p:spPr>
          <a:xfrm>
            <a:off x="8262128" y="4130203"/>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45" name="Rounded Rectangle 144"/>
          <p:cNvSpPr/>
          <p:nvPr/>
        </p:nvSpPr>
        <p:spPr>
          <a:xfrm>
            <a:off x="8262128" y="4565631"/>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46" name="Rounded Rectangle 145"/>
          <p:cNvSpPr/>
          <p:nvPr/>
        </p:nvSpPr>
        <p:spPr>
          <a:xfrm>
            <a:off x="8262128" y="4986545"/>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47" name="Rounded Rectangle 146"/>
          <p:cNvSpPr/>
          <p:nvPr/>
        </p:nvSpPr>
        <p:spPr>
          <a:xfrm>
            <a:off x="8263896" y="1190490"/>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148" name="Rounded Rectangle 147"/>
          <p:cNvSpPr/>
          <p:nvPr/>
        </p:nvSpPr>
        <p:spPr>
          <a:xfrm>
            <a:off x="8263896" y="1611405"/>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149" name="Rounded Rectangle 148"/>
          <p:cNvSpPr/>
          <p:nvPr/>
        </p:nvSpPr>
        <p:spPr>
          <a:xfrm>
            <a:off x="8263896" y="2032320"/>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150" name="Rounded Rectangle 149"/>
          <p:cNvSpPr/>
          <p:nvPr/>
        </p:nvSpPr>
        <p:spPr>
          <a:xfrm>
            <a:off x="8263896" y="2467748"/>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151" name="Rounded Rectangle 150"/>
          <p:cNvSpPr/>
          <p:nvPr/>
        </p:nvSpPr>
        <p:spPr>
          <a:xfrm>
            <a:off x="8263896" y="2888662"/>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152" name="Rounded Rectangle 151"/>
          <p:cNvSpPr/>
          <p:nvPr/>
        </p:nvSpPr>
        <p:spPr>
          <a:xfrm>
            <a:off x="8263896" y="3302321"/>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153" name="Rounded Rectangle 152"/>
          <p:cNvSpPr/>
          <p:nvPr/>
        </p:nvSpPr>
        <p:spPr>
          <a:xfrm>
            <a:off x="8263896" y="3723236"/>
            <a:ext cx="1266976" cy="274432"/>
          </a:xfrm>
          <a:prstGeom prst="roundRect">
            <a:avLst>
              <a:gd name="adj" fmla="val 4729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154" name="Rounded Rectangle 153"/>
          <p:cNvSpPr/>
          <p:nvPr/>
        </p:nvSpPr>
        <p:spPr>
          <a:xfrm>
            <a:off x="8263896" y="4144151"/>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55" name="Rounded Rectangle 154"/>
          <p:cNvSpPr/>
          <p:nvPr/>
        </p:nvSpPr>
        <p:spPr>
          <a:xfrm>
            <a:off x="8263896" y="4579579"/>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56" name="Rounded Rectangle 155"/>
          <p:cNvSpPr/>
          <p:nvPr/>
        </p:nvSpPr>
        <p:spPr>
          <a:xfrm>
            <a:off x="8263896" y="5000493"/>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57" name="Rounded Rectangle 156"/>
          <p:cNvSpPr/>
          <p:nvPr/>
        </p:nvSpPr>
        <p:spPr>
          <a:xfrm>
            <a:off x="8263896" y="3723236"/>
            <a:ext cx="1266976" cy="274432"/>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58" name="Rounded Rectangle 157"/>
          <p:cNvSpPr/>
          <p:nvPr/>
        </p:nvSpPr>
        <p:spPr>
          <a:xfrm>
            <a:off x="8263896" y="3291413"/>
            <a:ext cx="1266976" cy="288727"/>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59" name="Rounded Rectangle 158"/>
          <p:cNvSpPr/>
          <p:nvPr/>
        </p:nvSpPr>
        <p:spPr>
          <a:xfrm>
            <a:off x="8249475" y="2022322"/>
            <a:ext cx="1278656" cy="294427"/>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61" name="Rounded Rectangle 160"/>
          <p:cNvSpPr/>
          <p:nvPr/>
        </p:nvSpPr>
        <p:spPr>
          <a:xfrm>
            <a:off x="8264399" y="2453847"/>
            <a:ext cx="1266976" cy="292497"/>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62" name="Rounded Rectangle 161"/>
          <p:cNvSpPr/>
          <p:nvPr/>
        </p:nvSpPr>
        <p:spPr>
          <a:xfrm>
            <a:off x="8261412" y="2875241"/>
            <a:ext cx="1266976" cy="292497"/>
          </a:xfrm>
          <a:prstGeom prst="roundRect">
            <a:avLst>
              <a:gd name="adj" fmla="val 472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3262"/>
              </a:solidFill>
              <a:effectLst/>
              <a:uLnTx/>
              <a:uFillTx/>
              <a:latin typeface="Georgia"/>
              <a:ea typeface="+mn-ea"/>
              <a:cs typeface="+mn-cs"/>
            </a:endParaRPr>
          </a:p>
        </p:txBody>
      </p:sp>
      <p:sp>
        <p:nvSpPr>
          <p:cNvPr id="163" name="TextBox 162"/>
          <p:cNvSpPr txBox="1"/>
          <p:nvPr/>
        </p:nvSpPr>
        <p:spPr>
          <a:xfrm>
            <a:off x="8618293" y="5542128"/>
            <a:ext cx="117154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73262"/>
                </a:solidFill>
                <a:effectLst/>
                <a:uLnTx/>
                <a:uFillTx/>
                <a:latin typeface="Georgia"/>
                <a:ea typeface="+mn-ea"/>
                <a:cs typeface="+mn-cs"/>
              </a:rPr>
              <a:t>89.29%</a:t>
            </a:r>
          </a:p>
        </p:txBody>
      </p:sp>
      <p:sp>
        <p:nvSpPr>
          <p:cNvPr id="164" name="Freeform 163"/>
          <p:cNvSpPr/>
          <p:nvPr/>
        </p:nvSpPr>
        <p:spPr>
          <a:xfrm>
            <a:off x="8268246" y="1591061"/>
            <a:ext cx="935818" cy="291175"/>
          </a:xfrm>
          <a:custGeom>
            <a:avLst/>
            <a:gdLst>
              <a:gd name="connsiteX0" fmla="*/ 129801 w 941395"/>
              <a:gd name="connsiteY0" fmla="*/ 0 h 274432"/>
              <a:gd name="connsiteX1" fmla="*/ 941395 w 941395"/>
              <a:gd name="connsiteY1" fmla="*/ 0 h 274432"/>
              <a:gd name="connsiteX2" fmla="*/ 941395 w 941395"/>
              <a:gd name="connsiteY2" fmla="*/ 274432 h 274432"/>
              <a:gd name="connsiteX3" fmla="*/ 129801 w 941395"/>
              <a:gd name="connsiteY3" fmla="*/ 274432 h 274432"/>
              <a:gd name="connsiteX4" fmla="*/ 0 w 941395"/>
              <a:gd name="connsiteY4" fmla="*/ 144631 h 274432"/>
              <a:gd name="connsiteX5" fmla="*/ 0 w 941395"/>
              <a:gd name="connsiteY5" fmla="*/ 129801 h 274432"/>
              <a:gd name="connsiteX6" fmla="*/ 129801 w 941395"/>
              <a:gd name="connsiteY6" fmla="*/ 0 h 274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1395" h="274432">
                <a:moveTo>
                  <a:pt x="129801" y="0"/>
                </a:moveTo>
                <a:lnTo>
                  <a:pt x="941395" y="0"/>
                </a:lnTo>
                <a:lnTo>
                  <a:pt x="941395" y="274432"/>
                </a:lnTo>
                <a:lnTo>
                  <a:pt x="129801" y="274432"/>
                </a:lnTo>
                <a:cubicBezTo>
                  <a:pt x="58114" y="274432"/>
                  <a:pt x="0" y="216318"/>
                  <a:pt x="0" y="144631"/>
                </a:cubicBezTo>
                <a:lnTo>
                  <a:pt x="0" y="129801"/>
                </a:lnTo>
                <a:cubicBezTo>
                  <a:pt x="0" y="58114"/>
                  <a:pt x="58114" y="0"/>
                  <a:pt x="12980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sp>
        <p:nvSpPr>
          <p:cNvPr id="165" name="TextBox 164"/>
          <p:cNvSpPr txBox="1"/>
          <p:nvPr/>
        </p:nvSpPr>
        <p:spPr>
          <a:xfrm>
            <a:off x="608261" y="541763"/>
            <a:ext cx="1266976" cy="369332"/>
          </a:xfrm>
          <a:prstGeom prst="rect">
            <a:avLst/>
          </a:prstGeom>
          <a:noFill/>
        </p:spPr>
        <p:txBody>
          <a:bodyPr wrap="square" rtlCol="0">
            <a:spAutoFit/>
          </a:bodyPr>
          <a:lstStyle/>
          <a:p>
            <a:r>
              <a:rPr lang="en-US" dirty="0"/>
              <a:t>February</a:t>
            </a:r>
          </a:p>
        </p:txBody>
      </p:sp>
      <p:sp>
        <p:nvSpPr>
          <p:cNvPr id="166" name="TextBox 165"/>
          <p:cNvSpPr txBox="1"/>
          <p:nvPr/>
        </p:nvSpPr>
        <p:spPr>
          <a:xfrm>
            <a:off x="2634110" y="529350"/>
            <a:ext cx="1289653" cy="369332"/>
          </a:xfrm>
          <a:prstGeom prst="rect">
            <a:avLst/>
          </a:prstGeom>
          <a:noFill/>
        </p:spPr>
        <p:txBody>
          <a:bodyPr wrap="square" rtlCol="0">
            <a:spAutoFit/>
          </a:bodyPr>
          <a:lstStyle/>
          <a:p>
            <a:r>
              <a:rPr lang="en-US" dirty="0"/>
              <a:t>March</a:t>
            </a:r>
          </a:p>
        </p:txBody>
      </p:sp>
      <p:sp>
        <p:nvSpPr>
          <p:cNvPr id="167" name="TextBox 166"/>
          <p:cNvSpPr txBox="1"/>
          <p:nvPr/>
        </p:nvSpPr>
        <p:spPr>
          <a:xfrm>
            <a:off x="4382339" y="541763"/>
            <a:ext cx="1401313" cy="369332"/>
          </a:xfrm>
          <a:prstGeom prst="rect">
            <a:avLst/>
          </a:prstGeom>
          <a:noFill/>
        </p:spPr>
        <p:txBody>
          <a:bodyPr wrap="square" rtlCol="0">
            <a:spAutoFit/>
          </a:bodyPr>
          <a:lstStyle/>
          <a:p>
            <a:r>
              <a:rPr lang="en-US" dirty="0"/>
              <a:t>April</a:t>
            </a:r>
          </a:p>
        </p:txBody>
      </p:sp>
      <p:sp>
        <p:nvSpPr>
          <p:cNvPr id="168" name="TextBox 167"/>
          <p:cNvSpPr txBox="1"/>
          <p:nvPr/>
        </p:nvSpPr>
        <p:spPr>
          <a:xfrm>
            <a:off x="6512016" y="516291"/>
            <a:ext cx="1094271" cy="369332"/>
          </a:xfrm>
          <a:prstGeom prst="rect">
            <a:avLst/>
          </a:prstGeom>
          <a:noFill/>
        </p:spPr>
        <p:txBody>
          <a:bodyPr wrap="square" rtlCol="0">
            <a:spAutoFit/>
          </a:bodyPr>
          <a:lstStyle/>
          <a:p>
            <a:r>
              <a:rPr lang="en-US" dirty="0"/>
              <a:t>May</a:t>
            </a:r>
          </a:p>
        </p:txBody>
      </p:sp>
      <p:sp>
        <p:nvSpPr>
          <p:cNvPr id="169" name="Freeform 168"/>
          <p:cNvSpPr/>
          <p:nvPr/>
        </p:nvSpPr>
        <p:spPr>
          <a:xfrm>
            <a:off x="6313024" y="1599785"/>
            <a:ext cx="714409" cy="290154"/>
          </a:xfrm>
          <a:custGeom>
            <a:avLst/>
            <a:gdLst>
              <a:gd name="connsiteX0" fmla="*/ 129801 w 941395"/>
              <a:gd name="connsiteY0" fmla="*/ 0 h 274432"/>
              <a:gd name="connsiteX1" fmla="*/ 941395 w 941395"/>
              <a:gd name="connsiteY1" fmla="*/ 0 h 274432"/>
              <a:gd name="connsiteX2" fmla="*/ 941395 w 941395"/>
              <a:gd name="connsiteY2" fmla="*/ 274432 h 274432"/>
              <a:gd name="connsiteX3" fmla="*/ 129801 w 941395"/>
              <a:gd name="connsiteY3" fmla="*/ 274432 h 274432"/>
              <a:gd name="connsiteX4" fmla="*/ 0 w 941395"/>
              <a:gd name="connsiteY4" fmla="*/ 144631 h 274432"/>
              <a:gd name="connsiteX5" fmla="*/ 0 w 941395"/>
              <a:gd name="connsiteY5" fmla="*/ 129801 h 274432"/>
              <a:gd name="connsiteX6" fmla="*/ 129801 w 941395"/>
              <a:gd name="connsiteY6" fmla="*/ 0 h 274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1395" h="274432">
                <a:moveTo>
                  <a:pt x="129801" y="0"/>
                </a:moveTo>
                <a:lnTo>
                  <a:pt x="941395" y="0"/>
                </a:lnTo>
                <a:lnTo>
                  <a:pt x="941395" y="274432"/>
                </a:lnTo>
                <a:lnTo>
                  <a:pt x="129801" y="274432"/>
                </a:lnTo>
                <a:cubicBezTo>
                  <a:pt x="58114" y="274432"/>
                  <a:pt x="0" y="216318"/>
                  <a:pt x="0" y="144631"/>
                </a:cubicBezTo>
                <a:lnTo>
                  <a:pt x="0" y="129801"/>
                </a:lnTo>
                <a:cubicBezTo>
                  <a:pt x="0" y="58114"/>
                  <a:pt x="58114" y="0"/>
                  <a:pt x="12980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orgia"/>
              <a:ea typeface="+mn-ea"/>
              <a:cs typeface="+mn-cs"/>
            </a:endParaRPr>
          </a:p>
        </p:txBody>
      </p:sp>
      <p:pic>
        <p:nvPicPr>
          <p:cNvPr id="170" name="Picture 169"/>
          <p:cNvPicPr>
            <a:picLocks noChangeAspect="1"/>
          </p:cNvPicPr>
          <p:nvPr/>
        </p:nvPicPr>
        <p:blipFill>
          <a:blip r:embed="rId2"/>
          <a:stretch>
            <a:fillRect/>
          </a:stretch>
        </p:blipFill>
        <p:spPr>
          <a:xfrm>
            <a:off x="2491161" y="1593204"/>
            <a:ext cx="713294" cy="292633"/>
          </a:xfrm>
          <a:prstGeom prst="rect">
            <a:avLst/>
          </a:prstGeom>
        </p:spPr>
      </p:pic>
      <p:sp>
        <p:nvSpPr>
          <p:cNvPr id="171" name="AutoShape 8"/>
          <p:cNvSpPr>
            <a:spLocks noChangeArrowheads="1"/>
          </p:cNvSpPr>
          <p:nvPr/>
        </p:nvSpPr>
        <p:spPr bwMode="auto">
          <a:xfrm>
            <a:off x="0" y="70773"/>
            <a:ext cx="1814732" cy="416569"/>
          </a:xfrm>
          <a:prstGeom prst="chevron">
            <a:avLst>
              <a:gd name="adj" fmla="val 40576"/>
            </a:avLst>
          </a:prstGeom>
          <a:solidFill>
            <a:srgbClr val="EB3846"/>
          </a:solidFill>
          <a:ln>
            <a:noFill/>
          </a:ln>
          <a:effectLst/>
        </p:spPr>
        <p:txBody>
          <a:bodyPr wrap="none" anchor="ctr"/>
          <a:lstStyle>
            <a:lvl1pPr defTabSz="973138" eaLnBrk="0" hangingPunct="0">
              <a:tabLst>
                <a:tab pos="1374775" algn="l"/>
              </a:tabLst>
              <a:defRPr sz="1200">
                <a:solidFill>
                  <a:schemeClr val="tx1"/>
                </a:solidFill>
                <a:latin typeface="Arial" charset="0"/>
                <a:ea typeface="ＭＳ Ｐゴシック" pitchFamily="34" charset="-128"/>
              </a:defRPr>
            </a:lvl1pPr>
            <a:lvl2pPr marL="742950" indent="-285750" defTabSz="973138" eaLnBrk="0" hangingPunct="0">
              <a:tabLst>
                <a:tab pos="1374775" algn="l"/>
              </a:tabLst>
              <a:defRPr sz="1200">
                <a:solidFill>
                  <a:schemeClr val="tx1"/>
                </a:solidFill>
                <a:latin typeface="Arial" charset="0"/>
                <a:ea typeface="ＭＳ Ｐゴシック" pitchFamily="34" charset="-128"/>
              </a:defRPr>
            </a:lvl2pPr>
            <a:lvl3pPr marL="1143000" indent="-228600" defTabSz="973138" eaLnBrk="0" hangingPunct="0">
              <a:tabLst>
                <a:tab pos="1374775" algn="l"/>
              </a:tabLst>
              <a:defRPr sz="1200">
                <a:solidFill>
                  <a:schemeClr val="tx1"/>
                </a:solidFill>
                <a:latin typeface="Arial" charset="0"/>
                <a:ea typeface="ＭＳ Ｐゴシック" pitchFamily="34" charset="-128"/>
              </a:defRPr>
            </a:lvl3pPr>
            <a:lvl4pPr marL="1600200" indent="-228600" defTabSz="973138" eaLnBrk="0" hangingPunct="0">
              <a:tabLst>
                <a:tab pos="1374775" algn="l"/>
              </a:tabLst>
              <a:defRPr sz="1200">
                <a:solidFill>
                  <a:schemeClr val="tx1"/>
                </a:solidFill>
                <a:latin typeface="Arial" charset="0"/>
                <a:ea typeface="ＭＳ Ｐゴシック" pitchFamily="34" charset="-128"/>
              </a:defRPr>
            </a:lvl4pPr>
            <a:lvl5pPr marL="2057400" indent="-228600" defTabSz="973138" eaLnBrk="0" hangingPunct="0">
              <a:tabLst>
                <a:tab pos="1374775" algn="l"/>
              </a:tabLst>
              <a:defRPr sz="1200">
                <a:solidFill>
                  <a:schemeClr val="tx1"/>
                </a:solidFill>
                <a:latin typeface="Arial" charset="0"/>
                <a:ea typeface="ＭＳ Ｐゴシック" pitchFamily="34" charset="-128"/>
              </a:defRPr>
            </a:lvl5pPr>
            <a:lvl6pPr marL="25146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6pPr>
            <a:lvl7pPr marL="29718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7pPr>
            <a:lvl8pPr marL="34290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8pPr>
            <a:lvl9pPr marL="38862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9pPr>
          </a:lstStyle>
          <a:p>
            <a:pPr eaLnBrk="1" hangingPunct="1">
              <a:buClr>
                <a:srgbClr val="905500"/>
              </a:buClr>
            </a:pPr>
            <a:r>
              <a:rPr lang="en-US" altLang="en-US" sz="1800" b="1" dirty="0">
                <a:solidFill>
                  <a:schemeClr val="bg1"/>
                </a:solidFill>
              </a:rPr>
              <a:t>Deploy</a:t>
            </a:r>
          </a:p>
        </p:txBody>
      </p:sp>
    </p:spTree>
    <p:extLst>
      <p:ext uri="{BB962C8B-B14F-4D97-AF65-F5344CB8AC3E}">
        <p14:creationId xmlns:p14="http://schemas.microsoft.com/office/powerpoint/2010/main" val="190516590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6152670" y="70773"/>
            <a:ext cx="6039330" cy="2763867"/>
          </a:xfrm>
          <a:prstGeom prst="rect">
            <a:avLst/>
          </a:prstGeom>
        </p:spPr>
      </p:pic>
      <p:sp>
        <p:nvSpPr>
          <p:cNvPr id="11" name="AutoShape 8"/>
          <p:cNvSpPr>
            <a:spLocks noChangeArrowheads="1"/>
          </p:cNvSpPr>
          <p:nvPr/>
        </p:nvSpPr>
        <p:spPr bwMode="auto">
          <a:xfrm>
            <a:off x="0" y="70773"/>
            <a:ext cx="1814732" cy="416569"/>
          </a:xfrm>
          <a:prstGeom prst="chevron">
            <a:avLst>
              <a:gd name="adj" fmla="val 40576"/>
            </a:avLst>
          </a:prstGeom>
          <a:solidFill>
            <a:srgbClr val="EB3846"/>
          </a:solidFill>
          <a:ln>
            <a:noFill/>
          </a:ln>
          <a:effectLst/>
        </p:spPr>
        <p:txBody>
          <a:bodyPr wrap="none" anchor="ctr"/>
          <a:lstStyle>
            <a:lvl1pPr defTabSz="973138" eaLnBrk="0" hangingPunct="0">
              <a:tabLst>
                <a:tab pos="1374775" algn="l"/>
              </a:tabLst>
              <a:defRPr sz="1200">
                <a:solidFill>
                  <a:schemeClr val="tx1"/>
                </a:solidFill>
                <a:latin typeface="Arial" charset="0"/>
                <a:ea typeface="ＭＳ Ｐゴシック" pitchFamily="34" charset="-128"/>
              </a:defRPr>
            </a:lvl1pPr>
            <a:lvl2pPr marL="742950" indent="-285750" defTabSz="973138" eaLnBrk="0" hangingPunct="0">
              <a:tabLst>
                <a:tab pos="1374775" algn="l"/>
              </a:tabLst>
              <a:defRPr sz="1200">
                <a:solidFill>
                  <a:schemeClr val="tx1"/>
                </a:solidFill>
                <a:latin typeface="Arial" charset="0"/>
                <a:ea typeface="ＭＳ Ｐゴシック" pitchFamily="34" charset="-128"/>
              </a:defRPr>
            </a:lvl2pPr>
            <a:lvl3pPr marL="1143000" indent="-228600" defTabSz="973138" eaLnBrk="0" hangingPunct="0">
              <a:tabLst>
                <a:tab pos="1374775" algn="l"/>
              </a:tabLst>
              <a:defRPr sz="1200">
                <a:solidFill>
                  <a:schemeClr val="tx1"/>
                </a:solidFill>
                <a:latin typeface="Arial" charset="0"/>
                <a:ea typeface="ＭＳ Ｐゴシック" pitchFamily="34" charset="-128"/>
              </a:defRPr>
            </a:lvl3pPr>
            <a:lvl4pPr marL="1600200" indent="-228600" defTabSz="973138" eaLnBrk="0" hangingPunct="0">
              <a:tabLst>
                <a:tab pos="1374775" algn="l"/>
              </a:tabLst>
              <a:defRPr sz="1200">
                <a:solidFill>
                  <a:schemeClr val="tx1"/>
                </a:solidFill>
                <a:latin typeface="Arial" charset="0"/>
                <a:ea typeface="ＭＳ Ｐゴシック" pitchFamily="34" charset="-128"/>
              </a:defRPr>
            </a:lvl4pPr>
            <a:lvl5pPr marL="2057400" indent="-228600" defTabSz="973138" eaLnBrk="0" hangingPunct="0">
              <a:tabLst>
                <a:tab pos="1374775" algn="l"/>
              </a:tabLst>
              <a:defRPr sz="1200">
                <a:solidFill>
                  <a:schemeClr val="tx1"/>
                </a:solidFill>
                <a:latin typeface="Arial" charset="0"/>
                <a:ea typeface="ＭＳ Ｐゴシック" pitchFamily="34" charset="-128"/>
              </a:defRPr>
            </a:lvl5pPr>
            <a:lvl6pPr marL="25146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6pPr>
            <a:lvl7pPr marL="29718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7pPr>
            <a:lvl8pPr marL="34290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8pPr>
            <a:lvl9pPr marL="38862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9pPr>
          </a:lstStyle>
          <a:p>
            <a:pPr eaLnBrk="1" hangingPunct="1">
              <a:buClr>
                <a:srgbClr val="905500"/>
              </a:buClr>
            </a:pPr>
            <a:r>
              <a:rPr lang="en-US" altLang="en-US" sz="1800" b="1" dirty="0">
                <a:solidFill>
                  <a:schemeClr val="bg1"/>
                </a:solidFill>
              </a:rPr>
              <a:t>Deploy</a:t>
            </a:r>
          </a:p>
        </p:txBody>
      </p:sp>
      <p:sp>
        <p:nvSpPr>
          <p:cNvPr id="12" name="TextBox 11"/>
          <p:cNvSpPr txBox="1"/>
          <p:nvPr/>
        </p:nvSpPr>
        <p:spPr>
          <a:xfrm>
            <a:off x="466133" y="762903"/>
            <a:ext cx="5533800" cy="1477328"/>
          </a:xfrm>
          <a:prstGeom prst="rect">
            <a:avLst/>
          </a:prstGeom>
          <a:noFill/>
          <a:ln w="28575">
            <a:solidFill>
              <a:schemeClr val="accent1">
                <a:lumMod val="40000"/>
                <a:lumOff val="60000"/>
              </a:schemeClr>
            </a:solidFill>
          </a:ln>
        </p:spPr>
        <p:txBody>
          <a:bodyPr wrap="square" lIns="91440" tIns="45720" rIns="91440" bIns="45720" rtlCol="0" anchor="t">
            <a:spAutoFit/>
          </a:bodyPr>
          <a:lstStyle/>
          <a:p>
            <a:pPr marL="171450" indent="-171450">
              <a:lnSpc>
                <a:spcPct val="150000"/>
              </a:lnSpc>
              <a:buFont typeface="Wingdings" panose="05000000000000000000" pitchFamily="2" charset="2"/>
              <a:buChar char="ü"/>
            </a:pPr>
            <a:r>
              <a:rPr lang="en-US" sz="1200" dirty="0"/>
              <a:t>At the end of Project implementation phase, the results maintained stable in the last three month, except for the first half of July 2021;</a:t>
            </a:r>
          </a:p>
          <a:p>
            <a:pPr marL="171450" indent="-171450">
              <a:lnSpc>
                <a:spcPct val="150000"/>
              </a:lnSpc>
              <a:buFont typeface="Wingdings" panose="05000000000000000000" pitchFamily="2" charset="2"/>
              <a:buChar char="ü"/>
            </a:pPr>
            <a:r>
              <a:rPr lang="en-US" sz="1200" dirty="0"/>
              <a:t>Note: In the first half of July 2021, because of the follow up of pending approval invoices, a bucket of old invoices were approved and paid and affected the POT percentage – 86.15 %</a:t>
            </a:r>
          </a:p>
        </p:txBody>
      </p:sp>
      <p:sp>
        <p:nvSpPr>
          <p:cNvPr id="13" name="TextBox 12"/>
          <p:cNvSpPr txBox="1"/>
          <p:nvPr/>
        </p:nvSpPr>
        <p:spPr>
          <a:xfrm>
            <a:off x="1814732" y="96631"/>
            <a:ext cx="3801291" cy="369332"/>
          </a:xfrm>
          <a:prstGeom prst="rect">
            <a:avLst/>
          </a:prstGeom>
          <a:noFill/>
        </p:spPr>
        <p:txBody>
          <a:bodyPr wrap="square" rtlCol="0">
            <a:spAutoFit/>
          </a:bodyPr>
          <a:lstStyle/>
          <a:p>
            <a:r>
              <a:rPr lang="en-US" b="1" dirty="0"/>
              <a:t>Paid on time results</a:t>
            </a:r>
          </a:p>
        </p:txBody>
      </p:sp>
      <p:pic>
        <p:nvPicPr>
          <p:cNvPr id="14" name="Picture 13"/>
          <p:cNvPicPr>
            <a:picLocks noChangeAspect="1"/>
          </p:cNvPicPr>
          <p:nvPr/>
        </p:nvPicPr>
        <p:blipFill>
          <a:blip r:embed="rId3"/>
          <a:stretch>
            <a:fillRect/>
          </a:stretch>
        </p:blipFill>
        <p:spPr>
          <a:xfrm>
            <a:off x="0" y="2494414"/>
            <a:ext cx="10998927" cy="4280018"/>
          </a:xfrm>
          <a:prstGeom prst="rect">
            <a:avLst/>
          </a:prstGeom>
        </p:spPr>
      </p:pic>
    </p:spTree>
    <p:extLst>
      <p:ext uri="{BB962C8B-B14F-4D97-AF65-F5344CB8AC3E}">
        <p14:creationId xmlns:p14="http://schemas.microsoft.com/office/powerpoint/2010/main" val="196120076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1814732" y="90746"/>
            <a:ext cx="7075268" cy="586010"/>
          </a:xfrm>
        </p:spPr>
        <p:txBody>
          <a:bodyPr/>
          <a:lstStyle/>
          <a:p>
            <a:r>
              <a:rPr lang="en-US" sz="1800" b="1" dirty="0"/>
              <a:t>Business impact - helpdesk</a:t>
            </a:r>
          </a:p>
        </p:txBody>
      </p:sp>
      <p:sp>
        <p:nvSpPr>
          <p:cNvPr id="6" name="AutoShape 8"/>
          <p:cNvSpPr>
            <a:spLocks noChangeArrowheads="1"/>
          </p:cNvSpPr>
          <p:nvPr/>
        </p:nvSpPr>
        <p:spPr bwMode="auto">
          <a:xfrm>
            <a:off x="0" y="70773"/>
            <a:ext cx="1814732" cy="416569"/>
          </a:xfrm>
          <a:prstGeom prst="chevron">
            <a:avLst>
              <a:gd name="adj" fmla="val 40576"/>
            </a:avLst>
          </a:prstGeom>
          <a:solidFill>
            <a:srgbClr val="EB3846"/>
          </a:solidFill>
          <a:ln>
            <a:noFill/>
          </a:ln>
          <a:effectLst/>
        </p:spPr>
        <p:txBody>
          <a:bodyPr wrap="none" anchor="ctr"/>
          <a:lstStyle>
            <a:lvl1pPr defTabSz="973138" eaLnBrk="0" hangingPunct="0">
              <a:tabLst>
                <a:tab pos="1374775" algn="l"/>
              </a:tabLst>
              <a:defRPr sz="1200">
                <a:solidFill>
                  <a:schemeClr val="tx1"/>
                </a:solidFill>
                <a:latin typeface="Arial" charset="0"/>
                <a:ea typeface="ＭＳ Ｐゴシック" pitchFamily="34" charset="-128"/>
              </a:defRPr>
            </a:lvl1pPr>
            <a:lvl2pPr marL="742950" indent="-285750" defTabSz="973138" eaLnBrk="0" hangingPunct="0">
              <a:tabLst>
                <a:tab pos="1374775" algn="l"/>
              </a:tabLst>
              <a:defRPr sz="1200">
                <a:solidFill>
                  <a:schemeClr val="tx1"/>
                </a:solidFill>
                <a:latin typeface="Arial" charset="0"/>
                <a:ea typeface="ＭＳ Ｐゴシック" pitchFamily="34" charset="-128"/>
              </a:defRPr>
            </a:lvl2pPr>
            <a:lvl3pPr marL="1143000" indent="-228600" defTabSz="973138" eaLnBrk="0" hangingPunct="0">
              <a:tabLst>
                <a:tab pos="1374775" algn="l"/>
              </a:tabLst>
              <a:defRPr sz="1200">
                <a:solidFill>
                  <a:schemeClr val="tx1"/>
                </a:solidFill>
                <a:latin typeface="Arial" charset="0"/>
                <a:ea typeface="ＭＳ Ｐゴシック" pitchFamily="34" charset="-128"/>
              </a:defRPr>
            </a:lvl3pPr>
            <a:lvl4pPr marL="1600200" indent="-228600" defTabSz="973138" eaLnBrk="0" hangingPunct="0">
              <a:tabLst>
                <a:tab pos="1374775" algn="l"/>
              </a:tabLst>
              <a:defRPr sz="1200">
                <a:solidFill>
                  <a:schemeClr val="tx1"/>
                </a:solidFill>
                <a:latin typeface="Arial" charset="0"/>
                <a:ea typeface="ＭＳ Ｐゴシック" pitchFamily="34" charset="-128"/>
              </a:defRPr>
            </a:lvl4pPr>
            <a:lvl5pPr marL="2057400" indent="-228600" defTabSz="973138" eaLnBrk="0" hangingPunct="0">
              <a:tabLst>
                <a:tab pos="1374775" algn="l"/>
              </a:tabLst>
              <a:defRPr sz="1200">
                <a:solidFill>
                  <a:schemeClr val="tx1"/>
                </a:solidFill>
                <a:latin typeface="Arial" charset="0"/>
                <a:ea typeface="ＭＳ Ｐゴシック" pitchFamily="34" charset="-128"/>
              </a:defRPr>
            </a:lvl5pPr>
            <a:lvl6pPr marL="25146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6pPr>
            <a:lvl7pPr marL="29718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7pPr>
            <a:lvl8pPr marL="34290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8pPr>
            <a:lvl9pPr marL="38862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9pPr>
          </a:lstStyle>
          <a:p>
            <a:pPr eaLnBrk="1" hangingPunct="1">
              <a:buClr>
                <a:srgbClr val="905500"/>
              </a:buClr>
            </a:pPr>
            <a:r>
              <a:rPr lang="en-US" altLang="en-US" sz="1800" b="1" dirty="0">
                <a:solidFill>
                  <a:schemeClr val="bg1"/>
                </a:solidFill>
              </a:rPr>
              <a:t>Deploy</a:t>
            </a:r>
          </a:p>
        </p:txBody>
      </p:sp>
      <p:sp>
        <p:nvSpPr>
          <p:cNvPr id="7" name="TextBox 6"/>
          <p:cNvSpPr txBox="1"/>
          <p:nvPr/>
        </p:nvSpPr>
        <p:spPr>
          <a:xfrm>
            <a:off x="800100" y="1237350"/>
            <a:ext cx="5486400" cy="1894173"/>
          </a:xfrm>
          <a:prstGeom prst="rect">
            <a:avLst/>
          </a:prstGeom>
          <a:noFill/>
          <a:ln w="28575">
            <a:solidFill>
              <a:schemeClr val="accent1">
                <a:lumMod val="40000"/>
                <a:lumOff val="60000"/>
              </a:schemeClr>
            </a:solidFill>
          </a:ln>
        </p:spPr>
        <p:txBody>
          <a:bodyPr wrap="square" rtlCol="0">
            <a:spAutoFit/>
          </a:bodyPr>
          <a:lstStyle/>
          <a:p>
            <a:pPr marL="285750" indent="-285750">
              <a:lnSpc>
                <a:spcPct val="150000"/>
              </a:lnSpc>
              <a:buFont typeface="Wingdings" panose="05000000000000000000" pitchFamily="2" charset="2"/>
              <a:buChar char="ü"/>
            </a:pPr>
            <a:r>
              <a:rPr lang="en-US" sz="1600" dirty="0"/>
              <a:t>In average, after the project implementation, 13% of the total queries are related to payment compared to 19% from the kick-off</a:t>
            </a:r>
          </a:p>
          <a:p>
            <a:pPr marL="285750" indent="-285750">
              <a:lnSpc>
                <a:spcPct val="150000"/>
              </a:lnSpc>
              <a:buFont typeface="Wingdings" panose="05000000000000000000" pitchFamily="2" charset="2"/>
              <a:buChar char="ü"/>
            </a:pPr>
            <a:endParaRPr lang="en-US" sz="1600" dirty="0"/>
          </a:p>
          <a:p>
            <a:pPr marL="285750" indent="-285750">
              <a:lnSpc>
                <a:spcPct val="150000"/>
              </a:lnSpc>
              <a:buFont typeface="Wingdings" panose="05000000000000000000" pitchFamily="2" charset="2"/>
              <a:buChar char="ü"/>
            </a:pPr>
            <a:r>
              <a:rPr lang="en-US" sz="1600" dirty="0"/>
              <a:t>6% decrease in payment status helpdesk cases</a:t>
            </a:r>
          </a:p>
        </p:txBody>
      </p:sp>
      <p:graphicFrame>
        <p:nvGraphicFramePr>
          <p:cNvPr id="8" name="Object 7"/>
          <p:cNvGraphicFramePr>
            <a:graphicFrameLocks noChangeAspect="1"/>
          </p:cNvGraphicFramePr>
          <p:nvPr/>
        </p:nvGraphicFramePr>
        <p:xfrm>
          <a:off x="457200" y="4070946"/>
          <a:ext cx="11201400" cy="2057400"/>
        </p:xfrm>
        <a:graphic>
          <a:graphicData uri="http://schemas.openxmlformats.org/presentationml/2006/ole">
            <mc:AlternateContent xmlns:mc="http://schemas.openxmlformats.org/markup-compatibility/2006">
              <mc:Choice xmlns:v="urn:schemas-microsoft-com:vml" Requires="v">
                <p:oleObj name="Worksheet" r:id="rId2" imgW="11201379" imgH="2057559" progId="Excel.Sheet.12">
                  <p:embed/>
                </p:oleObj>
              </mc:Choice>
              <mc:Fallback>
                <p:oleObj name="Worksheet" r:id="rId2" imgW="11201379" imgH="2057559" progId="Excel.Sheet.12">
                  <p:embed/>
                  <p:pic>
                    <p:nvPicPr>
                      <p:cNvPr id="8" name="Object 7"/>
                      <p:cNvPicPr/>
                      <p:nvPr/>
                    </p:nvPicPr>
                    <p:blipFill>
                      <a:blip r:embed="rId3"/>
                      <a:stretch>
                        <a:fillRect/>
                      </a:stretch>
                    </p:blipFill>
                    <p:spPr>
                      <a:xfrm>
                        <a:off x="457200" y="4070946"/>
                        <a:ext cx="11201400" cy="2057400"/>
                      </a:xfrm>
                      <a:prstGeom prst="rect">
                        <a:avLst/>
                      </a:prstGeom>
                    </p:spPr>
                  </p:pic>
                </p:oleObj>
              </mc:Fallback>
            </mc:AlternateContent>
          </a:graphicData>
        </a:graphic>
      </p:graphicFrame>
    </p:spTree>
    <p:extLst>
      <p:ext uri="{BB962C8B-B14F-4D97-AF65-F5344CB8AC3E}">
        <p14:creationId xmlns:p14="http://schemas.microsoft.com/office/powerpoint/2010/main" val="303175101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p:cNvSpPr txBox="1">
            <a:spLocks/>
          </p:cNvSpPr>
          <p:nvPr/>
        </p:nvSpPr>
        <p:spPr>
          <a:xfrm>
            <a:off x="228600" y="612172"/>
            <a:ext cx="8697912" cy="827908"/>
          </a:xfrm>
          <a:prstGeom prst="rect">
            <a:avLst/>
          </a:prstGeom>
        </p:spPr>
        <p:txBody>
          <a:bodyPr/>
          <a:lstStyle>
            <a:lvl1pPr>
              <a:defRPr>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073262"/>
                </a:solidFill>
                <a:effectLst/>
                <a:uLnTx/>
                <a:uFillTx/>
                <a:latin typeface="Georgia"/>
                <a:ea typeface="+mj-ea"/>
                <a:cs typeface="+mj-cs"/>
              </a:rPr>
              <a:t>Paid</a:t>
            </a:r>
            <a:r>
              <a:rPr kumimoji="0" lang="en-US" sz="1800" b="1" i="0" u="none" strike="noStrike" kern="0" cap="none" spc="0" normalizeH="0" noProof="0" dirty="0">
                <a:ln>
                  <a:noFill/>
                </a:ln>
                <a:solidFill>
                  <a:srgbClr val="073262"/>
                </a:solidFill>
                <a:effectLst/>
                <a:uLnTx/>
                <a:uFillTx/>
                <a:latin typeface="Georgia"/>
                <a:ea typeface="+mj-ea"/>
                <a:cs typeface="+mj-cs"/>
              </a:rPr>
              <a:t> on Time- Post implementation results</a:t>
            </a:r>
            <a:endParaRPr kumimoji="0" lang="en-US" sz="1800" b="1" i="0" u="none" strike="noStrike" kern="0" cap="none" spc="0" normalizeH="0" baseline="0" noProof="0" dirty="0">
              <a:ln>
                <a:noFill/>
              </a:ln>
              <a:solidFill>
                <a:srgbClr val="073262"/>
              </a:solidFill>
              <a:effectLst/>
              <a:uLnTx/>
              <a:uFillTx/>
              <a:latin typeface="Georgia"/>
              <a:ea typeface="+mj-ea"/>
              <a:cs typeface="+mj-cs"/>
            </a:endParaRPr>
          </a:p>
        </p:txBody>
      </p:sp>
      <p:grpSp>
        <p:nvGrpSpPr>
          <p:cNvPr id="6" name="Group 5"/>
          <p:cNvGrpSpPr/>
          <p:nvPr/>
        </p:nvGrpSpPr>
        <p:grpSpPr>
          <a:xfrm>
            <a:off x="228600" y="1130300"/>
            <a:ext cx="11963400" cy="4965700"/>
            <a:chOff x="1605632" y="1004248"/>
            <a:chExt cx="9447035" cy="5271229"/>
          </a:xfrm>
        </p:grpSpPr>
        <p:sp>
          <p:nvSpPr>
            <p:cNvPr id="7" name="TextBox 6"/>
            <p:cNvSpPr txBox="1"/>
            <p:nvPr/>
          </p:nvSpPr>
          <p:spPr>
            <a:xfrm>
              <a:off x="1979326" y="1900116"/>
              <a:ext cx="4996597" cy="555413"/>
            </a:xfrm>
            <a:prstGeom prst="rect">
              <a:avLst/>
            </a:prstGeom>
            <a:noFill/>
          </p:spPr>
          <p:txBody>
            <a:bodyPr wrap="square" lIns="0" tIns="0" rIns="0" bIns="0" rtlCol="0">
              <a:spAutoFit/>
            </a:bodyPr>
            <a:lstStyle/>
            <a:p>
              <a:pPr marL="0" marR="0" lvl="0" indent="0" algn="l" defTabSz="914400" rtl="0" eaLnBrk="1" fontAlgn="base" latinLnBrk="0" hangingPunct="1">
                <a:lnSpc>
                  <a:spcPct val="100000"/>
                </a:lnSpc>
                <a:spcBef>
                  <a:spcPct val="0"/>
                </a:spcBef>
                <a:spcAft>
                  <a:spcPts val="400"/>
                </a:spcAft>
                <a:buClr>
                  <a:prstClr val="black"/>
                </a:buClr>
                <a:buSzTx/>
                <a:buFontTx/>
                <a:buNone/>
                <a:tabLst/>
                <a:defRPr/>
              </a:pPr>
              <a:r>
                <a:rPr kumimoji="0" lang="en-US" sz="2000" b="1" i="0" u="none" strike="noStrike" kern="1200" cap="none" spc="0" normalizeH="0" baseline="0" noProof="0" dirty="0">
                  <a:ln>
                    <a:noFill/>
                  </a:ln>
                  <a:solidFill>
                    <a:srgbClr val="00B050"/>
                  </a:solidFill>
                  <a:effectLst/>
                  <a:uLnTx/>
                  <a:uFillTx/>
                  <a:latin typeface="Georgia"/>
                  <a:ea typeface="+mn-ea"/>
                  <a:cs typeface="+mn-cs"/>
                </a:rPr>
                <a:t>8%</a:t>
              </a:r>
              <a:r>
                <a:rPr kumimoji="0" lang="en-US" sz="2000" b="1" i="0" u="none" strike="noStrike" kern="1200" cap="none" spc="0" normalizeH="0" noProof="0" dirty="0">
                  <a:ln>
                    <a:noFill/>
                  </a:ln>
                  <a:solidFill>
                    <a:srgbClr val="00B050"/>
                  </a:solidFill>
                  <a:effectLst/>
                  <a:uLnTx/>
                  <a:uFillTx/>
                  <a:latin typeface="Georgia"/>
                  <a:ea typeface="+mn-ea"/>
                  <a:cs typeface="+mn-cs"/>
                </a:rPr>
                <a:t> </a:t>
              </a:r>
              <a:r>
                <a:rPr kumimoji="0" lang="en-US" sz="1400" b="0" i="0" u="none" strike="noStrike" kern="1200" cap="none" spc="0" normalizeH="0" noProof="0" dirty="0">
                  <a:ln>
                    <a:noFill/>
                  </a:ln>
                  <a:solidFill>
                    <a:srgbClr val="073262"/>
                  </a:solidFill>
                  <a:effectLst/>
                  <a:uLnTx/>
                  <a:uFillTx/>
                  <a:latin typeface="Georgia"/>
                  <a:ea typeface="+mn-ea"/>
                  <a:cs typeface="+mn-cs"/>
                </a:rPr>
                <a:t>average increase of Paid on Time during the 6 months post implementation</a:t>
              </a:r>
              <a:endParaRPr kumimoji="0" lang="en-US" sz="1400" b="0" i="0" u="none" strike="noStrike" kern="1200" cap="none" spc="0" normalizeH="0" baseline="0" noProof="0" dirty="0">
                <a:ln>
                  <a:noFill/>
                </a:ln>
                <a:solidFill>
                  <a:srgbClr val="073262"/>
                </a:solidFill>
                <a:effectLst/>
                <a:uLnTx/>
                <a:uFillTx/>
                <a:latin typeface="Georgia"/>
                <a:ea typeface="+mn-ea"/>
                <a:cs typeface="+mn-cs"/>
              </a:endParaRPr>
            </a:p>
          </p:txBody>
        </p:sp>
        <p:cxnSp>
          <p:nvCxnSpPr>
            <p:cNvPr id="8" name="Straight Connector 7"/>
            <p:cNvCxnSpPr/>
            <p:nvPr/>
          </p:nvCxnSpPr>
          <p:spPr bwMode="auto">
            <a:xfrm flipV="1">
              <a:off x="7349616" y="1219201"/>
              <a:ext cx="0" cy="5029199"/>
            </a:xfrm>
            <a:prstGeom prst="line">
              <a:avLst/>
            </a:prstGeom>
            <a:noFill/>
            <a:ln w="9525" cap="flat" cmpd="sng" algn="ctr">
              <a:solidFill>
                <a:schemeClr val="bg1">
                  <a:lumMod val="75000"/>
                </a:schemeClr>
              </a:solidFill>
              <a:prstDash val="solid"/>
              <a:round/>
              <a:headEnd type="none" w="med" len="med"/>
              <a:tailEnd type="none" w="med" len="med"/>
            </a:ln>
            <a:effectLst/>
          </p:spPr>
        </p:cxnSp>
        <p:cxnSp>
          <p:nvCxnSpPr>
            <p:cNvPr id="9" name="Straight Connector 8"/>
            <p:cNvCxnSpPr/>
            <p:nvPr/>
          </p:nvCxnSpPr>
          <p:spPr bwMode="auto">
            <a:xfrm>
              <a:off x="1762838" y="2497536"/>
              <a:ext cx="5105400" cy="0"/>
            </a:xfrm>
            <a:prstGeom prst="line">
              <a:avLst/>
            </a:prstGeom>
            <a:noFill/>
            <a:ln w="9525" cap="flat" cmpd="sng" algn="ctr">
              <a:solidFill>
                <a:schemeClr val="bg1">
                  <a:lumMod val="75000"/>
                </a:schemeClr>
              </a:solidFill>
              <a:prstDash val="solid"/>
              <a:round/>
              <a:headEnd type="none" w="med" len="med"/>
              <a:tailEnd type="none" w="med" len="med"/>
            </a:ln>
            <a:effectLst/>
          </p:spPr>
        </p:cxnSp>
        <p:sp>
          <p:nvSpPr>
            <p:cNvPr id="10" name="TextBox 9"/>
            <p:cNvSpPr txBox="1"/>
            <p:nvPr/>
          </p:nvSpPr>
          <p:spPr>
            <a:xfrm>
              <a:off x="7538986" y="1613151"/>
              <a:ext cx="3513681" cy="4541316"/>
            </a:xfrm>
            <a:prstGeom prst="rect">
              <a:avLst/>
            </a:prstGeom>
            <a:noFill/>
          </p:spPr>
          <p:txBody>
            <a:bodyPr wrap="square" lIns="0" tIns="0" rIns="0" bIns="0" rtlCol="0">
              <a:spAutoFit/>
            </a:bodyPr>
            <a:lstStyle/>
            <a:p>
              <a:pPr>
                <a:lnSpc>
                  <a:spcPct val="150000"/>
                </a:lnSpc>
              </a:pPr>
              <a:r>
                <a:rPr lang="en-US" sz="1600" dirty="0"/>
                <a:t>Delivered impact:</a:t>
              </a:r>
            </a:p>
            <a:p>
              <a:pPr>
                <a:lnSpc>
                  <a:spcPct val="150000"/>
                </a:lnSpc>
              </a:pPr>
              <a:endParaRPr lang="en-US" sz="1600" dirty="0"/>
            </a:p>
            <a:p>
              <a:pPr marL="171450" indent="-171450">
                <a:lnSpc>
                  <a:spcPct val="150000"/>
                </a:lnSpc>
                <a:buFont typeface="Wingdings" panose="05000000000000000000" pitchFamily="2" charset="2"/>
                <a:buChar char="ü"/>
              </a:pPr>
              <a:r>
                <a:rPr lang="en-US" sz="1600" b="1" dirty="0">
                  <a:solidFill>
                    <a:srgbClr val="002060"/>
                  </a:solidFill>
                </a:rPr>
                <a:t> </a:t>
              </a:r>
              <a:r>
                <a:rPr lang="en-US" sz="1600" b="1" dirty="0">
                  <a:solidFill>
                    <a:srgbClr val="00B050"/>
                  </a:solidFill>
                </a:rPr>
                <a:t>31,583.12 $ </a:t>
              </a:r>
              <a:r>
                <a:rPr lang="en-US" sz="1600" dirty="0">
                  <a:solidFill>
                    <a:srgbClr val="002060"/>
                  </a:solidFill>
                </a:rPr>
                <a:t>cost avoidance;</a:t>
              </a:r>
            </a:p>
            <a:p>
              <a:pPr marL="171450" indent="-171450">
                <a:lnSpc>
                  <a:spcPct val="150000"/>
                </a:lnSpc>
                <a:buFont typeface="Wingdings" panose="05000000000000000000" pitchFamily="2" charset="2"/>
                <a:buChar char="ü"/>
              </a:pPr>
              <a:r>
                <a:rPr lang="en-US" sz="1600" dirty="0">
                  <a:solidFill>
                    <a:srgbClr val="002060"/>
                  </a:solidFill>
                  <a:latin typeface="Georgia" panose="02040502050405020303" pitchFamily="18" charset="0"/>
                </a:rPr>
                <a:t> Reduction of </a:t>
              </a:r>
              <a:r>
                <a:rPr lang="en-US" sz="1600" b="1" dirty="0">
                  <a:solidFill>
                    <a:srgbClr val="00B050"/>
                  </a:solidFill>
                  <a:latin typeface="Georgia" panose="02040502050405020303" pitchFamily="18" charset="0"/>
                </a:rPr>
                <a:t>12</a:t>
              </a:r>
              <a:r>
                <a:rPr lang="en-US" sz="1600" dirty="0">
                  <a:solidFill>
                    <a:srgbClr val="002060"/>
                  </a:solidFill>
                  <a:latin typeface="Georgia" panose="02040502050405020303" pitchFamily="18" charset="0"/>
                </a:rPr>
                <a:t> hours/year from the FTE activity;</a:t>
              </a:r>
            </a:p>
            <a:p>
              <a:pPr marL="171450" indent="-171450">
                <a:lnSpc>
                  <a:spcPct val="150000"/>
                </a:lnSpc>
                <a:buFont typeface="Wingdings" panose="05000000000000000000" pitchFamily="2" charset="2"/>
                <a:buChar char="ü"/>
              </a:pPr>
              <a:r>
                <a:rPr lang="en-US" sz="1600" b="1" dirty="0">
                  <a:solidFill>
                    <a:srgbClr val="002060"/>
                  </a:solidFill>
                </a:rPr>
                <a:t> </a:t>
              </a:r>
              <a:r>
                <a:rPr lang="en-US" sz="1600" b="1" dirty="0">
                  <a:solidFill>
                    <a:srgbClr val="00B050"/>
                  </a:solidFill>
                </a:rPr>
                <a:t>3.66 % </a:t>
              </a:r>
              <a:r>
                <a:rPr lang="en-US" sz="1600" dirty="0">
                  <a:solidFill>
                    <a:srgbClr val="002060"/>
                  </a:solidFill>
                </a:rPr>
                <a:t>increase</a:t>
              </a:r>
              <a:r>
                <a:rPr lang="en-US" sz="1600" b="1" dirty="0">
                  <a:solidFill>
                    <a:srgbClr val="002060"/>
                  </a:solidFill>
                </a:rPr>
                <a:t> </a:t>
              </a:r>
              <a:r>
                <a:rPr lang="en-US" sz="1600" dirty="0">
                  <a:solidFill>
                    <a:srgbClr val="002060"/>
                  </a:solidFill>
                  <a:latin typeface="Georgia" panose="02040502050405020303" pitchFamily="18" charset="0"/>
                </a:rPr>
                <a:t>of touchless invoices comparing second half of 2020 to June-July 2021;</a:t>
              </a:r>
            </a:p>
            <a:p>
              <a:pPr marL="171450" indent="-171450">
                <a:lnSpc>
                  <a:spcPct val="150000"/>
                </a:lnSpc>
                <a:buFont typeface="Wingdings" panose="05000000000000000000" pitchFamily="2" charset="2"/>
                <a:buChar char="ü"/>
              </a:pPr>
              <a:r>
                <a:rPr lang="en-US" sz="1600" b="1" dirty="0">
                  <a:solidFill>
                    <a:srgbClr val="002060"/>
                  </a:solidFill>
                  <a:latin typeface="Georgia" panose="02040502050405020303" pitchFamily="18" charset="0"/>
                </a:rPr>
                <a:t> </a:t>
              </a:r>
              <a:r>
                <a:rPr lang="en-US" sz="1600" b="1" dirty="0">
                  <a:solidFill>
                    <a:srgbClr val="00B050"/>
                  </a:solidFill>
                  <a:latin typeface="Georgia" panose="02040502050405020303" pitchFamily="18" charset="0"/>
                </a:rPr>
                <a:t>274</a:t>
              </a:r>
              <a:r>
                <a:rPr lang="en-US" sz="1600" dirty="0">
                  <a:solidFill>
                    <a:srgbClr val="002060"/>
                  </a:solidFill>
                  <a:latin typeface="Georgia" panose="02040502050405020303" pitchFamily="18" charset="0"/>
                </a:rPr>
                <a:t> paid late invoices / month (average) compared to </a:t>
              </a:r>
              <a:r>
                <a:rPr lang="en-US" sz="1600" b="1" dirty="0">
                  <a:solidFill>
                    <a:srgbClr val="00B050"/>
                  </a:solidFill>
                  <a:latin typeface="Georgia" panose="02040502050405020303" pitchFamily="18" charset="0"/>
                </a:rPr>
                <a:t>374</a:t>
              </a:r>
              <a:r>
                <a:rPr lang="en-US" sz="1600" dirty="0">
                  <a:solidFill>
                    <a:srgbClr val="002060"/>
                  </a:solidFill>
                  <a:latin typeface="Georgia" panose="02040502050405020303" pitchFamily="18" charset="0"/>
                </a:rPr>
                <a:t> paid late invoices before implementation.</a:t>
              </a:r>
            </a:p>
            <a:p>
              <a:pPr marL="109538" marR="0" lvl="0" algn="l" defTabSz="914400" rtl="0" eaLnBrk="1" fontAlgn="base" latinLnBrk="0" hangingPunct="1">
                <a:lnSpc>
                  <a:spcPct val="100000"/>
                </a:lnSpc>
                <a:spcBef>
                  <a:spcPct val="0"/>
                </a:spcBef>
                <a:spcAft>
                  <a:spcPct val="0"/>
                </a:spcAft>
                <a:buClrTx/>
                <a:buSzTx/>
                <a:tabLst/>
                <a:defRPr/>
              </a:pPr>
              <a:endParaRPr kumimoji="0" lang="en-US" sz="1400" u="none" strike="noStrike" kern="0" cap="none" spc="0" normalizeH="0" baseline="0" noProof="0" dirty="0">
                <a:ln>
                  <a:noFill/>
                </a:ln>
                <a:solidFill>
                  <a:srgbClr val="073262"/>
                </a:solidFill>
                <a:effectLst/>
                <a:uLnTx/>
                <a:uFillTx/>
                <a:latin typeface="+mj-lt"/>
              </a:endParaRPr>
            </a:p>
          </p:txBody>
        </p:sp>
        <p:sp>
          <p:nvSpPr>
            <p:cNvPr id="11" name="Rectangle 10"/>
            <p:cNvSpPr/>
            <p:nvPr/>
          </p:nvSpPr>
          <p:spPr bwMode="auto">
            <a:xfrm>
              <a:off x="1605632" y="1004248"/>
              <a:ext cx="9148805" cy="533400"/>
            </a:xfrm>
            <a:prstGeom prst="rect">
              <a:avLst/>
            </a:prstGeom>
            <a:solidFill>
              <a:schemeClr val="accent1"/>
            </a:solidFill>
            <a:ln>
              <a:noFill/>
              <a:headEnd type="none" w="med" len="med"/>
              <a:tailEnd type="none" w="med" len="med"/>
            </a:ln>
          </p:spPr>
          <p:style>
            <a:lnRef idx="1">
              <a:schemeClr val="accent6"/>
            </a:lnRef>
            <a:fillRef idx="3">
              <a:schemeClr val="accent6"/>
            </a:fillRef>
            <a:effectRef idx="2">
              <a:schemeClr val="accent6"/>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Georgia"/>
                  <a:ea typeface="+mn-ea"/>
                  <a:cs typeface="+mn-cs"/>
                </a:rPr>
                <a:t>POT February - July</a:t>
              </a:r>
            </a:p>
          </p:txBody>
        </p:sp>
        <p:sp>
          <p:nvSpPr>
            <p:cNvPr id="12" name="Freeform 6"/>
            <p:cNvSpPr>
              <a:spLocks noEditPoints="1"/>
            </p:cNvSpPr>
            <p:nvPr/>
          </p:nvSpPr>
          <p:spPr bwMode="auto">
            <a:xfrm>
              <a:off x="1840748" y="1014253"/>
              <a:ext cx="475328" cy="519917"/>
            </a:xfrm>
            <a:custGeom>
              <a:avLst/>
              <a:gdLst>
                <a:gd name="T0" fmla="*/ 202 w 344"/>
                <a:gd name="T1" fmla="*/ 271 h 375"/>
                <a:gd name="T2" fmla="*/ 133 w 344"/>
                <a:gd name="T3" fmla="*/ 86 h 375"/>
                <a:gd name="T4" fmla="*/ 202 w 344"/>
                <a:gd name="T5" fmla="*/ 0 h 375"/>
                <a:gd name="T6" fmla="*/ 298 w 344"/>
                <a:gd name="T7" fmla="*/ 308 h 375"/>
                <a:gd name="T8" fmla="*/ 313 w 344"/>
                <a:gd name="T9" fmla="*/ 308 h 375"/>
                <a:gd name="T10" fmla="*/ 324 w 344"/>
                <a:gd name="T11" fmla="*/ 333 h 375"/>
                <a:gd name="T12" fmla="*/ 311 w 344"/>
                <a:gd name="T13" fmla="*/ 372 h 375"/>
                <a:gd name="T14" fmla="*/ 344 w 344"/>
                <a:gd name="T15" fmla="*/ 348 h 375"/>
                <a:gd name="T16" fmla="*/ 44 w 344"/>
                <a:gd name="T17" fmla="*/ 299 h 375"/>
                <a:gd name="T18" fmla="*/ 39 w 344"/>
                <a:gd name="T19" fmla="*/ 314 h 375"/>
                <a:gd name="T20" fmla="*/ 34 w 344"/>
                <a:gd name="T21" fmla="*/ 299 h 375"/>
                <a:gd name="T22" fmla="*/ 41 w 344"/>
                <a:gd name="T23" fmla="*/ 348 h 375"/>
                <a:gd name="T24" fmla="*/ 8 w 344"/>
                <a:gd name="T25" fmla="*/ 372 h 375"/>
                <a:gd name="T26" fmla="*/ 21 w 344"/>
                <a:gd name="T27" fmla="*/ 333 h 375"/>
                <a:gd name="T28" fmla="*/ 270 w 344"/>
                <a:gd name="T29" fmla="*/ 289 h 375"/>
                <a:gd name="T30" fmla="*/ 247 w 344"/>
                <a:gd name="T31" fmla="*/ 375 h 375"/>
                <a:gd name="T32" fmla="*/ 247 w 344"/>
                <a:gd name="T33" fmla="*/ 300 h 375"/>
                <a:gd name="T34" fmla="*/ 245 w 344"/>
                <a:gd name="T35" fmla="*/ 334 h 375"/>
                <a:gd name="T36" fmla="*/ 247 w 344"/>
                <a:gd name="T37" fmla="*/ 375 h 375"/>
                <a:gd name="T38" fmla="*/ 178 w 344"/>
                <a:gd name="T39" fmla="*/ 375 h 375"/>
                <a:gd name="T40" fmla="*/ 207 w 344"/>
                <a:gd name="T41" fmla="*/ 289 h 375"/>
                <a:gd name="T42" fmla="*/ 143 w 344"/>
                <a:gd name="T43" fmla="*/ 289 h 375"/>
                <a:gd name="T44" fmla="*/ 143 w 344"/>
                <a:gd name="T45" fmla="*/ 375 h 375"/>
                <a:gd name="T46" fmla="*/ 143 w 344"/>
                <a:gd name="T47" fmla="*/ 300 h 375"/>
                <a:gd name="T48" fmla="*/ 146 w 344"/>
                <a:gd name="T49" fmla="*/ 361 h 375"/>
                <a:gd name="T50" fmla="*/ 94 w 344"/>
                <a:gd name="T51" fmla="*/ 334 h 375"/>
                <a:gd name="T52" fmla="*/ 94 w 344"/>
                <a:gd name="T53" fmla="*/ 289 h 375"/>
                <a:gd name="T54" fmla="*/ 118 w 344"/>
                <a:gd name="T55" fmla="*/ 289 h 375"/>
                <a:gd name="T56" fmla="*/ 172 w 344"/>
                <a:gd name="T57" fmla="*/ 271 h 375"/>
                <a:gd name="T58" fmla="*/ 22 w 344"/>
                <a:gd name="T59" fmla="*/ 97 h 375"/>
                <a:gd name="T60" fmla="*/ 0 w 344"/>
                <a:gd name="T61" fmla="*/ 180 h 375"/>
                <a:gd name="T62" fmla="*/ 20 w 344"/>
                <a:gd name="T63" fmla="*/ 188 h 375"/>
                <a:gd name="T64" fmla="*/ 41 w 344"/>
                <a:gd name="T65" fmla="*/ 108 h 375"/>
                <a:gd name="T66" fmla="*/ 106 w 344"/>
                <a:gd name="T67" fmla="*/ 127 h 375"/>
                <a:gd name="T68" fmla="*/ 147 w 344"/>
                <a:gd name="T69" fmla="*/ 199 h 375"/>
                <a:gd name="T70" fmla="*/ 121 w 344"/>
                <a:gd name="T71" fmla="*/ 176 h 375"/>
                <a:gd name="T72" fmla="*/ 121 w 344"/>
                <a:gd name="T73" fmla="*/ 176 h 375"/>
                <a:gd name="T74" fmla="*/ 90 w 344"/>
                <a:gd name="T75" fmla="*/ 199 h 375"/>
                <a:gd name="T76" fmla="*/ 158 w 344"/>
                <a:gd name="T77" fmla="*/ 168 h 375"/>
                <a:gd name="T78" fmla="*/ 121 w 344"/>
                <a:gd name="T79" fmla="*/ 164 h 375"/>
                <a:gd name="T80" fmla="*/ 90 w 344"/>
                <a:gd name="T81" fmla="*/ 137 h 375"/>
                <a:gd name="T82" fmla="*/ 90 w 344"/>
                <a:gd name="T83" fmla="*/ 137 h 375"/>
                <a:gd name="T84" fmla="*/ 158 w 344"/>
                <a:gd name="T85" fmla="*/ 117 h 375"/>
                <a:gd name="T86" fmla="*/ 134 w 344"/>
                <a:gd name="T87" fmla="*/ 132 h 375"/>
                <a:gd name="T88" fmla="*/ 223 w 344"/>
                <a:gd name="T89" fmla="*/ 70 h 375"/>
                <a:gd name="T90" fmla="*/ 300 w 344"/>
                <a:gd name="T91" fmla="*/ 144 h 375"/>
                <a:gd name="T92" fmla="*/ 300 w 344"/>
                <a:gd name="T93" fmla="*/ 144 h 375"/>
                <a:gd name="T94" fmla="*/ 284 w 344"/>
                <a:gd name="T95" fmla="*/ 143 h 375"/>
                <a:gd name="T96" fmla="*/ 245 w 344"/>
                <a:gd name="T97" fmla="*/ 172 h 375"/>
                <a:gd name="T98" fmla="*/ 300 w 344"/>
                <a:gd name="T99" fmla="*/ 129 h 375"/>
                <a:gd name="T100" fmla="*/ 265 w 344"/>
                <a:gd name="T101" fmla="*/ 95 h 375"/>
                <a:gd name="T102" fmla="*/ 265 w 344"/>
                <a:gd name="T103" fmla="*/ 95 h 375"/>
                <a:gd name="T104" fmla="*/ 245 w 344"/>
                <a:gd name="T105" fmla="*/ 91 h 375"/>
                <a:gd name="T106" fmla="*/ 317 w 344"/>
                <a:gd name="T107" fmla="*/ 88 h 375"/>
                <a:gd name="T108" fmla="*/ 265 w 344"/>
                <a:gd name="T109" fmla="*/ 78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44" h="375">
                  <a:moveTo>
                    <a:pt x="202" y="0"/>
                  </a:moveTo>
                  <a:cubicBezTo>
                    <a:pt x="335" y="43"/>
                    <a:pt x="335" y="43"/>
                    <a:pt x="335" y="43"/>
                  </a:cubicBezTo>
                  <a:cubicBezTo>
                    <a:pt x="335" y="271"/>
                    <a:pt x="335" y="271"/>
                    <a:pt x="335" y="271"/>
                  </a:cubicBezTo>
                  <a:cubicBezTo>
                    <a:pt x="202" y="271"/>
                    <a:pt x="202" y="271"/>
                    <a:pt x="202" y="271"/>
                  </a:cubicBezTo>
                  <a:cubicBezTo>
                    <a:pt x="202" y="22"/>
                    <a:pt x="202" y="22"/>
                    <a:pt x="202" y="22"/>
                  </a:cubicBezTo>
                  <a:cubicBezTo>
                    <a:pt x="153" y="47"/>
                    <a:pt x="153" y="47"/>
                    <a:pt x="153" y="47"/>
                  </a:cubicBezTo>
                  <a:cubicBezTo>
                    <a:pt x="153" y="86"/>
                    <a:pt x="153" y="86"/>
                    <a:pt x="153" y="86"/>
                  </a:cubicBezTo>
                  <a:cubicBezTo>
                    <a:pt x="133" y="86"/>
                    <a:pt x="133" y="86"/>
                    <a:pt x="133" y="86"/>
                  </a:cubicBezTo>
                  <a:cubicBezTo>
                    <a:pt x="133" y="41"/>
                    <a:pt x="133" y="41"/>
                    <a:pt x="133" y="41"/>
                  </a:cubicBezTo>
                  <a:cubicBezTo>
                    <a:pt x="133" y="36"/>
                    <a:pt x="133" y="36"/>
                    <a:pt x="133" y="36"/>
                  </a:cubicBezTo>
                  <a:cubicBezTo>
                    <a:pt x="138" y="33"/>
                    <a:pt x="138" y="33"/>
                    <a:pt x="138" y="33"/>
                  </a:cubicBezTo>
                  <a:lnTo>
                    <a:pt x="202" y="0"/>
                  </a:lnTo>
                  <a:close/>
                  <a:moveTo>
                    <a:pt x="305" y="284"/>
                  </a:moveTo>
                  <a:cubicBezTo>
                    <a:pt x="301" y="299"/>
                    <a:pt x="301" y="299"/>
                    <a:pt x="301" y="299"/>
                  </a:cubicBezTo>
                  <a:cubicBezTo>
                    <a:pt x="285" y="299"/>
                    <a:pt x="285" y="299"/>
                    <a:pt x="285" y="299"/>
                  </a:cubicBezTo>
                  <a:cubicBezTo>
                    <a:pt x="298" y="308"/>
                    <a:pt x="298" y="308"/>
                    <a:pt x="298" y="308"/>
                  </a:cubicBezTo>
                  <a:cubicBezTo>
                    <a:pt x="293" y="323"/>
                    <a:pt x="293" y="323"/>
                    <a:pt x="293" y="323"/>
                  </a:cubicBezTo>
                  <a:cubicBezTo>
                    <a:pt x="305" y="314"/>
                    <a:pt x="305" y="314"/>
                    <a:pt x="305" y="314"/>
                  </a:cubicBezTo>
                  <a:cubicBezTo>
                    <a:pt x="318" y="323"/>
                    <a:pt x="318" y="323"/>
                    <a:pt x="318" y="323"/>
                  </a:cubicBezTo>
                  <a:cubicBezTo>
                    <a:pt x="313" y="308"/>
                    <a:pt x="313" y="308"/>
                    <a:pt x="313" y="308"/>
                  </a:cubicBezTo>
                  <a:cubicBezTo>
                    <a:pt x="326" y="299"/>
                    <a:pt x="326" y="299"/>
                    <a:pt x="326" y="299"/>
                  </a:cubicBezTo>
                  <a:cubicBezTo>
                    <a:pt x="310" y="299"/>
                    <a:pt x="310" y="299"/>
                    <a:pt x="310" y="299"/>
                  </a:cubicBezTo>
                  <a:lnTo>
                    <a:pt x="305" y="284"/>
                  </a:lnTo>
                  <a:close/>
                  <a:moveTo>
                    <a:pt x="324" y="333"/>
                  </a:moveTo>
                  <a:cubicBezTo>
                    <a:pt x="319" y="348"/>
                    <a:pt x="319" y="348"/>
                    <a:pt x="319" y="348"/>
                  </a:cubicBezTo>
                  <a:cubicBezTo>
                    <a:pt x="303" y="348"/>
                    <a:pt x="303" y="348"/>
                    <a:pt x="303" y="348"/>
                  </a:cubicBezTo>
                  <a:cubicBezTo>
                    <a:pt x="316" y="357"/>
                    <a:pt x="316" y="357"/>
                    <a:pt x="316" y="357"/>
                  </a:cubicBezTo>
                  <a:cubicBezTo>
                    <a:pt x="311" y="372"/>
                    <a:pt x="311" y="372"/>
                    <a:pt x="311" y="372"/>
                  </a:cubicBezTo>
                  <a:cubicBezTo>
                    <a:pt x="324" y="363"/>
                    <a:pt x="324" y="363"/>
                    <a:pt x="324" y="363"/>
                  </a:cubicBezTo>
                  <a:cubicBezTo>
                    <a:pt x="336" y="372"/>
                    <a:pt x="336" y="372"/>
                    <a:pt x="336" y="372"/>
                  </a:cubicBezTo>
                  <a:cubicBezTo>
                    <a:pt x="331" y="357"/>
                    <a:pt x="331" y="357"/>
                    <a:pt x="331" y="357"/>
                  </a:cubicBezTo>
                  <a:cubicBezTo>
                    <a:pt x="344" y="348"/>
                    <a:pt x="344" y="348"/>
                    <a:pt x="344" y="348"/>
                  </a:cubicBezTo>
                  <a:cubicBezTo>
                    <a:pt x="329" y="348"/>
                    <a:pt x="329" y="348"/>
                    <a:pt x="329" y="348"/>
                  </a:cubicBezTo>
                  <a:lnTo>
                    <a:pt x="324" y="333"/>
                  </a:lnTo>
                  <a:close/>
                  <a:moveTo>
                    <a:pt x="39" y="284"/>
                  </a:moveTo>
                  <a:cubicBezTo>
                    <a:pt x="44" y="299"/>
                    <a:pt x="44" y="299"/>
                    <a:pt x="44" y="299"/>
                  </a:cubicBezTo>
                  <a:cubicBezTo>
                    <a:pt x="59" y="299"/>
                    <a:pt x="59" y="299"/>
                    <a:pt x="59" y="299"/>
                  </a:cubicBezTo>
                  <a:cubicBezTo>
                    <a:pt x="47" y="308"/>
                    <a:pt x="47" y="308"/>
                    <a:pt x="47" y="308"/>
                  </a:cubicBezTo>
                  <a:cubicBezTo>
                    <a:pt x="51" y="323"/>
                    <a:pt x="51" y="323"/>
                    <a:pt x="51" y="323"/>
                  </a:cubicBezTo>
                  <a:cubicBezTo>
                    <a:pt x="39" y="314"/>
                    <a:pt x="39" y="314"/>
                    <a:pt x="39" y="314"/>
                  </a:cubicBezTo>
                  <a:cubicBezTo>
                    <a:pt x="26" y="323"/>
                    <a:pt x="26" y="323"/>
                    <a:pt x="26" y="323"/>
                  </a:cubicBezTo>
                  <a:cubicBezTo>
                    <a:pt x="31" y="308"/>
                    <a:pt x="31" y="308"/>
                    <a:pt x="31" y="308"/>
                  </a:cubicBezTo>
                  <a:cubicBezTo>
                    <a:pt x="19" y="299"/>
                    <a:pt x="19" y="299"/>
                    <a:pt x="19" y="299"/>
                  </a:cubicBezTo>
                  <a:cubicBezTo>
                    <a:pt x="34" y="299"/>
                    <a:pt x="34" y="299"/>
                    <a:pt x="34" y="299"/>
                  </a:cubicBezTo>
                  <a:lnTo>
                    <a:pt x="39" y="284"/>
                  </a:lnTo>
                  <a:close/>
                  <a:moveTo>
                    <a:pt x="21" y="333"/>
                  </a:moveTo>
                  <a:cubicBezTo>
                    <a:pt x="25" y="348"/>
                    <a:pt x="25" y="348"/>
                    <a:pt x="25" y="348"/>
                  </a:cubicBezTo>
                  <a:cubicBezTo>
                    <a:pt x="41" y="348"/>
                    <a:pt x="41" y="348"/>
                    <a:pt x="41" y="348"/>
                  </a:cubicBezTo>
                  <a:cubicBezTo>
                    <a:pt x="28" y="357"/>
                    <a:pt x="28" y="357"/>
                    <a:pt x="28" y="357"/>
                  </a:cubicBezTo>
                  <a:cubicBezTo>
                    <a:pt x="33" y="372"/>
                    <a:pt x="33" y="372"/>
                    <a:pt x="33" y="372"/>
                  </a:cubicBezTo>
                  <a:cubicBezTo>
                    <a:pt x="21" y="363"/>
                    <a:pt x="21" y="363"/>
                    <a:pt x="21" y="363"/>
                  </a:cubicBezTo>
                  <a:cubicBezTo>
                    <a:pt x="8" y="372"/>
                    <a:pt x="8" y="372"/>
                    <a:pt x="8" y="372"/>
                  </a:cubicBezTo>
                  <a:cubicBezTo>
                    <a:pt x="13" y="357"/>
                    <a:pt x="13" y="357"/>
                    <a:pt x="13" y="357"/>
                  </a:cubicBezTo>
                  <a:cubicBezTo>
                    <a:pt x="0" y="348"/>
                    <a:pt x="0" y="348"/>
                    <a:pt x="0" y="348"/>
                  </a:cubicBezTo>
                  <a:cubicBezTo>
                    <a:pt x="16" y="348"/>
                    <a:pt x="16" y="348"/>
                    <a:pt x="16" y="348"/>
                  </a:cubicBezTo>
                  <a:lnTo>
                    <a:pt x="21" y="333"/>
                  </a:lnTo>
                  <a:close/>
                  <a:moveTo>
                    <a:pt x="286" y="375"/>
                  </a:moveTo>
                  <a:cubicBezTo>
                    <a:pt x="251" y="375"/>
                    <a:pt x="251" y="375"/>
                    <a:pt x="251" y="375"/>
                  </a:cubicBezTo>
                  <a:cubicBezTo>
                    <a:pt x="251" y="289"/>
                    <a:pt x="251" y="289"/>
                    <a:pt x="251" y="289"/>
                  </a:cubicBezTo>
                  <a:cubicBezTo>
                    <a:pt x="270" y="289"/>
                    <a:pt x="270" y="289"/>
                    <a:pt x="270" y="289"/>
                  </a:cubicBezTo>
                  <a:cubicBezTo>
                    <a:pt x="270" y="364"/>
                    <a:pt x="270" y="364"/>
                    <a:pt x="270" y="364"/>
                  </a:cubicBezTo>
                  <a:cubicBezTo>
                    <a:pt x="286" y="364"/>
                    <a:pt x="286" y="364"/>
                    <a:pt x="286" y="364"/>
                  </a:cubicBezTo>
                  <a:lnTo>
                    <a:pt x="286" y="375"/>
                  </a:lnTo>
                  <a:close/>
                  <a:moveTo>
                    <a:pt x="247" y="375"/>
                  </a:moveTo>
                  <a:cubicBezTo>
                    <a:pt x="211" y="375"/>
                    <a:pt x="211" y="375"/>
                    <a:pt x="211" y="375"/>
                  </a:cubicBezTo>
                  <a:cubicBezTo>
                    <a:pt x="211" y="289"/>
                    <a:pt x="211" y="289"/>
                    <a:pt x="211" y="289"/>
                  </a:cubicBezTo>
                  <a:cubicBezTo>
                    <a:pt x="247" y="289"/>
                    <a:pt x="247" y="289"/>
                    <a:pt x="247" y="289"/>
                  </a:cubicBezTo>
                  <a:cubicBezTo>
                    <a:pt x="247" y="300"/>
                    <a:pt x="247" y="300"/>
                    <a:pt x="247" y="300"/>
                  </a:cubicBezTo>
                  <a:cubicBezTo>
                    <a:pt x="230" y="300"/>
                    <a:pt x="230" y="300"/>
                    <a:pt x="230" y="300"/>
                  </a:cubicBezTo>
                  <a:cubicBezTo>
                    <a:pt x="230" y="323"/>
                    <a:pt x="230" y="323"/>
                    <a:pt x="230" y="323"/>
                  </a:cubicBezTo>
                  <a:cubicBezTo>
                    <a:pt x="245" y="323"/>
                    <a:pt x="245" y="323"/>
                    <a:pt x="245" y="323"/>
                  </a:cubicBezTo>
                  <a:cubicBezTo>
                    <a:pt x="245" y="334"/>
                    <a:pt x="245" y="334"/>
                    <a:pt x="245" y="334"/>
                  </a:cubicBezTo>
                  <a:cubicBezTo>
                    <a:pt x="230" y="334"/>
                    <a:pt x="230" y="334"/>
                    <a:pt x="230" y="334"/>
                  </a:cubicBezTo>
                  <a:cubicBezTo>
                    <a:pt x="230" y="364"/>
                    <a:pt x="230" y="364"/>
                    <a:pt x="230" y="364"/>
                  </a:cubicBezTo>
                  <a:cubicBezTo>
                    <a:pt x="247" y="364"/>
                    <a:pt x="247" y="364"/>
                    <a:pt x="247" y="364"/>
                  </a:cubicBezTo>
                  <a:lnTo>
                    <a:pt x="247" y="375"/>
                  </a:lnTo>
                  <a:close/>
                  <a:moveTo>
                    <a:pt x="207" y="301"/>
                  </a:moveTo>
                  <a:cubicBezTo>
                    <a:pt x="197" y="301"/>
                    <a:pt x="197" y="301"/>
                    <a:pt x="197" y="301"/>
                  </a:cubicBezTo>
                  <a:cubicBezTo>
                    <a:pt x="197" y="375"/>
                    <a:pt x="197" y="375"/>
                    <a:pt x="197" y="375"/>
                  </a:cubicBezTo>
                  <a:cubicBezTo>
                    <a:pt x="178" y="375"/>
                    <a:pt x="178" y="375"/>
                    <a:pt x="178" y="375"/>
                  </a:cubicBezTo>
                  <a:cubicBezTo>
                    <a:pt x="178" y="301"/>
                    <a:pt x="178" y="301"/>
                    <a:pt x="178" y="301"/>
                  </a:cubicBezTo>
                  <a:cubicBezTo>
                    <a:pt x="167" y="301"/>
                    <a:pt x="167" y="301"/>
                    <a:pt x="167" y="301"/>
                  </a:cubicBezTo>
                  <a:cubicBezTo>
                    <a:pt x="167" y="289"/>
                    <a:pt x="167" y="289"/>
                    <a:pt x="167" y="289"/>
                  </a:cubicBezTo>
                  <a:cubicBezTo>
                    <a:pt x="207" y="289"/>
                    <a:pt x="207" y="289"/>
                    <a:pt x="207" y="289"/>
                  </a:cubicBezTo>
                  <a:lnTo>
                    <a:pt x="207" y="301"/>
                  </a:lnTo>
                  <a:close/>
                  <a:moveTo>
                    <a:pt x="121" y="360"/>
                  </a:moveTo>
                  <a:cubicBezTo>
                    <a:pt x="121" y="305"/>
                    <a:pt x="121" y="305"/>
                    <a:pt x="121" y="305"/>
                  </a:cubicBezTo>
                  <a:cubicBezTo>
                    <a:pt x="121" y="294"/>
                    <a:pt x="129" y="289"/>
                    <a:pt x="143" y="289"/>
                  </a:cubicBezTo>
                  <a:cubicBezTo>
                    <a:pt x="157" y="289"/>
                    <a:pt x="164" y="294"/>
                    <a:pt x="164" y="305"/>
                  </a:cubicBezTo>
                  <a:cubicBezTo>
                    <a:pt x="164" y="360"/>
                    <a:pt x="164" y="360"/>
                    <a:pt x="164" y="360"/>
                  </a:cubicBezTo>
                  <a:cubicBezTo>
                    <a:pt x="164" y="365"/>
                    <a:pt x="162" y="369"/>
                    <a:pt x="158" y="371"/>
                  </a:cubicBezTo>
                  <a:cubicBezTo>
                    <a:pt x="154" y="374"/>
                    <a:pt x="149" y="375"/>
                    <a:pt x="143" y="375"/>
                  </a:cubicBezTo>
                  <a:cubicBezTo>
                    <a:pt x="129" y="375"/>
                    <a:pt x="121" y="370"/>
                    <a:pt x="121" y="360"/>
                  </a:cubicBezTo>
                  <a:moveTo>
                    <a:pt x="146" y="361"/>
                  </a:moveTo>
                  <a:cubicBezTo>
                    <a:pt x="146" y="303"/>
                    <a:pt x="146" y="303"/>
                    <a:pt x="146" y="303"/>
                  </a:cubicBezTo>
                  <a:cubicBezTo>
                    <a:pt x="146" y="301"/>
                    <a:pt x="145" y="300"/>
                    <a:pt x="143" y="300"/>
                  </a:cubicBezTo>
                  <a:cubicBezTo>
                    <a:pt x="141" y="300"/>
                    <a:pt x="140" y="301"/>
                    <a:pt x="140" y="303"/>
                  </a:cubicBezTo>
                  <a:cubicBezTo>
                    <a:pt x="140" y="361"/>
                    <a:pt x="140" y="361"/>
                    <a:pt x="140" y="361"/>
                  </a:cubicBezTo>
                  <a:cubicBezTo>
                    <a:pt x="140" y="363"/>
                    <a:pt x="141" y="364"/>
                    <a:pt x="143" y="364"/>
                  </a:cubicBezTo>
                  <a:cubicBezTo>
                    <a:pt x="145" y="364"/>
                    <a:pt x="146" y="363"/>
                    <a:pt x="146" y="361"/>
                  </a:cubicBezTo>
                  <a:moveTo>
                    <a:pt x="118" y="375"/>
                  </a:moveTo>
                  <a:cubicBezTo>
                    <a:pt x="99" y="375"/>
                    <a:pt x="99" y="375"/>
                    <a:pt x="99" y="375"/>
                  </a:cubicBezTo>
                  <a:cubicBezTo>
                    <a:pt x="99" y="334"/>
                    <a:pt x="99" y="334"/>
                    <a:pt x="99" y="334"/>
                  </a:cubicBezTo>
                  <a:cubicBezTo>
                    <a:pt x="94" y="334"/>
                    <a:pt x="94" y="334"/>
                    <a:pt x="94" y="334"/>
                  </a:cubicBezTo>
                  <a:cubicBezTo>
                    <a:pt x="94" y="375"/>
                    <a:pt x="94" y="375"/>
                    <a:pt x="94" y="375"/>
                  </a:cubicBezTo>
                  <a:cubicBezTo>
                    <a:pt x="75" y="375"/>
                    <a:pt x="75" y="375"/>
                    <a:pt x="75" y="375"/>
                  </a:cubicBezTo>
                  <a:cubicBezTo>
                    <a:pt x="75" y="289"/>
                    <a:pt x="75" y="289"/>
                    <a:pt x="75" y="289"/>
                  </a:cubicBezTo>
                  <a:cubicBezTo>
                    <a:pt x="94" y="289"/>
                    <a:pt x="94" y="289"/>
                    <a:pt x="94" y="289"/>
                  </a:cubicBezTo>
                  <a:cubicBezTo>
                    <a:pt x="94" y="323"/>
                    <a:pt x="94" y="323"/>
                    <a:pt x="94" y="323"/>
                  </a:cubicBezTo>
                  <a:cubicBezTo>
                    <a:pt x="99" y="323"/>
                    <a:pt x="99" y="323"/>
                    <a:pt x="99" y="323"/>
                  </a:cubicBezTo>
                  <a:cubicBezTo>
                    <a:pt x="99" y="289"/>
                    <a:pt x="99" y="289"/>
                    <a:pt x="99" y="289"/>
                  </a:cubicBezTo>
                  <a:cubicBezTo>
                    <a:pt x="118" y="289"/>
                    <a:pt x="118" y="289"/>
                    <a:pt x="118" y="289"/>
                  </a:cubicBezTo>
                  <a:lnTo>
                    <a:pt x="118" y="375"/>
                  </a:lnTo>
                  <a:close/>
                  <a:moveTo>
                    <a:pt x="74" y="93"/>
                  </a:moveTo>
                  <a:cubicBezTo>
                    <a:pt x="74" y="271"/>
                    <a:pt x="74" y="271"/>
                    <a:pt x="74" y="271"/>
                  </a:cubicBezTo>
                  <a:cubicBezTo>
                    <a:pt x="172" y="271"/>
                    <a:pt x="172" y="271"/>
                    <a:pt x="172" y="271"/>
                  </a:cubicBezTo>
                  <a:cubicBezTo>
                    <a:pt x="172" y="104"/>
                    <a:pt x="172" y="104"/>
                    <a:pt x="172" y="104"/>
                  </a:cubicBezTo>
                  <a:cubicBezTo>
                    <a:pt x="74" y="72"/>
                    <a:pt x="74" y="72"/>
                    <a:pt x="74" y="72"/>
                  </a:cubicBezTo>
                  <a:cubicBezTo>
                    <a:pt x="26" y="94"/>
                    <a:pt x="26" y="94"/>
                    <a:pt x="26" y="94"/>
                  </a:cubicBezTo>
                  <a:cubicBezTo>
                    <a:pt x="22" y="97"/>
                    <a:pt x="22" y="97"/>
                    <a:pt x="22" y="97"/>
                  </a:cubicBezTo>
                  <a:cubicBezTo>
                    <a:pt x="22" y="103"/>
                    <a:pt x="22" y="103"/>
                    <a:pt x="22" y="103"/>
                  </a:cubicBezTo>
                  <a:cubicBezTo>
                    <a:pt x="22" y="156"/>
                    <a:pt x="22" y="156"/>
                    <a:pt x="22" y="156"/>
                  </a:cubicBezTo>
                  <a:cubicBezTo>
                    <a:pt x="3" y="178"/>
                    <a:pt x="3" y="178"/>
                    <a:pt x="3" y="178"/>
                  </a:cubicBezTo>
                  <a:cubicBezTo>
                    <a:pt x="0" y="180"/>
                    <a:pt x="0" y="180"/>
                    <a:pt x="0" y="180"/>
                  </a:cubicBezTo>
                  <a:cubicBezTo>
                    <a:pt x="0" y="184"/>
                    <a:pt x="0" y="184"/>
                    <a:pt x="0" y="184"/>
                  </a:cubicBezTo>
                  <a:cubicBezTo>
                    <a:pt x="0" y="275"/>
                    <a:pt x="0" y="275"/>
                    <a:pt x="0" y="275"/>
                  </a:cubicBezTo>
                  <a:cubicBezTo>
                    <a:pt x="20" y="275"/>
                    <a:pt x="20" y="275"/>
                    <a:pt x="20" y="275"/>
                  </a:cubicBezTo>
                  <a:cubicBezTo>
                    <a:pt x="20" y="188"/>
                    <a:pt x="20" y="188"/>
                    <a:pt x="20" y="188"/>
                  </a:cubicBezTo>
                  <a:cubicBezTo>
                    <a:pt x="38" y="166"/>
                    <a:pt x="38" y="166"/>
                    <a:pt x="38" y="166"/>
                  </a:cubicBezTo>
                  <a:cubicBezTo>
                    <a:pt x="41" y="164"/>
                    <a:pt x="41" y="164"/>
                    <a:pt x="41" y="164"/>
                  </a:cubicBezTo>
                  <a:cubicBezTo>
                    <a:pt x="41" y="160"/>
                    <a:pt x="41" y="160"/>
                    <a:pt x="41" y="160"/>
                  </a:cubicBezTo>
                  <a:cubicBezTo>
                    <a:pt x="41" y="108"/>
                    <a:pt x="41" y="108"/>
                    <a:pt x="41" y="108"/>
                  </a:cubicBezTo>
                  <a:lnTo>
                    <a:pt x="74" y="93"/>
                  </a:lnTo>
                  <a:close/>
                  <a:moveTo>
                    <a:pt x="90" y="99"/>
                  </a:moveTo>
                  <a:cubicBezTo>
                    <a:pt x="96" y="101"/>
                    <a:pt x="101" y="102"/>
                    <a:pt x="106" y="103"/>
                  </a:cubicBezTo>
                  <a:cubicBezTo>
                    <a:pt x="106" y="127"/>
                    <a:pt x="106" y="127"/>
                    <a:pt x="106" y="127"/>
                  </a:cubicBezTo>
                  <a:cubicBezTo>
                    <a:pt x="101" y="126"/>
                    <a:pt x="96" y="125"/>
                    <a:pt x="90" y="124"/>
                  </a:cubicBezTo>
                  <a:lnTo>
                    <a:pt x="90" y="99"/>
                  </a:lnTo>
                  <a:close/>
                  <a:moveTo>
                    <a:pt x="147" y="178"/>
                  </a:moveTo>
                  <a:cubicBezTo>
                    <a:pt x="147" y="185"/>
                    <a:pt x="147" y="192"/>
                    <a:pt x="147" y="199"/>
                  </a:cubicBezTo>
                  <a:cubicBezTo>
                    <a:pt x="158" y="199"/>
                    <a:pt x="158" y="199"/>
                    <a:pt x="158" y="199"/>
                  </a:cubicBezTo>
                  <a:cubicBezTo>
                    <a:pt x="158" y="179"/>
                    <a:pt x="158" y="179"/>
                    <a:pt x="158" y="179"/>
                  </a:cubicBezTo>
                  <a:cubicBezTo>
                    <a:pt x="155" y="179"/>
                    <a:pt x="151" y="178"/>
                    <a:pt x="147" y="178"/>
                  </a:cubicBezTo>
                  <a:moveTo>
                    <a:pt x="121" y="176"/>
                  </a:moveTo>
                  <a:cubicBezTo>
                    <a:pt x="121" y="199"/>
                    <a:pt x="121" y="199"/>
                    <a:pt x="121" y="199"/>
                  </a:cubicBezTo>
                  <a:cubicBezTo>
                    <a:pt x="134" y="199"/>
                    <a:pt x="134" y="199"/>
                    <a:pt x="134" y="199"/>
                  </a:cubicBezTo>
                  <a:cubicBezTo>
                    <a:pt x="134" y="177"/>
                    <a:pt x="134" y="177"/>
                    <a:pt x="134" y="177"/>
                  </a:cubicBezTo>
                  <a:cubicBezTo>
                    <a:pt x="130" y="177"/>
                    <a:pt x="125" y="177"/>
                    <a:pt x="121" y="176"/>
                  </a:cubicBezTo>
                  <a:moveTo>
                    <a:pt x="90" y="174"/>
                  </a:moveTo>
                  <a:cubicBezTo>
                    <a:pt x="96" y="175"/>
                    <a:pt x="101" y="175"/>
                    <a:pt x="106" y="175"/>
                  </a:cubicBezTo>
                  <a:cubicBezTo>
                    <a:pt x="106" y="199"/>
                    <a:pt x="106" y="199"/>
                    <a:pt x="106" y="199"/>
                  </a:cubicBezTo>
                  <a:cubicBezTo>
                    <a:pt x="90" y="199"/>
                    <a:pt x="90" y="199"/>
                    <a:pt x="90" y="199"/>
                  </a:cubicBezTo>
                  <a:lnTo>
                    <a:pt x="90" y="174"/>
                  </a:lnTo>
                  <a:close/>
                  <a:moveTo>
                    <a:pt x="147" y="146"/>
                  </a:moveTo>
                  <a:cubicBezTo>
                    <a:pt x="147" y="167"/>
                    <a:pt x="147" y="167"/>
                    <a:pt x="147" y="167"/>
                  </a:cubicBezTo>
                  <a:cubicBezTo>
                    <a:pt x="151" y="167"/>
                    <a:pt x="155" y="168"/>
                    <a:pt x="158" y="168"/>
                  </a:cubicBezTo>
                  <a:cubicBezTo>
                    <a:pt x="158" y="148"/>
                    <a:pt x="158" y="148"/>
                    <a:pt x="158" y="148"/>
                  </a:cubicBezTo>
                  <a:cubicBezTo>
                    <a:pt x="155" y="147"/>
                    <a:pt x="151" y="147"/>
                    <a:pt x="147" y="146"/>
                  </a:cubicBezTo>
                  <a:moveTo>
                    <a:pt x="121" y="142"/>
                  </a:moveTo>
                  <a:cubicBezTo>
                    <a:pt x="121" y="164"/>
                    <a:pt x="121" y="164"/>
                    <a:pt x="121" y="164"/>
                  </a:cubicBezTo>
                  <a:cubicBezTo>
                    <a:pt x="125" y="165"/>
                    <a:pt x="130" y="165"/>
                    <a:pt x="134" y="166"/>
                  </a:cubicBezTo>
                  <a:cubicBezTo>
                    <a:pt x="134" y="144"/>
                    <a:pt x="134" y="144"/>
                    <a:pt x="134" y="144"/>
                  </a:cubicBezTo>
                  <a:cubicBezTo>
                    <a:pt x="130" y="143"/>
                    <a:pt x="125" y="143"/>
                    <a:pt x="121" y="142"/>
                  </a:cubicBezTo>
                  <a:moveTo>
                    <a:pt x="90" y="137"/>
                  </a:moveTo>
                  <a:cubicBezTo>
                    <a:pt x="96" y="138"/>
                    <a:pt x="101" y="139"/>
                    <a:pt x="106" y="139"/>
                  </a:cubicBezTo>
                  <a:cubicBezTo>
                    <a:pt x="106" y="163"/>
                    <a:pt x="106" y="163"/>
                    <a:pt x="106" y="163"/>
                  </a:cubicBezTo>
                  <a:cubicBezTo>
                    <a:pt x="101" y="162"/>
                    <a:pt x="96" y="162"/>
                    <a:pt x="90" y="161"/>
                  </a:cubicBezTo>
                  <a:lnTo>
                    <a:pt x="90" y="137"/>
                  </a:lnTo>
                  <a:close/>
                  <a:moveTo>
                    <a:pt x="147" y="114"/>
                  </a:moveTo>
                  <a:cubicBezTo>
                    <a:pt x="147" y="135"/>
                    <a:pt x="147" y="135"/>
                    <a:pt x="147" y="135"/>
                  </a:cubicBezTo>
                  <a:cubicBezTo>
                    <a:pt x="151" y="136"/>
                    <a:pt x="155" y="137"/>
                    <a:pt x="158" y="137"/>
                  </a:cubicBezTo>
                  <a:cubicBezTo>
                    <a:pt x="158" y="117"/>
                    <a:pt x="158" y="117"/>
                    <a:pt x="158" y="117"/>
                  </a:cubicBezTo>
                  <a:cubicBezTo>
                    <a:pt x="155" y="116"/>
                    <a:pt x="151" y="115"/>
                    <a:pt x="147" y="114"/>
                  </a:cubicBezTo>
                  <a:moveTo>
                    <a:pt x="121" y="107"/>
                  </a:moveTo>
                  <a:cubicBezTo>
                    <a:pt x="121" y="130"/>
                    <a:pt x="121" y="130"/>
                    <a:pt x="121" y="130"/>
                  </a:cubicBezTo>
                  <a:cubicBezTo>
                    <a:pt x="125" y="131"/>
                    <a:pt x="130" y="132"/>
                    <a:pt x="134" y="132"/>
                  </a:cubicBezTo>
                  <a:cubicBezTo>
                    <a:pt x="134" y="111"/>
                    <a:pt x="134" y="111"/>
                    <a:pt x="134" y="111"/>
                  </a:cubicBezTo>
                  <a:cubicBezTo>
                    <a:pt x="130" y="110"/>
                    <a:pt x="125" y="109"/>
                    <a:pt x="121" y="107"/>
                  </a:cubicBezTo>
                  <a:moveTo>
                    <a:pt x="223" y="37"/>
                  </a:moveTo>
                  <a:cubicBezTo>
                    <a:pt x="223" y="70"/>
                    <a:pt x="223" y="70"/>
                    <a:pt x="223" y="70"/>
                  </a:cubicBezTo>
                  <a:cubicBezTo>
                    <a:pt x="231" y="71"/>
                    <a:pt x="238" y="73"/>
                    <a:pt x="245" y="74"/>
                  </a:cubicBezTo>
                  <a:cubicBezTo>
                    <a:pt x="245" y="42"/>
                    <a:pt x="245" y="42"/>
                    <a:pt x="245" y="42"/>
                  </a:cubicBezTo>
                  <a:cubicBezTo>
                    <a:pt x="238" y="41"/>
                    <a:pt x="231" y="39"/>
                    <a:pt x="223" y="37"/>
                  </a:cubicBezTo>
                  <a:moveTo>
                    <a:pt x="300" y="144"/>
                  </a:moveTo>
                  <a:cubicBezTo>
                    <a:pt x="300" y="172"/>
                    <a:pt x="300" y="172"/>
                    <a:pt x="300" y="172"/>
                  </a:cubicBezTo>
                  <a:cubicBezTo>
                    <a:pt x="317" y="172"/>
                    <a:pt x="317" y="172"/>
                    <a:pt x="317" y="172"/>
                  </a:cubicBezTo>
                  <a:cubicBezTo>
                    <a:pt x="317" y="145"/>
                    <a:pt x="317" y="145"/>
                    <a:pt x="317" y="145"/>
                  </a:cubicBezTo>
                  <a:cubicBezTo>
                    <a:pt x="311" y="145"/>
                    <a:pt x="306" y="144"/>
                    <a:pt x="300" y="144"/>
                  </a:cubicBezTo>
                  <a:moveTo>
                    <a:pt x="265" y="142"/>
                  </a:moveTo>
                  <a:cubicBezTo>
                    <a:pt x="265" y="172"/>
                    <a:pt x="265" y="172"/>
                    <a:pt x="265" y="172"/>
                  </a:cubicBezTo>
                  <a:cubicBezTo>
                    <a:pt x="284" y="172"/>
                    <a:pt x="284" y="172"/>
                    <a:pt x="284" y="172"/>
                  </a:cubicBezTo>
                  <a:cubicBezTo>
                    <a:pt x="284" y="143"/>
                    <a:pt x="284" y="143"/>
                    <a:pt x="284" y="143"/>
                  </a:cubicBezTo>
                  <a:cubicBezTo>
                    <a:pt x="278" y="143"/>
                    <a:pt x="271" y="142"/>
                    <a:pt x="265" y="142"/>
                  </a:cubicBezTo>
                  <a:moveTo>
                    <a:pt x="223" y="139"/>
                  </a:moveTo>
                  <a:cubicBezTo>
                    <a:pt x="223" y="172"/>
                    <a:pt x="223" y="172"/>
                    <a:pt x="223" y="172"/>
                  </a:cubicBezTo>
                  <a:cubicBezTo>
                    <a:pt x="245" y="172"/>
                    <a:pt x="245" y="172"/>
                    <a:pt x="245" y="172"/>
                  </a:cubicBezTo>
                  <a:cubicBezTo>
                    <a:pt x="245" y="140"/>
                    <a:pt x="245" y="140"/>
                    <a:pt x="245" y="140"/>
                  </a:cubicBezTo>
                  <a:cubicBezTo>
                    <a:pt x="238" y="140"/>
                    <a:pt x="231" y="140"/>
                    <a:pt x="223" y="139"/>
                  </a:cubicBezTo>
                  <a:moveTo>
                    <a:pt x="300" y="100"/>
                  </a:moveTo>
                  <a:cubicBezTo>
                    <a:pt x="300" y="129"/>
                    <a:pt x="300" y="129"/>
                    <a:pt x="300" y="129"/>
                  </a:cubicBezTo>
                  <a:cubicBezTo>
                    <a:pt x="306" y="129"/>
                    <a:pt x="311" y="130"/>
                    <a:pt x="317" y="130"/>
                  </a:cubicBezTo>
                  <a:cubicBezTo>
                    <a:pt x="317" y="103"/>
                    <a:pt x="317" y="103"/>
                    <a:pt x="317" y="103"/>
                  </a:cubicBezTo>
                  <a:cubicBezTo>
                    <a:pt x="311" y="102"/>
                    <a:pt x="306" y="101"/>
                    <a:pt x="300" y="100"/>
                  </a:cubicBezTo>
                  <a:moveTo>
                    <a:pt x="265" y="95"/>
                  </a:moveTo>
                  <a:cubicBezTo>
                    <a:pt x="265" y="125"/>
                    <a:pt x="265" y="125"/>
                    <a:pt x="265" y="125"/>
                  </a:cubicBezTo>
                  <a:cubicBezTo>
                    <a:pt x="271" y="126"/>
                    <a:pt x="278" y="127"/>
                    <a:pt x="284" y="127"/>
                  </a:cubicBezTo>
                  <a:cubicBezTo>
                    <a:pt x="284" y="98"/>
                    <a:pt x="284" y="98"/>
                    <a:pt x="284" y="98"/>
                  </a:cubicBezTo>
                  <a:cubicBezTo>
                    <a:pt x="278" y="97"/>
                    <a:pt x="271" y="96"/>
                    <a:pt x="265" y="95"/>
                  </a:cubicBezTo>
                  <a:moveTo>
                    <a:pt x="223" y="88"/>
                  </a:moveTo>
                  <a:cubicBezTo>
                    <a:pt x="223" y="121"/>
                    <a:pt x="223" y="121"/>
                    <a:pt x="223" y="121"/>
                  </a:cubicBezTo>
                  <a:cubicBezTo>
                    <a:pt x="231" y="122"/>
                    <a:pt x="238" y="123"/>
                    <a:pt x="245" y="123"/>
                  </a:cubicBezTo>
                  <a:cubicBezTo>
                    <a:pt x="245" y="91"/>
                    <a:pt x="245" y="91"/>
                    <a:pt x="245" y="91"/>
                  </a:cubicBezTo>
                  <a:cubicBezTo>
                    <a:pt x="238" y="90"/>
                    <a:pt x="231" y="89"/>
                    <a:pt x="223" y="88"/>
                  </a:cubicBezTo>
                  <a:moveTo>
                    <a:pt x="300" y="57"/>
                  </a:moveTo>
                  <a:cubicBezTo>
                    <a:pt x="300" y="85"/>
                    <a:pt x="300" y="85"/>
                    <a:pt x="300" y="85"/>
                  </a:cubicBezTo>
                  <a:cubicBezTo>
                    <a:pt x="306" y="86"/>
                    <a:pt x="311" y="87"/>
                    <a:pt x="317" y="88"/>
                  </a:cubicBezTo>
                  <a:cubicBezTo>
                    <a:pt x="317" y="61"/>
                    <a:pt x="317" y="61"/>
                    <a:pt x="317" y="61"/>
                  </a:cubicBezTo>
                  <a:cubicBezTo>
                    <a:pt x="311" y="60"/>
                    <a:pt x="306" y="58"/>
                    <a:pt x="300" y="57"/>
                  </a:cubicBezTo>
                  <a:moveTo>
                    <a:pt x="265" y="48"/>
                  </a:moveTo>
                  <a:cubicBezTo>
                    <a:pt x="265" y="78"/>
                    <a:pt x="265" y="78"/>
                    <a:pt x="265" y="78"/>
                  </a:cubicBezTo>
                  <a:cubicBezTo>
                    <a:pt x="271" y="79"/>
                    <a:pt x="278" y="81"/>
                    <a:pt x="284" y="82"/>
                  </a:cubicBezTo>
                  <a:cubicBezTo>
                    <a:pt x="284" y="52"/>
                    <a:pt x="284" y="52"/>
                    <a:pt x="284" y="52"/>
                  </a:cubicBezTo>
                  <a:cubicBezTo>
                    <a:pt x="278" y="51"/>
                    <a:pt x="271" y="49"/>
                    <a:pt x="265" y="48"/>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eorgia"/>
                <a:ea typeface="+mn-ea"/>
                <a:cs typeface="+mn-cs"/>
              </a:endParaRPr>
            </a:p>
          </p:txBody>
        </p:sp>
        <p:sp>
          <p:nvSpPr>
            <p:cNvPr id="13" name="Rectangle 12"/>
            <p:cNvSpPr/>
            <p:nvPr/>
          </p:nvSpPr>
          <p:spPr bwMode="auto">
            <a:xfrm>
              <a:off x="1605632" y="6221324"/>
              <a:ext cx="9148805" cy="54153"/>
            </a:xfrm>
            <a:prstGeom prst="rect">
              <a:avLst/>
            </a:prstGeom>
            <a:solidFill>
              <a:schemeClr val="tx1"/>
            </a:solidFill>
            <a:ln>
              <a:solidFill>
                <a:schemeClr val="tx1"/>
              </a:solidFill>
              <a:headEnd type="none" w="med" len="med"/>
              <a:tailEnd type="none" w="med" len="med"/>
            </a:ln>
          </p:spPr>
          <p:style>
            <a:lnRef idx="1">
              <a:schemeClr val="accent6"/>
            </a:lnRef>
            <a:fillRef idx="3">
              <a:schemeClr val="accent6"/>
            </a:fillRef>
            <a:effectRef idx="2">
              <a:schemeClr val="accent6"/>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FFFFFF"/>
                </a:solidFill>
                <a:effectLst/>
                <a:uLnTx/>
                <a:uFillTx/>
                <a:latin typeface="Georgia"/>
                <a:ea typeface="+mn-ea"/>
                <a:cs typeface="+mn-cs"/>
              </a:endParaRPr>
            </a:p>
          </p:txBody>
        </p:sp>
      </p:grpSp>
      <p:sp>
        <p:nvSpPr>
          <p:cNvPr id="15" name="AutoShape 8"/>
          <p:cNvSpPr>
            <a:spLocks noChangeArrowheads="1"/>
          </p:cNvSpPr>
          <p:nvPr/>
        </p:nvSpPr>
        <p:spPr bwMode="auto">
          <a:xfrm>
            <a:off x="0" y="70773"/>
            <a:ext cx="1814732" cy="416569"/>
          </a:xfrm>
          <a:prstGeom prst="chevron">
            <a:avLst>
              <a:gd name="adj" fmla="val 40576"/>
            </a:avLst>
          </a:prstGeom>
          <a:solidFill>
            <a:srgbClr val="EB3846"/>
          </a:solidFill>
          <a:ln>
            <a:noFill/>
          </a:ln>
          <a:effectLst/>
        </p:spPr>
        <p:txBody>
          <a:bodyPr wrap="none" anchor="ctr"/>
          <a:lstStyle>
            <a:lvl1pPr defTabSz="973138" eaLnBrk="0" hangingPunct="0">
              <a:tabLst>
                <a:tab pos="1374775" algn="l"/>
              </a:tabLst>
              <a:defRPr sz="1200">
                <a:solidFill>
                  <a:schemeClr val="tx1"/>
                </a:solidFill>
                <a:latin typeface="Arial" charset="0"/>
                <a:ea typeface="ＭＳ Ｐゴシック" pitchFamily="34" charset="-128"/>
              </a:defRPr>
            </a:lvl1pPr>
            <a:lvl2pPr marL="742950" indent="-285750" defTabSz="973138" eaLnBrk="0" hangingPunct="0">
              <a:tabLst>
                <a:tab pos="1374775" algn="l"/>
              </a:tabLst>
              <a:defRPr sz="1200">
                <a:solidFill>
                  <a:schemeClr val="tx1"/>
                </a:solidFill>
                <a:latin typeface="Arial" charset="0"/>
                <a:ea typeface="ＭＳ Ｐゴシック" pitchFamily="34" charset="-128"/>
              </a:defRPr>
            </a:lvl2pPr>
            <a:lvl3pPr marL="1143000" indent="-228600" defTabSz="973138" eaLnBrk="0" hangingPunct="0">
              <a:tabLst>
                <a:tab pos="1374775" algn="l"/>
              </a:tabLst>
              <a:defRPr sz="1200">
                <a:solidFill>
                  <a:schemeClr val="tx1"/>
                </a:solidFill>
                <a:latin typeface="Arial" charset="0"/>
                <a:ea typeface="ＭＳ Ｐゴシック" pitchFamily="34" charset="-128"/>
              </a:defRPr>
            </a:lvl3pPr>
            <a:lvl4pPr marL="1600200" indent="-228600" defTabSz="973138" eaLnBrk="0" hangingPunct="0">
              <a:tabLst>
                <a:tab pos="1374775" algn="l"/>
              </a:tabLst>
              <a:defRPr sz="1200">
                <a:solidFill>
                  <a:schemeClr val="tx1"/>
                </a:solidFill>
                <a:latin typeface="Arial" charset="0"/>
                <a:ea typeface="ＭＳ Ｐゴシック" pitchFamily="34" charset="-128"/>
              </a:defRPr>
            </a:lvl4pPr>
            <a:lvl5pPr marL="2057400" indent="-228600" defTabSz="973138" eaLnBrk="0" hangingPunct="0">
              <a:tabLst>
                <a:tab pos="1374775" algn="l"/>
              </a:tabLst>
              <a:defRPr sz="1200">
                <a:solidFill>
                  <a:schemeClr val="tx1"/>
                </a:solidFill>
                <a:latin typeface="Arial" charset="0"/>
                <a:ea typeface="ＭＳ Ｐゴシック" pitchFamily="34" charset="-128"/>
              </a:defRPr>
            </a:lvl5pPr>
            <a:lvl6pPr marL="25146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6pPr>
            <a:lvl7pPr marL="29718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7pPr>
            <a:lvl8pPr marL="34290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8pPr>
            <a:lvl9pPr marL="38862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9pPr>
          </a:lstStyle>
          <a:p>
            <a:pPr eaLnBrk="1" hangingPunct="1">
              <a:buClr>
                <a:srgbClr val="905500"/>
              </a:buClr>
            </a:pPr>
            <a:r>
              <a:rPr lang="en-US" altLang="en-US" sz="1800" b="1" dirty="0">
                <a:solidFill>
                  <a:schemeClr val="bg1"/>
                </a:solidFill>
              </a:rPr>
              <a:t>Deploy</a:t>
            </a:r>
          </a:p>
        </p:txBody>
      </p:sp>
      <p:graphicFrame>
        <p:nvGraphicFramePr>
          <p:cNvPr id="21" name="Table 20"/>
          <p:cNvGraphicFramePr>
            <a:graphicFrameLocks noGrp="1"/>
          </p:cNvGraphicFramePr>
          <p:nvPr>
            <p:extLst>
              <p:ext uri="{D42A27DB-BD31-4B8C-83A1-F6EECF244321}">
                <p14:modId xmlns:p14="http://schemas.microsoft.com/office/powerpoint/2010/main" val="3115867706"/>
              </p:ext>
            </p:extLst>
          </p:nvPr>
        </p:nvGraphicFramePr>
        <p:xfrm>
          <a:off x="2" y="3029627"/>
          <a:ext cx="7502582" cy="2070803"/>
        </p:xfrm>
        <a:graphic>
          <a:graphicData uri="http://schemas.openxmlformats.org/drawingml/2006/table">
            <a:tbl>
              <a:tblPr/>
              <a:tblGrid>
                <a:gridCol w="682792">
                  <a:extLst>
                    <a:ext uri="{9D8B030D-6E8A-4147-A177-3AD203B41FA5}">
                      <a16:colId xmlns:a16="http://schemas.microsoft.com/office/drawing/2014/main" val="2501613138"/>
                    </a:ext>
                  </a:extLst>
                </a:gridCol>
                <a:gridCol w="1018769">
                  <a:extLst>
                    <a:ext uri="{9D8B030D-6E8A-4147-A177-3AD203B41FA5}">
                      <a16:colId xmlns:a16="http://schemas.microsoft.com/office/drawing/2014/main" val="493121485"/>
                    </a:ext>
                  </a:extLst>
                </a:gridCol>
                <a:gridCol w="520222">
                  <a:extLst>
                    <a:ext uri="{9D8B030D-6E8A-4147-A177-3AD203B41FA5}">
                      <a16:colId xmlns:a16="http://schemas.microsoft.com/office/drawing/2014/main" val="1413641233"/>
                    </a:ext>
                  </a:extLst>
                </a:gridCol>
                <a:gridCol w="1040445">
                  <a:extLst>
                    <a:ext uri="{9D8B030D-6E8A-4147-A177-3AD203B41FA5}">
                      <a16:colId xmlns:a16="http://schemas.microsoft.com/office/drawing/2014/main" val="2189726595"/>
                    </a:ext>
                  </a:extLst>
                </a:gridCol>
                <a:gridCol w="932065">
                  <a:extLst>
                    <a:ext uri="{9D8B030D-6E8A-4147-A177-3AD203B41FA5}">
                      <a16:colId xmlns:a16="http://schemas.microsoft.com/office/drawing/2014/main" val="1920864779"/>
                    </a:ext>
                  </a:extLst>
                </a:gridCol>
                <a:gridCol w="1025405">
                  <a:extLst>
                    <a:ext uri="{9D8B030D-6E8A-4147-A177-3AD203B41FA5}">
                      <a16:colId xmlns:a16="http://schemas.microsoft.com/office/drawing/2014/main" val="4010711300"/>
                    </a:ext>
                  </a:extLst>
                </a:gridCol>
                <a:gridCol w="876300">
                  <a:extLst>
                    <a:ext uri="{9D8B030D-6E8A-4147-A177-3AD203B41FA5}">
                      <a16:colId xmlns:a16="http://schemas.microsoft.com/office/drawing/2014/main" val="2051043926"/>
                    </a:ext>
                  </a:extLst>
                </a:gridCol>
                <a:gridCol w="736600">
                  <a:extLst>
                    <a:ext uri="{9D8B030D-6E8A-4147-A177-3AD203B41FA5}">
                      <a16:colId xmlns:a16="http://schemas.microsoft.com/office/drawing/2014/main" val="4129599051"/>
                    </a:ext>
                  </a:extLst>
                </a:gridCol>
                <a:gridCol w="669984">
                  <a:extLst>
                    <a:ext uri="{9D8B030D-6E8A-4147-A177-3AD203B41FA5}">
                      <a16:colId xmlns:a16="http://schemas.microsoft.com/office/drawing/2014/main" val="1604237524"/>
                    </a:ext>
                  </a:extLst>
                </a:gridCol>
              </a:tblGrid>
              <a:tr h="611265">
                <a:tc>
                  <a:txBody>
                    <a:bodyPr/>
                    <a:lstStyle/>
                    <a:p>
                      <a:pPr algn="l" fontAlgn="ctr"/>
                      <a:r>
                        <a:rPr lang="en-US" sz="1000" b="1" i="0" u="none" strike="noStrike" dirty="0">
                          <a:solidFill>
                            <a:srgbClr val="FFFFFF"/>
                          </a:solidFill>
                          <a:effectLst/>
                          <a:latin typeface="Arial" panose="020B0604020202020204" pitchFamily="34" charset="0"/>
                        </a:rPr>
                        <a:t> LSA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05496"/>
                    </a:solidFill>
                  </a:tcPr>
                </a:tc>
                <a:tc>
                  <a:txBody>
                    <a:bodyPr/>
                    <a:lstStyle/>
                    <a:p>
                      <a:pPr algn="l" fontAlgn="ctr"/>
                      <a:r>
                        <a:rPr lang="en-US" sz="1000" b="1" i="0" u="none" strike="noStrike">
                          <a:solidFill>
                            <a:srgbClr val="FFFFFF"/>
                          </a:solidFill>
                          <a:effectLst/>
                          <a:latin typeface="Arial" panose="020B0604020202020204" pitchFamily="34" charset="0"/>
                        </a:rPr>
                        <a:t> Total amount paid / year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05496"/>
                    </a:solidFill>
                  </a:tcPr>
                </a:tc>
                <a:tc>
                  <a:txBody>
                    <a:bodyPr/>
                    <a:lstStyle/>
                    <a:p>
                      <a:pPr algn="l" fontAlgn="ctr"/>
                      <a:r>
                        <a:rPr lang="en-US" sz="1000" b="1" i="0" u="none" strike="noStrike">
                          <a:solidFill>
                            <a:srgbClr val="FFFFFF"/>
                          </a:solidFill>
                          <a:effectLst/>
                          <a:latin typeface="Arial" panose="020B0604020202020204" pitchFamily="34" charset="0"/>
                        </a:rPr>
                        <a:t> Total paid invoices / year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05496"/>
                    </a:solidFill>
                  </a:tcPr>
                </a:tc>
                <a:tc>
                  <a:txBody>
                    <a:bodyPr/>
                    <a:lstStyle/>
                    <a:p>
                      <a:pPr algn="l" fontAlgn="ctr"/>
                      <a:r>
                        <a:rPr lang="en-US" sz="1000" b="1" i="0" u="none" strike="noStrike">
                          <a:solidFill>
                            <a:srgbClr val="FFFFFF"/>
                          </a:solidFill>
                          <a:effectLst/>
                          <a:latin typeface="Arial" panose="020B0604020202020204" pitchFamily="34" charset="0"/>
                        </a:rPr>
                        <a:t> Kick-off POT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05496"/>
                    </a:solidFill>
                  </a:tcPr>
                </a:tc>
                <a:tc>
                  <a:txBody>
                    <a:bodyPr/>
                    <a:lstStyle/>
                    <a:p>
                      <a:pPr algn="l" fontAlgn="ctr"/>
                      <a:r>
                        <a:rPr lang="en-US" sz="1000" b="1" i="0" u="none" strike="noStrike">
                          <a:solidFill>
                            <a:srgbClr val="FFFFFF"/>
                          </a:solidFill>
                          <a:effectLst/>
                          <a:latin typeface="Arial" panose="020B0604020202020204" pitchFamily="34" charset="0"/>
                        </a:rPr>
                        <a:t> Future POT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05496"/>
                    </a:solidFill>
                  </a:tcPr>
                </a:tc>
                <a:tc>
                  <a:txBody>
                    <a:bodyPr/>
                    <a:lstStyle/>
                    <a:p>
                      <a:pPr algn="l" fontAlgn="ctr"/>
                      <a:r>
                        <a:rPr lang="en-US" sz="1000" b="1" i="0" u="none" strike="noStrike">
                          <a:solidFill>
                            <a:srgbClr val="FFFFFF"/>
                          </a:solidFill>
                          <a:effectLst/>
                          <a:latin typeface="Arial" panose="020B0604020202020204" pitchFamily="34" charset="0"/>
                        </a:rPr>
                        <a:t>Invoices shift from paid late to POT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05496"/>
                    </a:solidFill>
                  </a:tcPr>
                </a:tc>
                <a:tc>
                  <a:txBody>
                    <a:bodyPr/>
                    <a:lstStyle/>
                    <a:p>
                      <a:pPr algn="l" fontAlgn="ctr"/>
                      <a:r>
                        <a:rPr lang="en-US" sz="1000" b="1" i="0" u="none" strike="noStrike">
                          <a:solidFill>
                            <a:srgbClr val="FFFFFF"/>
                          </a:solidFill>
                          <a:effectLst/>
                          <a:latin typeface="Arial" panose="020B0604020202020204" pitchFamily="34" charset="0"/>
                        </a:rPr>
                        <a:t>Spend shift from paid late to POT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05496"/>
                    </a:solidFill>
                  </a:tcPr>
                </a:tc>
                <a:tc>
                  <a:txBody>
                    <a:bodyPr/>
                    <a:lstStyle/>
                    <a:p>
                      <a:pPr algn="l" fontAlgn="ctr"/>
                      <a:r>
                        <a:rPr lang="en-US" sz="1000" b="1" i="0" u="none" strike="noStrike">
                          <a:solidFill>
                            <a:srgbClr val="FFFFFF"/>
                          </a:solidFill>
                          <a:effectLst/>
                          <a:latin typeface="Arial" panose="020B0604020202020204" pitchFamily="34" charset="0"/>
                        </a:rPr>
                        <a:t> Potential business Impact/ paid late invoices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05496"/>
                    </a:solidFill>
                  </a:tcPr>
                </a:tc>
                <a:tc>
                  <a:txBody>
                    <a:bodyPr/>
                    <a:lstStyle/>
                    <a:p>
                      <a:pPr algn="l" fontAlgn="ctr"/>
                      <a:r>
                        <a:rPr lang="en-US" sz="1000" b="1" i="0" u="none" strike="noStrike">
                          <a:solidFill>
                            <a:srgbClr val="FFFFFF"/>
                          </a:solidFill>
                          <a:effectLst/>
                          <a:latin typeface="Arial" panose="020B0604020202020204" pitchFamily="34" charset="0"/>
                        </a:rPr>
                        <a:t> Working capital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05496"/>
                    </a:solidFill>
                  </a:tcPr>
                </a:tc>
                <a:extLst>
                  <a:ext uri="{0D108BD9-81ED-4DB2-BD59-A6C34878D82A}">
                    <a16:rowId xmlns:a16="http://schemas.microsoft.com/office/drawing/2014/main" val="232703098"/>
                  </a:ext>
                </a:extLst>
              </a:tr>
              <a:tr h="325823">
                <a:tc>
                  <a:txBody>
                    <a:bodyPr/>
                    <a:lstStyle/>
                    <a:p>
                      <a:pPr algn="l" fontAlgn="ctr"/>
                      <a:r>
                        <a:rPr lang="en-US" sz="1100" b="0" i="0" u="none" strike="noStrike" dirty="0">
                          <a:solidFill>
                            <a:srgbClr val="000000"/>
                          </a:solidFill>
                          <a:effectLst/>
                          <a:latin typeface="Calibri" panose="020F0502020204030204" pitchFamily="34" charset="0"/>
                        </a:rPr>
                        <a:t>Europe</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 €      166,781,288.06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Calibri" panose="020F0502020204030204" pitchFamily="34" charset="0"/>
                        </a:rPr>
                        <a:t>23,594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Calibri" panose="020F0502020204030204" pitchFamily="34" charset="0"/>
                        </a:rPr>
                        <a:t>78%</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Calibri" panose="020F0502020204030204" pitchFamily="34" charset="0"/>
                        </a:rPr>
                        <a:t>86%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                           236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Calibri" panose="020F0502020204030204" pitchFamily="34" charset="0"/>
                        </a:rPr>
                        <a:t>1,395,258</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Calibri" panose="020F0502020204030204" pitchFamily="34" charset="0"/>
                        </a:rPr>
                        <a:t>102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FF0000"/>
                          </a:solidFill>
                          <a:effectLst/>
                          <a:latin typeface="Calibri" panose="020F0502020204030204" pitchFamily="34" charset="0"/>
                        </a:rPr>
                        <a:t>-5,584.09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88755900"/>
                  </a:ext>
                </a:extLst>
              </a:tr>
              <a:tr h="325823">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l" fontAlgn="b"/>
                      <a:r>
                        <a:rPr lang="en-US" sz="1000" b="1" i="0" u="none" strike="noStrike">
                          <a:solidFill>
                            <a:srgbClr val="FFFFFF"/>
                          </a:solidFill>
                          <a:effectLst/>
                          <a:latin typeface="Arial" panose="020B0604020202020204" pitchFamily="34" charset="0"/>
                        </a:rPr>
                        <a:t> Cost avoidance </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05496"/>
                    </a:solidFill>
                  </a:tcPr>
                </a:tc>
                <a:tc>
                  <a:txBody>
                    <a:bodyPr/>
                    <a:lstStyle/>
                    <a:p>
                      <a:pPr algn="r" fontAlgn="ctr"/>
                      <a:r>
                        <a:rPr lang="en-US" sz="1100" b="0" i="0" u="none" strike="noStrike">
                          <a:solidFill>
                            <a:srgbClr val="000000"/>
                          </a:solidFill>
                          <a:effectLst/>
                          <a:latin typeface="Calibri" panose="020F0502020204030204" pitchFamily="34" charset="0"/>
                        </a:rPr>
                        <a:t>€ 24,111.04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Calibri" panose="020F0502020204030204" pitchFamily="34" charset="0"/>
                        </a:rPr>
                        <a:t>€ 7,360.85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432558501"/>
                  </a:ext>
                </a:extLst>
              </a:tr>
              <a:tr h="297021">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l" fontAlgn="b"/>
                      <a:r>
                        <a:rPr lang="en-US" sz="1000" b="1" i="0" u="none" strike="noStrike">
                          <a:solidFill>
                            <a:srgbClr val="FFFFFF"/>
                          </a:solidFill>
                          <a:effectLst/>
                          <a:latin typeface="Arial" panose="020B0604020202020204" pitchFamily="34" charset="0"/>
                        </a:rPr>
                        <a:t> Business Impact </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05496"/>
                    </a:solidFill>
                  </a:tcPr>
                </a:tc>
                <a:tc>
                  <a:txBody>
                    <a:bodyPr/>
                    <a:lstStyle/>
                    <a:p>
                      <a:pPr algn="l" fontAlgn="b"/>
                      <a:r>
                        <a:rPr lang="en-US" sz="1000" b="1" i="0" u="none" strike="noStrike">
                          <a:solidFill>
                            <a:srgbClr val="FFFFFF"/>
                          </a:solidFill>
                          <a:effectLst/>
                          <a:latin typeface="Arial" panose="020B0604020202020204" pitchFamily="34" charset="0"/>
                        </a:rPr>
                        <a:t> €        25,887.80 </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05496"/>
                    </a:solidFill>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extLst>
                  <a:ext uri="{0D108BD9-81ED-4DB2-BD59-A6C34878D82A}">
                    <a16:rowId xmlns:a16="http://schemas.microsoft.com/office/drawing/2014/main" val="2804009376"/>
                  </a:ext>
                </a:extLst>
              </a:tr>
              <a:tr h="297021">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l" fontAlgn="b"/>
                      <a:r>
                        <a:rPr lang="en-US" sz="1000" b="1" i="0" u="none" strike="noStrike">
                          <a:solidFill>
                            <a:srgbClr val="FFFFFF"/>
                          </a:solidFill>
                          <a:effectLst/>
                          <a:latin typeface="Arial" panose="020B0604020202020204" pitchFamily="34" charset="0"/>
                        </a:rPr>
                        <a:t> Business impact </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305496"/>
                    </a:solidFill>
                  </a:tcPr>
                </a:tc>
                <a:tc>
                  <a:txBody>
                    <a:bodyPr/>
                    <a:lstStyle/>
                    <a:p>
                      <a:pPr algn="l" fontAlgn="b"/>
                      <a:r>
                        <a:rPr lang="en-US" sz="1000" b="1" i="0" u="none" strike="noStrike">
                          <a:solidFill>
                            <a:srgbClr val="FFFFFF"/>
                          </a:solidFill>
                          <a:effectLst/>
                          <a:latin typeface="Arial" panose="020B0604020202020204" pitchFamily="34" charset="0"/>
                        </a:rPr>
                        <a:t> $        31,583.12 </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305496"/>
                    </a:solidFill>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l" fontAlgn="ctr"/>
                      <a:endParaRPr lang="en-US" sz="11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extLst>
                  <a:ext uri="{0D108BD9-81ED-4DB2-BD59-A6C34878D82A}">
                    <a16:rowId xmlns:a16="http://schemas.microsoft.com/office/drawing/2014/main" val="3698892622"/>
                  </a:ext>
                </a:extLst>
              </a:tr>
            </a:tbl>
          </a:graphicData>
        </a:graphic>
      </p:graphicFrame>
    </p:spTree>
    <p:extLst>
      <p:ext uri="{BB962C8B-B14F-4D97-AF65-F5344CB8AC3E}">
        <p14:creationId xmlns:p14="http://schemas.microsoft.com/office/powerpoint/2010/main" val="115268907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2"/>
          <p:cNvSpPr txBox="1">
            <a:spLocks/>
          </p:cNvSpPr>
          <p:nvPr/>
        </p:nvSpPr>
        <p:spPr>
          <a:xfrm>
            <a:off x="1814732" y="30710"/>
            <a:ext cx="7235456" cy="533400"/>
          </a:xfrm>
          <a:prstGeom prst="rect">
            <a:avLst/>
          </a:prstGeom>
        </p:spPr>
        <p:txBody>
          <a:bodyPr anchor="ctr"/>
          <a:lstStyle>
            <a:lvl1pPr marL="0">
              <a:defRPr sz="3000">
                <a:solidFill>
                  <a:srgbClr val="063161"/>
                </a:solidFill>
                <a:latin typeface="Georgia" panose="02040502050405020303"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1800" b="1" kern="0" dirty="0">
                <a:latin typeface="+mj-lt"/>
              </a:rPr>
              <a:t>Control Plan</a:t>
            </a:r>
          </a:p>
        </p:txBody>
      </p:sp>
      <p:sp>
        <p:nvSpPr>
          <p:cNvPr id="13" name="AutoShape 8"/>
          <p:cNvSpPr>
            <a:spLocks noChangeArrowheads="1"/>
          </p:cNvSpPr>
          <p:nvPr/>
        </p:nvSpPr>
        <p:spPr bwMode="auto">
          <a:xfrm>
            <a:off x="0" y="70773"/>
            <a:ext cx="1814732" cy="416569"/>
          </a:xfrm>
          <a:prstGeom prst="chevron">
            <a:avLst>
              <a:gd name="adj" fmla="val 40576"/>
            </a:avLst>
          </a:prstGeom>
          <a:solidFill>
            <a:srgbClr val="EB3846"/>
          </a:solidFill>
          <a:ln>
            <a:noFill/>
          </a:ln>
          <a:effectLst/>
        </p:spPr>
        <p:txBody>
          <a:bodyPr wrap="none" anchor="ctr"/>
          <a:lstStyle>
            <a:lvl1pPr defTabSz="973138" eaLnBrk="0" hangingPunct="0">
              <a:tabLst>
                <a:tab pos="1374775" algn="l"/>
              </a:tabLst>
              <a:defRPr sz="1200">
                <a:solidFill>
                  <a:schemeClr val="tx1"/>
                </a:solidFill>
                <a:latin typeface="Arial" charset="0"/>
                <a:ea typeface="ＭＳ Ｐゴシック" pitchFamily="34" charset="-128"/>
              </a:defRPr>
            </a:lvl1pPr>
            <a:lvl2pPr marL="742950" indent="-285750" defTabSz="973138" eaLnBrk="0" hangingPunct="0">
              <a:tabLst>
                <a:tab pos="1374775" algn="l"/>
              </a:tabLst>
              <a:defRPr sz="1200">
                <a:solidFill>
                  <a:schemeClr val="tx1"/>
                </a:solidFill>
                <a:latin typeface="Arial" charset="0"/>
                <a:ea typeface="ＭＳ Ｐゴシック" pitchFamily="34" charset="-128"/>
              </a:defRPr>
            </a:lvl2pPr>
            <a:lvl3pPr marL="1143000" indent="-228600" defTabSz="973138" eaLnBrk="0" hangingPunct="0">
              <a:tabLst>
                <a:tab pos="1374775" algn="l"/>
              </a:tabLst>
              <a:defRPr sz="1200">
                <a:solidFill>
                  <a:schemeClr val="tx1"/>
                </a:solidFill>
                <a:latin typeface="Arial" charset="0"/>
                <a:ea typeface="ＭＳ Ｐゴシック" pitchFamily="34" charset="-128"/>
              </a:defRPr>
            </a:lvl3pPr>
            <a:lvl4pPr marL="1600200" indent="-228600" defTabSz="973138" eaLnBrk="0" hangingPunct="0">
              <a:tabLst>
                <a:tab pos="1374775" algn="l"/>
              </a:tabLst>
              <a:defRPr sz="1200">
                <a:solidFill>
                  <a:schemeClr val="tx1"/>
                </a:solidFill>
                <a:latin typeface="Arial" charset="0"/>
                <a:ea typeface="ＭＳ Ｐゴシック" pitchFamily="34" charset="-128"/>
              </a:defRPr>
            </a:lvl4pPr>
            <a:lvl5pPr marL="2057400" indent="-228600" defTabSz="973138" eaLnBrk="0" hangingPunct="0">
              <a:tabLst>
                <a:tab pos="1374775" algn="l"/>
              </a:tabLst>
              <a:defRPr sz="1200">
                <a:solidFill>
                  <a:schemeClr val="tx1"/>
                </a:solidFill>
                <a:latin typeface="Arial" charset="0"/>
                <a:ea typeface="ＭＳ Ｐゴシック" pitchFamily="34" charset="-128"/>
              </a:defRPr>
            </a:lvl5pPr>
            <a:lvl6pPr marL="25146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6pPr>
            <a:lvl7pPr marL="29718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7pPr>
            <a:lvl8pPr marL="34290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8pPr>
            <a:lvl9pPr marL="3886200" indent="-228600" defTabSz="973138" eaLnBrk="0" fontAlgn="base" hangingPunct="0">
              <a:spcBef>
                <a:spcPct val="0"/>
              </a:spcBef>
              <a:spcAft>
                <a:spcPct val="0"/>
              </a:spcAft>
              <a:tabLst>
                <a:tab pos="1374775" algn="l"/>
              </a:tabLst>
              <a:defRPr sz="1200">
                <a:solidFill>
                  <a:schemeClr val="tx1"/>
                </a:solidFill>
                <a:latin typeface="Arial" charset="0"/>
                <a:ea typeface="ＭＳ Ｐゴシック" pitchFamily="34" charset="-128"/>
              </a:defRPr>
            </a:lvl9pPr>
          </a:lstStyle>
          <a:p>
            <a:pPr marL="0" marR="0" lvl="0" indent="0" algn="l" defTabSz="973138" rtl="0" eaLnBrk="1" fontAlgn="auto" latinLnBrk="0" hangingPunct="1">
              <a:lnSpc>
                <a:spcPct val="100000"/>
              </a:lnSpc>
              <a:spcBef>
                <a:spcPts val="0"/>
              </a:spcBef>
              <a:spcAft>
                <a:spcPts val="0"/>
              </a:spcAft>
              <a:buClr>
                <a:srgbClr val="905500"/>
              </a:buClr>
              <a:buSzTx/>
              <a:buFontTx/>
              <a:buNone/>
              <a:tabLst>
                <a:tab pos="1374775" algn="l"/>
              </a:tabLst>
              <a:defRPr/>
            </a:pPr>
            <a:r>
              <a:rPr kumimoji="0" lang="en-US" altLang="en-US" sz="1800" b="1" i="0" u="none" strike="noStrike" kern="1200" cap="none" spc="0" normalizeH="0" baseline="0" noProof="0" dirty="0">
                <a:ln>
                  <a:noFill/>
                </a:ln>
                <a:solidFill>
                  <a:prstClr val="white"/>
                </a:solidFill>
                <a:effectLst/>
                <a:uLnTx/>
                <a:uFillTx/>
                <a:latin typeface="Arial" charset="0"/>
                <a:ea typeface="ＭＳ Ｐゴシック" pitchFamily="34" charset="-128"/>
                <a:cs typeface="+mn-cs"/>
              </a:rPr>
              <a:t>Deploy</a:t>
            </a:r>
          </a:p>
        </p:txBody>
      </p:sp>
      <p:graphicFrame>
        <p:nvGraphicFramePr>
          <p:cNvPr id="4" name="Table 3"/>
          <p:cNvGraphicFramePr>
            <a:graphicFrameLocks noGrp="1"/>
          </p:cNvGraphicFramePr>
          <p:nvPr>
            <p:extLst>
              <p:ext uri="{D42A27DB-BD31-4B8C-83A1-F6EECF244321}">
                <p14:modId xmlns:p14="http://schemas.microsoft.com/office/powerpoint/2010/main" val="1142443627"/>
              </p:ext>
            </p:extLst>
          </p:nvPr>
        </p:nvGraphicFramePr>
        <p:xfrm>
          <a:off x="609600" y="1219200"/>
          <a:ext cx="10744200" cy="4648200"/>
        </p:xfrm>
        <a:graphic>
          <a:graphicData uri="http://schemas.openxmlformats.org/drawingml/2006/table">
            <a:tbl>
              <a:tblPr/>
              <a:tblGrid>
                <a:gridCol w="2295284">
                  <a:extLst>
                    <a:ext uri="{9D8B030D-6E8A-4147-A177-3AD203B41FA5}">
                      <a16:colId xmlns:a16="http://schemas.microsoft.com/office/drawing/2014/main" val="3047559045"/>
                    </a:ext>
                  </a:extLst>
                </a:gridCol>
                <a:gridCol w="1195460">
                  <a:extLst>
                    <a:ext uri="{9D8B030D-6E8A-4147-A177-3AD203B41FA5}">
                      <a16:colId xmlns:a16="http://schemas.microsoft.com/office/drawing/2014/main" val="2954565802"/>
                    </a:ext>
                  </a:extLst>
                </a:gridCol>
                <a:gridCol w="1237302">
                  <a:extLst>
                    <a:ext uri="{9D8B030D-6E8A-4147-A177-3AD203B41FA5}">
                      <a16:colId xmlns:a16="http://schemas.microsoft.com/office/drawing/2014/main" val="1521589760"/>
                    </a:ext>
                  </a:extLst>
                </a:gridCol>
                <a:gridCol w="2522421">
                  <a:extLst>
                    <a:ext uri="{9D8B030D-6E8A-4147-A177-3AD203B41FA5}">
                      <a16:colId xmlns:a16="http://schemas.microsoft.com/office/drawing/2014/main" val="2709455851"/>
                    </a:ext>
                  </a:extLst>
                </a:gridCol>
                <a:gridCol w="2570240">
                  <a:extLst>
                    <a:ext uri="{9D8B030D-6E8A-4147-A177-3AD203B41FA5}">
                      <a16:colId xmlns:a16="http://schemas.microsoft.com/office/drawing/2014/main" val="2284067706"/>
                    </a:ext>
                  </a:extLst>
                </a:gridCol>
                <a:gridCol w="923493">
                  <a:extLst>
                    <a:ext uri="{9D8B030D-6E8A-4147-A177-3AD203B41FA5}">
                      <a16:colId xmlns:a16="http://schemas.microsoft.com/office/drawing/2014/main" val="160809662"/>
                    </a:ext>
                  </a:extLst>
                </a:gridCol>
              </a:tblGrid>
              <a:tr h="193675">
                <a:tc>
                  <a:txBody>
                    <a:bodyPr/>
                    <a:lstStyle/>
                    <a:p>
                      <a:pPr algn="l" fontAlgn="b"/>
                      <a:r>
                        <a:rPr lang="en-US" sz="1000" b="1" i="0" u="none" strike="noStrike" dirty="0">
                          <a:solidFill>
                            <a:srgbClr val="FFFFFF"/>
                          </a:solidFill>
                          <a:effectLst/>
                          <a:latin typeface="Calibri"/>
                        </a:rPr>
                        <a:t>Work plan</a:t>
                      </a:r>
                    </a:p>
                  </a:txBody>
                  <a:tcPr marL="8773" marR="8773" marT="87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57171"/>
                    </a:solidFill>
                  </a:tcPr>
                </a:tc>
                <a:tc gridSpan="3">
                  <a:txBody>
                    <a:bodyPr/>
                    <a:lstStyle/>
                    <a:p>
                      <a:pPr algn="ctr" fontAlgn="b"/>
                      <a:r>
                        <a:rPr lang="en-US" sz="1000" b="1" i="0" u="none" strike="noStrike" dirty="0">
                          <a:solidFill>
                            <a:srgbClr val="FFFFFF"/>
                          </a:solidFill>
                          <a:effectLst/>
                          <a:latin typeface="Calibri"/>
                        </a:rPr>
                        <a:t>Checking the work done</a:t>
                      </a:r>
                    </a:p>
                  </a:txBody>
                  <a:tcPr marL="8773" marR="8773" marT="87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57171"/>
                    </a:solidFill>
                  </a:tcPr>
                </a:tc>
                <a:tc hMerge="1">
                  <a:txBody>
                    <a:bodyPr/>
                    <a:lstStyle/>
                    <a:p>
                      <a:endParaRPr lang="en-US"/>
                    </a:p>
                  </a:txBody>
                  <a:tcPr/>
                </a:tc>
                <a:tc hMerge="1">
                  <a:txBody>
                    <a:bodyPr/>
                    <a:lstStyle/>
                    <a:p>
                      <a:endParaRPr lang="en-US"/>
                    </a:p>
                  </a:txBody>
                  <a:tcPr/>
                </a:tc>
                <a:tc gridSpan="2">
                  <a:txBody>
                    <a:bodyPr/>
                    <a:lstStyle/>
                    <a:p>
                      <a:pPr algn="ctr" fontAlgn="b"/>
                      <a:r>
                        <a:rPr lang="en-US" sz="1000" b="1" i="0" u="none" strike="noStrike" dirty="0">
                          <a:solidFill>
                            <a:srgbClr val="FFFFFF"/>
                          </a:solidFill>
                          <a:effectLst/>
                          <a:latin typeface="Calibri"/>
                        </a:rPr>
                        <a:t>Action to be taken</a:t>
                      </a:r>
                    </a:p>
                  </a:txBody>
                  <a:tcPr marL="8773" marR="8773" marT="87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57171"/>
                    </a:solidFill>
                  </a:tcPr>
                </a:tc>
                <a:tc hMerge="1">
                  <a:txBody>
                    <a:bodyPr/>
                    <a:lstStyle/>
                    <a:p>
                      <a:endParaRPr lang="en-US"/>
                    </a:p>
                  </a:txBody>
                  <a:tcPr/>
                </a:tc>
                <a:extLst>
                  <a:ext uri="{0D108BD9-81ED-4DB2-BD59-A6C34878D82A}">
                    <a16:rowId xmlns:a16="http://schemas.microsoft.com/office/drawing/2014/main" val="3902386232"/>
                  </a:ext>
                </a:extLst>
              </a:tr>
              <a:tr h="193675">
                <a:tc>
                  <a:txBody>
                    <a:bodyPr/>
                    <a:lstStyle/>
                    <a:p>
                      <a:pPr algn="l" fontAlgn="b"/>
                      <a:r>
                        <a:rPr lang="en-US" sz="1000" b="1" i="0" u="none" strike="noStrike" dirty="0">
                          <a:solidFill>
                            <a:srgbClr val="FFFFFF"/>
                          </a:solidFill>
                          <a:effectLst/>
                          <a:latin typeface="Calibri"/>
                        </a:rPr>
                        <a:t>Activity</a:t>
                      </a:r>
                    </a:p>
                  </a:txBody>
                  <a:tcPr marL="8773" marR="8773" marT="87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75B5"/>
                    </a:solidFill>
                  </a:tcPr>
                </a:tc>
                <a:tc>
                  <a:txBody>
                    <a:bodyPr/>
                    <a:lstStyle/>
                    <a:p>
                      <a:pPr algn="l" fontAlgn="b"/>
                      <a:r>
                        <a:rPr lang="en-US" sz="1000" b="1" i="0" u="none" strike="noStrike" dirty="0">
                          <a:solidFill>
                            <a:srgbClr val="FFFFFF"/>
                          </a:solidFill>
                          <a:effectLst/>
                          <a:latin typeface="Calibri"/>
                        </a:rPr>
                        <a:t>Output Measure</a:t>
                      </a:r>
                    </a:p>
                  </a:txBody>
                  <a:tcPr marL="8773" marR="8773" marT="87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75B5"/>
                    </a:solidFill>
                  </a:tcPr>
                </a:tc>
                <a:tc>
                  <a:txBody>
                    <a:bodyPr/>
                    <a:lstStyle/>
                    <a:p>
                      <a:pPr algn="l" fontAlgn="b"/>
                      <a:r>
                        <a:rPr lang="en-US" sz="1000" b="1" i="0" u="none" strike="noStrike" dirty="0">
                          <a:solidFill>
                            <a:srgbClr val="FFFFFF"/>
                          </a:solidFill>
                          <a:effectLst/>
                          <a:latin typeface="Calibri"/>
                        </a:rPr>
                        <a:t>Reporting frequency</a:t>
                      </a:r>
                    </a:p>
                  </a:txBody>
                  <a:tcPr marL="8773" marR="8773" marT="87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75B5"/>
                    </a:solidFill>
                  </a:tcPr>
                </a:tc>
                <a:tc>
                  <a:txBody>
                    <a:bodyPr/>
                    <a:lstStyle/>
                    <a:p>
                      <a:pPr algn="l" fontAlgn="b"/>
                      <a:r>
                        <a:rPr lang="en-US" sz="1000" b="1" i="0" u="none" strike="noStrike" dirty="0">
                          <a:solidFill>
                            <a:srgbClr val="FFFFFF"/>
                          </a:solidFill>
                          <a:effectLst/>
                          <a:latin typeface="Calibri"/>
                        </a:rPr>
                        <a:t>Reports to</a:t>
                      </a:r>
                    </a:p>
                  </a:txBody>
                  <a:tcPr marL="8773" marR="8773" marT="87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75B5"/>
                    </a:solidFill>
                  </a:tcPr>
                </a:tc>
                <a:tc>
                  <a:txBody>
                    <a:bodyPr/>
                    <a:lstStyle/>
                    <a:p>
                      <a:pPr algn="l" fontAlgn="b"/>
                      <a:r>
                        <a:rPr lang="en-US" sz="1000" b="1" i="0" u="none" strike="noStrike" dirty="0">
                          <a:solidFill>
                            <a:srgbClr val="FFFFFF"/>
                          </a:solidFill>
                          <a:effectLst/>
                          <a:latin typeface="Calibri"/>
                        </a:rPr>
                        <a:t>Action to be taken</a:t>
                      </a:r>
                    </a:p>
                  </a:txBody>
                  <a:tcPr marL="8773" marR="8773" marT="87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75B5"/>
                    </a:solidFill>
                  </a:tcPr>
                </a:tc>
                <a:tc>
                  <a:txBody>
                    <a:bodyPr/>
                    <a:lstStyle/>
                    <a:p>
                      <a:pPr algn="l" fontAlgn="b"/>
                      <a:r>
                        <a:rPr lang="en-US" sz="1000" b="1" i="0" u="none" strike="noStrike" dirty="0">
                          <a:solidFill>
                            <a:srgbClr val="FFFFFF"/>
                          </a:solidFill>
                          <a:effectLst/>
                          <a:latin typeface="Calibri" panose="020F0502020204030204" pitchFamily="34" charset="0"/>
                        </a:rPr>
                        <a:t>Responsibility</a:t>
                      </a:r>
                    </a:p>
                  </a:txBody>
                  <a:tcPr marL="8773" marR="8773" marT="87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75B5"/>
                    </a:solidFill>
                  </a:tcPr>
                </a:tc>
                <a:extLst>
                  <a:ext uri="{0D108BD9-81ED-4DB2-BD59-A6C34878D82A}">
                    <a16:rowId xmlns:a16="http://schemas.microsoft.com/office/drawing/2014/main" val="818172132"/>
                  </a:ext>
                </a:extLst>
              </a:tr>
              <a:tr h="1162050">
                <a:tc>
                  <a:txBody>
                    <a:bodyPr/>
                    <a:lstStyle/>
                    <a:p>
                      <a:pPr algn="ctr" fontAlgn="ctr"/>
                      <a:r>
                        <a:rPr lang="en-US" sz="1000" b="0" i="0" u="none" strike="noStrike" dirty="0">
                          <a:solidFill>
                            <a:srgbClr val="000000"/>
                          </a:solidFill>
                          <a:effectLst/>
                          <a:latin typeface="Calibri"/>
                        </a:rPr>
                        <a:t>New prioritization macro</a:t>
                      </a:r>
                    </a:p>
                  </a:txBody>
                  <a:tcPr marL="8773" marR="8773" marT="87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Calibri"/>
                        </a:rPr>
                        <a:t>Pending report from </a:t>
                      </a:r>
                      <a:r>
                        <a:rPr lang="en-US" sz="1000" b="0" i="0" u="none" strike="noStrike" dirty="0" err="1">
                          <a:solidFill>
                            <a:srgbClr val="000000"/>
                          </a:solidFill>
                          <a:effectLst/>
                          <a:latin typeface="Calibri"/>
                        </a:rPr>
                        <a:t>Proflow</a:t>
                      </a:r>
                    </a:p>
                  </a:txBody>
                  <a:tcPr marL="8773" marR="8773" marT="87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Calibri"/>
                        </a:rPr>
                        <a:t>Daily</a:t>
                      </a:r>
                    </a:p>
                  </a:txBody>
                  <a:tcPr marL="8773" marR="8773" marT="87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Calibri"/>
                        </a:rPr>
                        <a:t>AP architect, AP junior architect</a:t>
                      </a:r>
                    </a:p>
                  </a:txBody>
                  <a:tcPr marL="8773" marR="8773" marT="87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Calibri"/>
                        </a:rPr>
                        <a:t>Daily use of the prioritization macro that identify all the invoices that could be saved from the POT point of view by comparing the invoice date and the payment date regardless of the status of the invoice (if the invoice is still pending for approval)</a:t>
                      </a:r>
                    </a:p>
                  </a:txBody>
                  <a:tcPr marL="8773" marR="8773" marT="87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Calibri"/>
                        </a:rPr>
                        <a:t>AP team - Invoice processing</a:t>
                      </a:r>
                    </a:p>
                  </a:txBody>
                  <a:tcPr marL="8773" marR="8773" marT="87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74433087"/>
                  </a:ext>
                </a:extLst>
              </a:tr>
              <a:tr h="774700">
                <a:tc>
                  <a:txBody>
                    <a:bodyPr/>
                    <a:lstStyle/>
                    <a:p>
                      <a:pPr algn="ctr" fontAlgn="ctr"/>
                      <a:r>
                        <a:rPr lang="en-US" sz="1000" b="0" i="0" u="none" strike="noStrike" dirty="0">
                          <a:solidFill>
                            <a:srgbClr val="000000"/>
                          </a:solidFill>
                          <a:effectLst/>
                          <a:latin typeface="Calibri" panose="020F0502020204030204" pitchFamily="34" charset="0"/>
                        </a:rPr>
                        <a:t>Monthly report in order to highlight invoices not paid on time on that month</a:t>
                      </a:r>
                      <a:br>
                        <a:rPr lang="en-US" sz="1000" b="0" i="0" u="none" strike="noStrike" dirty="0">
                          <a:solidFill>
                            <a:srgbClr val="000000"/>
                          </a:solidFill>
                          <a:effectLst/>
                          <a:latin typeface="Calibri" panose="020F0502020204030204" pitchFamily="34" charset="0"/>
                        </a:rPr>
                      </a:br>
                      <a:endParaRPr lang="en-US" sz="1000" b="0" i="0" u="none" strike="noStrike" dirty="0">
                        <a:solidFill>
                          <a:srgbClr val="000000"/>
                        </a:solidFill>
                        <a:effectLst/>
                        <a:latin typeface="Calibri" panose="020F0502020204030204" pitchFamily="34" charset="0"/>
                      </a:endParaRPr>
                    </a:p>
                  </a:txBody>
                  <a:tcPr marL="8773" marR="8773" marT="87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Calibri"/>
                        </a:rPr>
                        <a:t>Paid late invoices report from Coupa</a:t>
                      </a:r>
                    </a:p>
                  </a:txBody>
                  <a:tcPr marL="8773" marR="8773" marT="87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Calibri"/>
                        </a:rPr>
                        <a:t>Monthly</a:t>
                      </a:r>
                    </a:p>
                  </a:txBody>
                  <a:tcPr marL="8773" marR="8773" marT="87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ctr">
                        <a:buNone/>
                      </a:pPr>
                      <a:r>
                        <a:rPr lang="en-US" sz="1000" b="0" i="0" u="none" strike="noStrike" noProof="0" dirty="0">
                          <a:solidFill>
                            <a:srgbClr val="000000"/>
                          </a:solidFill>
                          <a:effectLst/>
                          <a:latin typeface="Calibri"/>
                        </a:rPr>
                        <a:t>AP architect, AP junior architect</a:t>
                      </a:r>
                    </a:p>
                  </a:txBody>
                  <a:tcPr marL="8773" marR="8773" marT="87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Calibri"/>
                        </a:rPr>
                        <a:t>The AP team will analyze the report from Coupa with paid late invoices and will send communications to specific suppliers or users </a:t>
                      </a:r>
                      <a:endParaRPr lang="en-US" sz="1000" b="0" i="0" u="none" strike="noStrike">
                        <a:solidFill>
                          <a:srgbClr val="000000"/>
                        </a:solidFill>
                        <a:effectLst/>
                        <a:latin typeface="Calibri" panose="020F0502020204030204" pitchFamily="34" charset="0"/>
                      </a:endParaRPr>
                    </a:p>
                  </a:txBody>
                  <a:tcPr marL="8773" marR="8773" marT="87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Calibri"/>
                        </a:rPr>
                        <a:t>AP junior architect</a:t>
                      </a:r>
                    </a:p>
                  </a:txBody>
                  <a:tcPr marL="8773" marR="8773" marT="87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26885393"/>
                  </a:ext>
                </a:extLst>
              </a:tr>
              <a:tr h="774700">
                <a:tc>
                  <a:txBody>
                    <a:bodyPr/>
                    <a:lstStyle/>
                    <a:p>
                      <a:pPr algn="ctr" fontAlgn="ctr"/>
                      <a:r>
                        <a:rPr lang="en-US" sz="1000" b="0" i="0" u="none" strike="noStrike" dirty="0">
                          <a:solidFill>
                            <a:srgbClr val="000000"/>
                          </a:solidFill>
                          <a:effectLst/>
                          <a:latin typeface="Calibri"/>
                        </a:rPr>
                        <a:t>Ageing report to be sent weekly to the approvers</a:t>
                      </a:r>
                    </a:p>
                  </a:txBody>
                  <a:tcPr marL="8773" marR="8773" marT="87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Calibri"/>
                        </a:rPr>
                        <a:t>Pending report from </a:t>
                      </a:r>
                      <a:r>
                        <a:rPr lang="en-US" sz="1000" b="0" i="0" u="none" strike="noStrike" dirty="0" err="1">
                          <a:solidFill>
                            <a:srgbClr val="000000"/>
                          </a:solidFill>
                          <a:effectLst/>
                          <a:latin typeface="Calibri"/>
                        </a:rPr>
                        <a:t>Proflow</a:t>
                      </a:r>
                    </a:p>
                  </a:txBody>
                  <a:tcPr marL="8773" marR="8773" marT="87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Calibri"/>
                        </a:rPr>
                        <a:t>Weekly</a:t>
                      </a:r>
                    </a:p>
                  </a:txBody>
                  <a:tcPr marL="8773" marR="8773" marT="87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ctr">
                        <a:buNone/>
                      </a:pPr>
                      <a:r>
                        <a:rPr lang="en-US" sz="1000" b="0" i="0" u="none" strike="noStrike" noProof="0" dirty="0">
                          <a:solidFill>
                            <a:srgbClr val="000000"/>
                          </a:solidFill>
                          <a:effectLst/>
                          <a:latin typeface="Calibri"/>
                        </a:rPr>
                        <a:t>AP architect, AP junior architect</a:t>
                      </a:r>
                      <a:endParaRPr lang="en-US" dirty="0"/>
                    </a:p>
                  </a:txBody>
                  <a:tcPr marL="8773" marR="8773" marT="87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Calibri"/>
                        </a:rPr>
                        <a:t>The AP team will prepare a report with all the pending approval invoices organized by approvers and by days of delay and follow-ups will be sent to the identified approvers</a:t>
                      </a:r>
                    </a:p>
                  </a:txBody>
                  <a:tcPr marL="8773" marR="8773" marT="87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Calibri"/>
                        </a:rPr>
                        <a:t>AP team - Helpdesk</a:t>
                      </a:r>
                    </a:p>
                  </a:txBody>
                  <a:tcPr marL="8773" marR="8773" marT="87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2510844"/>
                  </a:ext>
                </a:extLst>
              </a:tr>
              <a:tr h="774700">
                <a:tc>
                  <a:txBody>
                    <a:bodyPr/>
                    <a:lstStyle/>
                    <a:p>
                      <a:pPr algn="ctr" fontAlgn="ctr"/>
                      <a:r>
                        <a:rPr lang="en-US" sz="1000" b="0" i="0" u="none" strike="noStrike" dirty="0">
                          <a:solidFill>
                            <a:srgbClr val="000000"/>
                          </a:solidFill>
                          <a:effectLst/>
                          <a:latin typeface="Calibri"/>
                        </a:rPr>
                        <a:t>Team meetings / refreshers</a:t>
                      </a:r>
                    </a:p>
                  </a:txBody>
                  <a:tcPr marL="8773" marR="8773" marT="87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Calibri"/>
                        </a:rPr>
                        <a:t>As per the calendar</a:t>
                      </a:r>
                    </a:p>
                  </a:txBody>
                  <a:tcPr marL="8773" marR="8773" marT="87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Calibri"/>
                        </a:rPr>
                        <a:t>Weekly</a:t>
                      </a:r>
                    </a:p>
                  </a:txBody>
                  <a:tcPr marL="8773" marR="8773" marT="87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ctr">
                        <a:buNone/>
                      </a:pPr>
                      <a:r>
                        <a:rPr lang="en-US" sz="1000" b="0" i="0" u="none" strike="noStrike" noProof="0" dirty="0">
                          <a:solidFill>
                            <a:srgbClr val="000000"/>
                          </a:solidFill>
                          <a:effectLst/>
                          <a:latin typeface="Calibri"/>
                        </a:rPr>
                        <a:t>AP architect, AP junior architect</a:t>
                      </a:r>
                      <a:endParaRPr lang="en-US" dirty="0"/>
                    </a:p>
                  </a:txBody>
                  <a:tcPr marL="8773" marR="8773" marT="87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Calibri"/>
                        </a:rPr>
                        <a:t>AP junior architect will organize weekly refresher sessions with the team in order to identify the main process related problems</a:t>
                      </a:r>
                    </a:p>
                  </a:txBody>
                  <a:tcPr marL="8773" marR="8773" marT="87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Calibri"/>
                        </a:rPr>
                        <a:t>AP junior architect</a:t>
                      </a:r>
                    </a:p>
                  </a:txBody>
                  <a:tcPr marL="8773" marR="8773" marT="87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25939520"/>
                  </a:ext>
                </a:extLst>
              </a:tr>
              <a:tr h="774700">
                <a:tc>
                  <a:txBody>
                    <a:bodyPr/>
                    <a:lstStyle/>
                    <a:p>
                      <a:pPr algn="ctr" fontAlgn="ctr"/>
                      <a:r>
                        <a:rPr lang="en-US" sz="1000" b="0" i="0" u="none" strike="noStrike" dirty="0">
                          <a:solidFill>
                            <a:srgbClr val="000000"/>
                          </a:solidFill>
                          <a:effectLst/>
                          <a:latin typeface="Calibri"/>
                        </a:rPr>
                        <a:t>Weekly QC</a:t>
                      </a:r>
                    </a:p>
                  </a:txBody>
                  <a:tcPr marL="8773" marR="8773" marT="87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Calibri"/>
                        </a:rPr>
                        <a:t>Posted items from SAP and Coupa</a:t>
                      </a:r>
                    </a:p>
                  </a:txBody>
                  <a:tcPr marL="8773" marR="8773" marT="87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Calibri"/>
                        </a:rPr>
                        <a:t>Weekly</a:t>
                      </a:r>
                    </a:p>
                  </a:txBody>
                  <a:tcPr marL="8773" marR="8773" marT="87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ctr">
                        <a:buNone/>
                      </a:pPr>
                      <a:r>
                        <a:rPr lang="en-US" sz="1000" b="0" i="0" u="none" strike="noStrike" noProof="0" dirty="0">
                          <a:solidFill>
                            <a:srgbClr val="000000"/>
                          </a:solidFill>
                          <a:effectLst/>
                          <a:latin typeface="Calibri"/>
                        </a:rPr>
                        <a:t>AP architect, AP junior architect</a:t>
                      </a:r>
                      <a:endParaRPr lang="en-US" dirty="0"/>
                    </a:p>
                  </a:txBody>
                  <a:tcPr marL="8773" marR="8773" marT="87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Calibri"/>
                        </a:rPr>
                        <a:t>Weekly QC by using the macro that compares the document posted from SAP and Coupa, corrections for identified errors</a:t>
                      </a:r>
                    </a:p>
                  </a:txBody>
                  <a:tcPr marL="8773" marR="8773" marT="87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Calibri"/>
                        </a:rPr>
                        <a:t>AP junior architect</a:t>
                      </a:r>
                    </a:p>
                  </a:txBody>
                  <a:tcPr marL="8773" marR="8773" marT="87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71337277"/>
                  </a:ext>
                </a:extLst>
              </a:tr>
            </a:tbl>
          </a:graphicData>
        </a:graphic>
      </p:graphicFrame>
    </p:spTree>
    <p:extLst>
      <p:ext uri="{BB962C8B-B14F-4D97-AF65-F5344CB8AC3E}">
        <p14:creationId xmlns:p14="http://schemas.microsoft.com/office/powerpoint/2010/main" val="1080375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r>
              <a:rPr lang="en-US" dirty="0"/>
              <a:t>Thank You.</a:t>
            </a:r>
          </a:p>
        </p:txBody>
      </p:sp>
      <p:sp>
        <p:nvSpPr>
          <p:cNvPr id="5" name="Text Placeholder 4"/>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99304459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iBoQJx2z20CLTNvD8P.gSw"/>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XYiFp6wweUa489FvHZHKVw"/>
  <p:tag name="NAME" val="RectangleText"/>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XYiFp6wweUa489FvHZHKVw"/>
  <p:tag name="NAME" val="RectangleText"/>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XYiFp6wweUa489FvHZHKVw"/>
  <p:tag name="NAME" val="RectangleText"/>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XYiFp6wweUa489FvHZHKVw"/>
  <p:tag name="NAME" val="RectangleText"/>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XYiFp6wweUa489FvHZHKVw"/>
  <p:tag name="NAME" val="RectangleText"/>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XYiFp6wweUa489FvHZHKVw"/>
  <p:tag name="NAME" val="RectangleText"/>
</p:tagLst>
</file>

<file path=ppt/theme/theme1.xml><?xml version="1.0" encoding="utf-8"?>
<a:theme xmlns:a="http://schemas.openxmlformats.org/drawingml/2006/main" name="Blank">
  <a:themeElements>
    <a:clrScheme name="Genpact Transformation">
      <a:dk1>
        <a:srgbClr val="073262"/>
      </a:dk1>
      <a:lt1>
        <a:sysClr val="window" lastClr="FFFFFF"/>
      </a:lt1>
      <a:dk2>
        <a:srgbClr val="EBECED"/>
      </a:dk2>
      <a:lt2>
        <a:srgbClr val="BFC0C1"/>
      </a:lt2>
      <a:accent1>
        <a:srgbClr val="FF555F"/>
      </a:accent1>
      <a:accent2>
        <a:srgbClr val="00AECF"/>
      </a:accent2>
      <a:accent3>
        <a:srgbClr val="073262"/>
      </a:accent3>
      <a:accent4>
        <a:srgbClr val="EA3946"/>
      </a:accent4>
      <a:accent5>
        <a:srgbClr val="60C7D7"/>
      </a:accent5>
      <a:accent6>
        <a:srgbClr val="073262"/>
      </a:accent6>
      <a:hlink>
        <a:srgbClr val="60C7D7"/>
      </a:hlink>
      <a:folHlink>
        <a:srgbClr val="1F497D"/>
      </a:folHlink>
    </a:clrScheme>
    <a:fontScheme name="G PPT 2017">
      <a:majorFont>
        <a:latin typeface="Georgia"/>
        <a:ea typeface=""/>
        <a:cs typeface=""/>
      </a:majorFont>
      <a:minorFont>
        <a:latin typeface="Georg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BCBAEB42AEF504E902ECDA24791A849" ma:contentTypeVersion="2" ma:contentTypeDescription="Create a new document." ma:contentTypeScope="" ma:versionID="e165be3f9c3a495b9dfce2d042a4f299">
  <xsd:schema xmlns:xsd="http://www.w3.org/2001/XMLSchema" xmlns:xs="http://www.w3.org/2001/XMLSchema" xmlns:p="http://schemas.microsoft.com/office/2006/metadata/properties" xmlns:ns2="bb9d2fb8-3e03-413a-8cf9-dc6837483605" targetNamespace="http://schemas.microsoft.com/office/2006/metadata/properties" ma:root="true" ma:fieldsID="fb1768636c6c4bf0ecdde02de3345713" ns2:_="">
    <xsd:import namespace="bb9d2fb8-3e03-413a-8cf9-dc6837483605"/>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b9d2fb8-3e03-413a-8cf9-dc683748360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D8A6F7E-7A7E-43C5-A4B6-FFC35A08BF32}"/>
</file>

<file path=customXml/itemProps2.xml><?xml version="1.0" encoding="utf-8"?>
<ds:datastoreItem xmlns:ds="http://schemas.openxmlformats.org/officeDocument/2006/customXml" ds:itemID="{9BAEE21B-BC29-4A6C-9EB6-01911888B082}">
  <ds:schemaRefs>
    <ds:schemaRef ds:uri="http://schemas.microsoft.com/sharepoint/v3/contenttype/forms"/>
  </ds:schemaRefs>
</ds:datastoreItem>
</file>

<file path=customXml/itemProps3.xml><?xml version="1.0" encoding="utf-8"?>
<ds:datastoreItem xmlns:ds="http://schemas.openxmlformats.org/officeDocument/2006/customXml" ds:itemID="{F863B716-6E6C-4549-BA99-B215E49E31AE}">
  <ds:schemaRefs>
    <ds:schemaRef ds:uri="http://purl.org/dc/elements/1.1/"/>
    <ds:schemaRef ds:uri="http://schemas.microsoft.com/office/2006/documentManagement/types"/>
    <ds:schemaRef ds:uri="http://purl.org/dc/dcmitype/"/>
    <ds:schemaRef ds:uri="http://schemas.microsoft.com/office/2006/metadata/properties"/>
    <ds:schemaRef ds:uri="7f0de3f9-a2f1-4101-b732-06ed30429017"/>
    <ds:schemaRef ds:uri="http://schemas.openxmlformats.org/package/2006/metadata/core-properties"/>
    <ds:schemaRef ds:uri="http://www.w3.org/XML/1998/namespace"/>
    <ds:schemaRef ds:uri="http://schemas.microsoft.com/office/infopath/2007/PartnerControls"/>
    <ds:schemaRef ds:uri="fbdc7f96-c5b9-4d03-b29e-340e0bf346fa"/>
    <ds:schemaRef ds:uri="http://purl.org/dc/terms/"/>
    <ds:schemaRef ds:uri="3e92145b-a729-45dc-93c7-90003741ca6c"/>
    <ds:schemaRef ds:uri="372e849b-fc60-49fc-88ef-6f6a3a7352cc"/>
    <ds:schemaRef ds:uri="http://schemas.microsoft.com/sharepoint/v3"/>
    <ds:schemaRef ds:uri="63887af1-fdbb-4e38-bcc3-6d8a3027de22"/>
    <ds:schemaRef ds:uri="b4244466-fc12-4911-aa7a-3938334c4fde"/>
  </ds:schemaRefs>
</ds:datastoreItem>
</file>

<file path=docProps/app.xml><?xml version="1.0" encoding="utf-8"?>
<Properties xmlns="http://schemas.openxmlformats.org/officeDocument/2006/extended-properties" xmlns:vt="http://schemas.openxmlformats.org/officeDocument/2006/docPropsVTypes">
  <TotalTime>4379</TotalTime>
  <Words>5260</Words>
  <Application>Microsoft Office PowerPoint</Application>
  <PresentationFormat>Widescreen</PresentationFormat>
  <Paragraphs>995</Paragraphs>
  <Slides>39</Slides>
  <Notes>1</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39</vt:i4>
      </vt:variant>
    </vt:vector>
  </HeadingPairs>
  <TitlesOfParts>
    <vt:vector size="50" baseType="lpstr">
      <vt:lpstr>ＭＳ Ｐゴシック</vt:lpstr>
      <vt:lpstr>Arial</vt:lpstr>
      <vt:lpstr>Calibri</vt:lpstr>
      <vt:lpstr>GE Inspira</vt:lpstr>
      <vt:lpstr>Georgia</vt:lpstr>
      <vt:lpstr>Helvetica</vt:lpstr>
      <vt:lpstr>Times New Roman</vt:lpstr>
      <vt:lpstr>Trebuchet MS</vt:lpstr>
      <vt:lpstr>Wingdings</vt:lpstr>
      <vt:lpstr>Blank</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genpact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POT increasing Zurich Spain.pptx</dc:title>
  <dc:creator>alexandru.blaj@genpact.com</dc:creator>
  <cp:lastModifiedBy>R, Sreenath</cp:lastModifiedBy>
  <cp:revision>236</cp:revision>
  <dcterms:created xsi:type="dcterms:W3CDTF">2018-04-04T09:26:21Z</dcterms:created>
  <dcterms:modified xsi:type="dcterms:W3CDTF">2023-04-10T10:15:51Z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0x0101008BCBAEB42AEF504E902ECDA24791A849</vt:lpwstr>
  </property>
  <property fmtid="{D5CDD505-2E9C-101B-9397-08002B2CF9AE}" pid="3" name="_dlc_DocIdItemGuid">
    <vt:lpwstr>506d8a97-5702-439b-9462-76d5ff0813cd</vt:lpwstr>
  </property>
</Properties>
</file>